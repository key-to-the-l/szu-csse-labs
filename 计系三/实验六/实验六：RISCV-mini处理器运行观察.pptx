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"/>
  </p:notesMasterIdLst>
  <p:sldIdLst>
    <p:sldId id="256" r:id="rId2"/>
    <p:sldId id="279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6" d="100"/>
          <a:sy n="156" d="100"/>
        </p:scale>
        <p:origin x="1782" y="1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1A0806-9790-4408-B19A-F46714B77A0E}" type="datetimeFigureOut">
              <a:rPr lang="zh-CN" altLang="en-US" smtClean="0"/>
              <a:t>2024/11/27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CA8DE-078E-4629-8B89-FF2721BA35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94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CA8DE-078E-4629-8B89-FF2721BA350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363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2" name="副标题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765F-A837-41EE-BFC9-3220AFE4EF09}" type="datetimeFigureOut">
              <a:rPr lang="zh-CN" altLang="en-US" smtClean="0"/>
              <a:pPr/>
              <a:t>2024/11/27</a:t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D738-E0AE-4DE6-A019-C9ED41DD5AF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765F-A837-41EE-BFC9-3220AFE4EF09}" type="datetimeFigureOut">
              <a:rPr lang="zh-CN" altLang="en-US" smtClean="0"/>
              <a:pPr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D738-E0AE-4DE6-A019-C9ED41DD5A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765F-A837-41EE-BFC9-3220AFE4EF09}" type="datetimeFigureOut">
              <a:rPr lang="zh-CN" altLang="en-US" smtClean="0"/>
              <a:pPr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D738-E0AE-4DE6-A019-C9ED41DD5AF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765F-A837-41EE-BFC9-3220AFE4EF09}" type="datetimeFigureOut">
              <a:rPr lang="zh-CN" altLang="en-US" smtClean="0"/>
              <a:pPr/>
              <a:t>2024/11/27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D738-E0AE-4DE6-A019-C9ED41DD5A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765F-A837-41EE-BFC9-3220AFE4EF09}" type="datetimeFigureOut">
              <a:rPr lang="zh-CN" altLang="en-US" smtClean="0"/>
              <a:pPr/>
              <a:t>2024/11/27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D738-E0AE-4DE6-A019-C9ED41DD5A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765F-A837-41EE-BFC9-3220AFE4EF09}" type="datetimeFigureOut">
              <a:rPr lang="zh-CN" altLang="en-US" smtClean="0"/>
              <a:pPr/>
              <a:t>2024/11/27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D738-E0AE-4DE6-A019-C9ED41DD5A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765F-A837-41EE-BFC9-3220AFE4EF09}" type="datetimeFigureOut">
              <a:rPr lang="zh-CN" altLang="en-US" smtClean="0"/>
              <a:pPr/>
              <a:t>2024/11/27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D738-E0AE-4DE6-A019-C9ED41DD5AF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765F-A837-41EE-BFC9-3220AFE4EF09}" type="datetimeFigureOut">
              <a:rPr lang="zh-CN" altLang="en-US" smtClean="0"/>
              <a:pPr/>
              <a:t>2024/11/27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D738-E0AE-4DE6-A019-C9ED41DD5A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765F-A837-41EE-BFC9-3220AFE4EF09}" type="datetimeFigureOut">
              <a:rPr lang="zh-CN" altLang="en-US" smtClean="0"/>
              <a:pPr/>
              <a:t>2024/11/27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D738-E0AE-4DE6-A019-C9ED41DD5AF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9" name="流程图: 过程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流程图: 过程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765F-A837-41EE-BFC9-3220AFE4EF09}" type="datetimeFigureOut">
              <a:rPr lang="zh-CN" altLang="en-US" smtClean="0"/>
              <a:pPr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D738-E0AE-4DE6-A019-C9ED41DD5A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6765F-A837-41EE-BFC9-3220AFE4EF09}" type="datetimeFigureOut">
              <a:rPr lang="zh-CN" altLang="en-US" smtClean="0"/>
              <a:pPr/>
              <a:t>2024/11/27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0D738-E0AE-4DE6-A019-C9ED41DD5A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饼形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同心圆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4" name="日期占位符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5666765F-A837-41EE-BFC9-3220AFE4EF09}" type="datetimeFigureOut">
              <a:rPr lang="zh-CN" altLang="en-US" smtClean="0"/>
              <a:pPr/>
              <a:t>2024/11/27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2390D738-E0AE-4DE6-A019-C9ED41DD5AF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5" name="矩形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87624" y="1196752"/>
            <a:ext cx="7776864" cy="2421030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b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实验六：</a:t>
            </a:r>
            <a:r>
              <a:rPr lang="en-US" altLang="zh-CN" sz="4000" b="1" dirty="0">
                <a:ea typeface="Arial Unicode MS" pitchFamily="34" charset="-122"/>
              </a:rPr>
              <a:t>RISCV-mini</a:t>
            </a:r>
            <a:r>
              <a:rPr lang="zh-CN" altLang="zh-CN" sz="4000" b="1" dirty="0">
                <a:ea typeface="Arial Unicode MS" pitchFamily="34" charset="-122"/>
              </a:rPr>
              <a:t>处理器运行观察</a:t>
            </a:r>
            <a:br>
              <a:rPr lang="en-US" altLang="zh-CN" sz="4000" b="1" dirty="0">
                <a:ea typeface="Arial Unicode MS" pitchFamily="34" charset="-122"/>
              </a:rPr>
            </a:br>
            <a:r>
              <a:rPr lang="zh-CN" altLang="en-US" sz="4000" b="1" dirty="0">
                <a:ea typeface="Arial Unicode MS" pitchFamily="34" charset="-122"/>
              </a:rPr>
              <a:t>（分两周完成）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399584" y="5013176"/>
            <a:ext cx="3744416" cy="1392560"/>
          </a:xfrm>
        </p:spPr>
        <p:txBody>
          <a:bodyPr/>
          <a:lstStyle/>
          <a:p>
            <a:pPr algn="ctr"/>
            <a:r>
              <a:rPr lang="en-US" altLang="zh-CN" dirty="0"/>
              <a:t>2024</a:t>
            </a:r>
            <a:r>
              <a:rPr lang="zh-CN" altLang="en-US" dirty="0"/>
              <a:t>年</a:t>
            </a:r>
            <a:r>
              <a:rPr lang="en-US" altLang="zh-CN" dirty="0"/>
              <a:t>11</a:t>
            </a:r>
            <a:r>
              <a:rPr lang="zh-CN" altLang="en-US" dirty="0"/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4233481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E60D4-88B3-1CAD-E293-8CE5C1646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8E9375-FB9C-429C-BC41-B8F32F5D4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935F06-5A16-8B5B-7F1D-D8070D279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2198" y="1417638"/>
            <a:ext cx="7816912" cy="5165724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zh-CN" altLang="zh-CN" dirty="0"/>
              <a:t>了解</a:t>
            </a:r>
            <a:r>
              <a:rPr lang="en-US" altLang="zh-CN" dirty="0"/>
              <a:t>RISC-V mini</a:t>
            </a:r>
            <a:r>
              <a:rPr lang="zh-CN" altLang="zh-CN" dirty="0"/>
              <a:t>处理器架构；</a:t>
            </a:r>
          </a:p>
          <a:p>
            <a:pPr>
              <a:lnSpc>
                <a:spcPct val="250000"/>
              </a:lnSpc>
            </a:pPr>
            <a:r>
              <a:rPr lang="zh-CN" altLang="zh-CN" dirty="0"/>
              <a:t>了解其</a:t>
            </a:r>
            <a:r>
              <a:rPr lang="en-US" altLang="zh-CN" dirty="0"/>
              <a:t>Chisel</a:t>
            </a:r>
            <a:r>
              <a:rPr lang="zh-CN" altLang="zh-CN" dirty="0"/>
              <a:t>设计，观察指令</a:t>
            </a:r>
            <a:r>
              <a:rPr lang="zh-CN" altLang="en-US" dirty="0"/>
              <a:t>执行过程；</a:t>
            </a:r>
            <a:endParaRPr lang="en-US" altLang="zh-CN" dirty="0"/>
          </a:p>
          <a:p>
            <a:pPr>
              <a:lnSpc>
                <a:spcPct val="250000"/>
              </a:lnSpc>
            </a:pPr>
            <a:r>
              <a:rPr lang="zh-CN" altLang="en-US" dirty="0"/>
              <a:t>学会如何将代码运行在此处理器上。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579460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zh-CN" altLang="zh-CN" b="1" dirty="0">
                <a:solidFill>
                  <a:schemeClr val="accent1"/>
                </a:solidFill>
              </a:rPr>
              <a:t>按照实验步骤及说明，完成相关操作记录实验过程的截图：</a:t>
            </a:r>
          </a:p>
          <a:p>
            <a:pPr>
              <a:lnSpc>
                <a:spcPct val="150000"/>
              </a:lnSpc>
            </a:pPr>
            <a:r>
              <a:rPr lang="zh-CN" altLang="zh-CN" dirty="0"/>
              <a:t>编写</a:t>
            </a:r>
            <a:r>
              <a:rPr lang="en-US" altLang="zh-CN" dirty="0" err="1"/>
              <a:t>risc</a:t>
            </a:r>
            <a:r>
              <a:rPr lang="en-US" altLang="zh-CN" dirty="0"/>
              <a:t>-v</a:t>
            </a:r>
            <a:r>
              <a:rPr lang="zh-CN" altLang="zh-CN" dirty="0"/>
              <a:t>汇编程序，实现两数减法操作，</a:t>
            </a:r>
            <a:r>
              <a:rPr lang="zh-CN" altLang="zh-CN" dirty="0">
                <a:solidFill>
                  <a:srgbClr val="C00000"/>
                </a:solidFill>
              </a:rPr>
              <a:t>记录程序编译和仿真过程作为实验说明</a:t>
            </a:r>
            <a:r>
              <a:rPr lang="zh-CN" altLang="zh-CN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zh-CN" dirty="0"/>
              <a:t>根据给出的</a:t>
            </a:r>
            <a:r>
              <a:rPr lang="en-US" altLang="zh-CN" dirty="0"/>
              <a:t>C</a:t>
            </a:r>
            <a:r>
              <a:rPr lang="zh-CN" altLang="zh-CN" dirty="0"/>
              <a:t>程序，完成编译仿真过程，并通过仿真波形图，结合指令执行过程中程序计数器、寄存器⽂件，相关控制信号等的变化</a:t>
            </a:r>
            <a:r>
              <a:rPr lang="zh-CN" altLang="zh-CN" dirty="0">
                <a:solidFill>
                  <a:srgbClr val="C00000"/>
                </a:solidFill>
              </a:rPr>
              <a:t>解释</a:t>
            </a:r>
            <a:r>
              <a:rPr lang="en-US" altLang="zh-CN" dirty="0">
                <a:solidFill>
                  <a:srgbClr val="C00000"/>
                </a:solidFill>
              </a:rPr>
              <a:t>factorial(10)</a:t>
            </a:r>
            <a:r>
              <a:rPr lang="zh-CN" altLang="zh-CN" dirty="0">
                <a:solidFill>
                  <a:srgbClr val="C00000"/>
                </a:solidFill>
              </a:rPr>
              <a:t>函数调用时的参数</a:t>
            </a:r>
            <a:r>
              <a:rPr lang="en-US" altLang="zh-CN" dirty="0">
                <a:solidFill>
                  <a:srgbClr val="C00000"/>
                </a:solidFill>
              </a:rPr>
              <a:t>10</a:t>
            </a:r>
            <a:r>
              <a:rPr lang="zh-CN" altLang="zh-CN" dirty="0">
                <a:solidFill>
                  <a:srgbClr val="C00000"/>
                </a:solidFill>
              </a:rPr>
              <a:t>传入寄存器的过程</a:t>
            </a:r>
            <a:r>
              <a:rPr lang="zh-CN" altLang="zh-CN" dirty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1766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5656" y="836712"/>
            <a:ext cx="7498080" cy="1143000"/>
          </a:xfrm>
        </p:spPr>
        <p:txBody>
          <a:bodyPr/>
          <a:lstStyle/>
          <a:p>
            <a:r>
              <a:rPr lang="zh-CN" altLang="en-US" dirty="0"/>
              <a:t>实验步骤：见附件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DF6828D-9012-B746-8E61-C3CBDCEB560E}"/>
              </a:ext>
            </a:extLst>
          </p:cNvPr>
          <p:cNvSpPr txBox="1">
            <a:spLocks/>
          </p:cNvSpPr>
          <p:nvPr/>
        </p:nvSpPr>
        <p:spPr>
          <a:xfrm>
            <a:off x="1409828" y="2996952"/>
            <a:ext cx="7498080" cy="1143000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zh-CN" altLang="en-US" dirty="0"/>
              <a:t>实验截止日期：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11</a:t>
            </a:r>
            <a:r>
              <a:rPr lang="zh-CN" altLang="en-US" dirty="0"/>
              <a:t>号 </a:t>
            </a:r>
            <a:r>
              <a:rPr lang="en-US" altLang="zh-CN" dirty="0"/>
              <a:t>23.59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51577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夏至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6163</TotalTime>
  <Words>145</Words>
  <Application>Microsoft Office PowerPoint</Application>
  <PresentationFormat>全屏显示(4:3)</PresentationFormat>
  <Paragraphs>13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Arial Unicode MS</vt:lpstr>
      <vt:lpstr>等线</vt:lpstr>
      <vt:lpstr>Gill Sans MT</vt:lpstr>
      <vt:lpstr>Verdana</vt:lpstr>
      <vt:lpstr>Wingdings 2</vt:lpstr>
      <vt:lpstr>夏至</vt:lpstr>
      <vt:lpstr>实验六：RISCV-mini处理器运行观察 （分两周完成）</vt:lpstr>
      <vt:lpstr>实验目的</vt:lpstr>
      <vt:lpstr>实验内容</vt:lpstr>
      <vt:lpstr>实验步骤：见附件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实验一：WinMIPS64 模拟器实验</dc:title>
  <dc:creator>John</dc:creator>
  <cp:lastModifiedBy>Yongbiao Zhu</cp:lastModifiedBy>
  <cp:revision>248</cp:revision>
  <dcterms:created xsi:type="dcterms:W3CDTF">2016-10-09T22:04:29Z</dcterms:created>
  <dcterms:modified xsi:type="dcterms:W3CDTF">2024-11-27T12:52:02Z</dcterms:modified>
</cp:coreProperties>
</file>