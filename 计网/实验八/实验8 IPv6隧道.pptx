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3"/>
  </p:notesMasterIdLst>
  <p:sldIdLst>
    <p:sldId id="284" r:id="rId3"/>
    <p:sldId id="282" r:id="rId4"/>
    <p:sldId id="500" r:id="rId5"/>
    <p:sldId id="300" r:id="rId6"/>
    <p:sldId id="301" r:id="rId7"/>
    <p:sldId id="506" r:id="rId8"/>
    <p:sldId id="1286" r:id="rId9"/>
    <p:sldId id="1284" r:id="rId10"/>
    <p:sldId id="1285" r:id="rId11"/>
    <p:sldId id="502" r:id="rId12"/>
    <p:sldId id="505" r:id="rId13"/>
    <p:sldId id="496" r:id="rId14"/>
    <p:sldId id="497" r:id="rId15"/>
    <p:sldId id="498" r:id="rId16"/>
    <p:sldId id="478" r:id="rId17"/>
    <p:sldId id="480" r:id="rId18"/>
    <p:sldId id="483" r:id="rId19"/>
    <p:sldId id="482" r:id="rId20"/>
    <p:sldId id="484" r:id="rId21"/>
    <p:sldId id="485" r:id="rId22"/>
    <p:sldId id="486" r:id="rId23"/>
    <p:sldId id="479" r:id="rId24"/>
    <p:sldId id="488" r:id="rId25"/>
    <p:sldId id="489" r:id="rId26"/>
    <p:sldId id="490" r:id="rId27"/>
    <p:sldId id="491" r:id="rId28"/>
    <p:sldId id="493" r:id="rId29"/>
    <p:sldId id="492" r:id="rId30"/>
    <p:sldId id="503" r:id="rId31"/>
    <p:sldId id="494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2C28"/>
    <a:srgbClr val="252525"/>
    <a:srgbClr val="276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673" autoAdjust="0"/>
    <p:restoredTop sz="96713" autoAdjust="0"/>
  </p:normalViewPr>
  <p:slideViewPr>
    <p:cSldViewPr snapToGrid="0">
      <p:cViewPr varScale="1">
        <p:scale>
          <a:sx n="97" d="100"/>
          <a:sy n="97" d="100"/>
        </p:scale>
        <p:origin x="5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notesMaster" Target="notesMasters/notesMaster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A2DA4B-C7A0-429F-946E-7C70A0D6816F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29F99-9086-40B0-90E1-908829F4F5F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090" y="791570"/>
            <a:ext cx="7949821" cy="3297872"/>
          </a:xfrm>
        </p:spPr>
        <p:txBody>
          <a:bodyPr anchor="ctr">
            <a:normAutofit/>
          </a:bodyPr>
          <a:lstStyle>
            <a:lvl1pPr algn="ctr">
              <a:lnSpc>
                <a:spcPct val="85000"/>
              </a:lnSpc>
              <a:defRPr sz="48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6854" y="4199913"/>
            <a:ext cx="7970292" cy="1398708"/>
          </a:xfrm>
        </p:spPr>
        <p:txBody>
          <a:bodyPr lIns="91440" rIns="91440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95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2894" y="1121666"/>
            <a:ext cx="7964424" cy="5086142"/>
          </a:xfrm>
        </p:spPr>
        <p:txBody>
          <a:bodyPr>
            <a:normAutofit/>
          </a:bodyPr>
          <a:lstStyle>
            <a:lvl1pPr>
              <a:defRPr sz="2800"/>
            </a:lvl1pPr>
            <a:lvl2pPr marL="444500" indent="-263525">
              <a:buFont typeface="Wingdings" panose="05000000000000000000" pitchFamily="2" charset="2"/>
              <a:buChar char="§"/>
              <a:defRPr sz="2400"/>
            </a:lvl2pPr>
            <a:lvl3pPr marL="627380" indent="-269875">
              <a:buFont typeface="Wingdings" panose="05000000000000000000" pitchFamily="2" charset="2"/>
              <a:buChar char="§"/>
              <a:defRPr sz="2400"/>
            </a:lvl3pPr>
            <a:lvl4pPr marL="808355" indent="-269875">
              <a:buFont typeface="Wingdings" panose="05000000000000000000" pitchFamily="2" charset="2"/>
              <a:buChar char="§"/>
              <a:defRPr sz="2000"/>
            </a:lvl4pPr>
            <a:lvl5pPr marL="982980" indent="-262255">
              <a:buFont typeface="Wingdings" panose="05000000000000000000" pitchFamily="2" charset="2"/>
              <a:buChar char="§"/>
              <a:defRPr sz="20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flipV="1">
            <a:off x="582895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6854" y="758952"/>
            <a:ext cx="7970292" cy="3330494"/>
          </a:xfrm>
        </p:spPr>
        <p:txBody>
          <a:bodyPr anchor="ctr" anchorCtr="0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lang="en-US" sz="4800" kern="1200" spc="-5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6854" y="4212451"/>
            <a:ext cx="7970292" cy="1383678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0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86854" y="4091924"/>
            <a:ext cx="7970292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82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7313" y="1108368"/>
            <a:ext cx="3922704" cy="4977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7177" y="1108368"/>
            <a:ext cx="3876984" cy="4981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en-US"/>
              <a:t>2/28/2020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/>
            </a:lvl1pPr>
          </a:lstStyle>
          <a:p>
            <a:fld id="{6B9C1DFD-7A37-4EF0-B9EF-5509F1B78000}" type="slidenum">
              <a:rPr lang="en-US" smtClean="0"/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3200" y="286606"/>
            <a:ext cx="7936848" cy="7172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7313" y="1123676"/>
            <a:ext cx="392270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7313" y="1977309"/>
            <a:ext cx="392270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7177" y="1123676"/>
            <a:ext cx="3876984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7177" y="1977309"/>
            <a:ext cx="3876984" cy="4272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264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76001" y="1005839"/>
            <a:ext cx="7964423" cy="486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4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8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5" y="6459788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2/28/2020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8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3200" y="286605"/>
            <a:ext cx="7964423" cy="719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6000" y="1121666"/>
            <a:ext cx="7964424" cy="474742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3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414781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1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3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033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7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6001" y="286605"/>
            <a:ext cx="7964423" cy="71923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6000" y="1121666"/>
            <a:ext cx="7964424" cy="5093504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>
                  <a:lumMod val="75000"/>
                  <a:lumOff val="25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2" y="6459788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rgbClr val="FFFFFF"/>
                </a:solidFill>
              </a:defRPr>
            </a:lvl1pPr>
          </a:lstStyle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40" y="6459788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cap="all" baseline="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5" y="6459788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FFFFFF"/>
                </a:solidFill>
              </a:defRPr>
            </a:lvl1pPr>
          </a:lstStyle>
          <a:p>
            <a:fld id="{6B9C1DFD-7A37-4EF0-B9EF-5509F1B78000}" type="slidenum">
              <a:rPr lang="en-US" smtClean="0"/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2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8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44500" marR="0" indent="-26352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defRPr sz="24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627380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808355" marR="0" indent="-26987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82980" marR="0" indent="-262255" algn="l" defTabSz="914400" rtl="0" eaLnBrk="1" fontAlgn="auto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rgbClr val="3DA3ED"/>
        </a:buClr>
        <a:buSzTx/>
        <a:buFont typeface="Wingdings" panose="05000000000000000000" pitchFamily="2" charset="2"/>
        <a:buChar char="§"/>
        <a:defRPr sz="2000" kern="120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09982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29984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49987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699895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anose="020F0502020204030204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计算机网络</a:t>
            </a:r>
            <a:br>
              <a:rPr lang="en-US" altLang="zh-CN" dirty="0"/>
            </a:br>
            <a:br>
              <a:rPr lang="en-US" altLang="zh-CN" dirty="0"/>
            </a:br>
            <a:r>
              <a:rPr lang="zh-CN" altLang="en-US" sz="4400" dirty="0"/>
              <a:t>实验八 </a:t>
            </a:r>
            <a:r>
              <a:rPr lang="en-US" altLang="zh-CN" dirty="0"/>
              <a:t>IPv6</a:t>
            </a:r>
            <a:r>
              <a:rPr lang="zh-CN" altLang="en-US" dirty="0"/>
              <a:t>隧道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/>
              <a:t>计</a:t>
            </a:r>
            <a:r>
              <a:rPr lang="zh-CN" altLang="en-US" dirty="0"/>
              <a:t>算机与软件学院</a:t>
            </a:r>
            <a:endParaRPr lang="en-US" altLang="zh-CN" dirty="0"/>
          </a:p>
          <a:p>
            <a:pPr eaLnBrk="1" fontAlgn="auto" hangingPunct="1">
              <a:spcBef>
                <a:spcPts val="0"/>
              </a:spcBef>
              <a:defRPr/>
            </a:pPr>
            <a:r>
              <a:rPr lang="zh-CN" altLang="en-US" dirty="0"/>
              <a:t>深圳大学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实验八 </a:t>
            </a:r>
            <a:r>
              <a:rPr lang="en-US" altLang="zh-CN" dirty="0"/>
              <a:t>IPv6</a:t>
            </a:r>
            <a:r>
              <a:rPr lang="zh-CN" altLang="en-US" dirty="0"/>
              <a:t>隧道</a:t>
            </a:r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实验目的</a:t>
            </a:r>
            <a:endParaRPr lang="zh-CN" altLang="en-US" sz="2800" dirty="0"/>
          </a:p>
          <a:p>
            <a:pPr lvl="1"/>
            <a:r>
              <a:rPr lang="zh-CN" altLang="en-US" sz="2400" dirty="0"/>
              <a:t>学习安装与使用华为</a:t>
            </a:r>
            <a:r>
              <a:rPr lang="en-US" altLang="zh-CN" sz="2400" dirty="0" err="1"/>
              <a:t>eNSP</a:t>
            </a:r>
            <a:r>
              <a:rPr lang="zh-CN" altLang="en-US" sz="2400" dirty="0"/>
              <a:t>网络仿真软件</a:t>
            </a:r>
            <a:endParaRPr lang="en-US" altLang="zh-CN" sz="2400" dirty="0"/>
          </a:p>
          <a:p>
            <a:pPr lvl="1"/>
            <a:r>
              <a:rPr lang="zh-CN" altLang="en-US" sz="2400" dirty="0"/>
              <a:t>理解</a:t>
            </a:r>
            <a:r>
              <a:rPr lang="en-US" altLang="zh-CN" sz="2400" dirty="0"/>
              <a:t>IPv6 over IPv4</a:t>
            </a:r>
            <a:r>
              <a:rPr lang="zh-CN" altLang="en-US" sz="2400" dirty="0"/>
              <a:t>的原理</a:t>
            </a:r>
            <a:endParaRPr lang="en-US" altLang="zh-CN" sz="2400" dirty="0"/>
          </a:p>
          <a:p>
            <a:pPr lvl="1"/>
            <a:r>
              <a:rPr lang="zh-CN" altLang="en-US" sz="2400" dirty="0"/>
              <a:t>掌握</a:t>
            </a:r>
            <a:r>
              <a:rPr lang="en-US" altLang="zh-CN" sz="2400" dirty="0"/>
              <a:t>IPv6 over IPv4</a:t>
            </a:r>
            <a:r>
              <a:rPr lang="zh-CN" altLang="en-US" sz="2400" dirty="0"/>
              <a:t>手工隧道的配置方法</a:t>
            </a:r>
            <a:endParaRPr lang="en-US" altLang="zh-CN" sz="2400" dirty="0"/>
          </a:p>
          <a:p>
            <a:pPr lvl="1"/>
            <a:r>
              <a:rPr lang="zh-CN" altLang="en-US" sz="2400" dirty="0"/>
              <a:t>掌握</a:t>
            </a:r>
            <a:r>
              <a:rPr lang="en-US" altLang="zh-CN" sz="2400" dirty="0"/>
              <a:t>OSPF</a:t>
            </a:r>
            <a:r>
              <a:rPr lang="zh-CN" altLang="en-US" sz="2400" dirty="0"/>
              <a:t>路由的配置方法</a:t>
            </a:r>
            <a:endParaRPr lang="en-US" altLang="zh-CN" sz="2400" dirty="0"/>
          </a:p>
          <a:p>
            <a:pPr lvl="1"/>
            <a:r>
              <a:rPr lang="zh-CN" altLang="en-US" sz="2400" dirty="0"/>
              <a:t>掌握</a:t>
            </a:r>
            <a:r>
              <a:rPr lang="en-US" altLang="zh-CN" sz="2400" dirty="0"/>
              <a:t>IPv6</a:t>
            </a:r>
            <a:r>
              <a:rPr lang="zh-CN" altLang="en-US" sz="2400" dirty="0"/>
              <a:t>静态路由的配置方法</a:t>
            </a:r>
            <a:endParaRPr lang="zh-CN" altLang="en-US" sz="2400" dirty="0"/>
          </a:p>
          <a:p>
            <a:pPr eaLnBrk="1" hangingPunct="1">
              <a:lnSpc>
                <a:spcPct val="90000"/>
              </a:lnSpc>
            </a:pPr>
            <a:endParaRPr lang="en-US" altLang="zh-CN" sz="2800" dirty="0"/>
          </a:p>
          <a:p>
            <a:pPr eaLnBrk="1" hangingPunct="1">
              <a:lnSpc>
                <a:spcPct val="90000"/>
              </a:lnSpc>
            </a:pPr>
            <a:r>
              <a:rPr lang="zh-CN" altLang="en-US" sz="2800" dirty="0"/>
              <a:t>实验环境</a:t>
            </a:r>
            <a:endParaRPr lang="zh-CN" altLang="en-US" sz="2800" dirty="0"/>
          </a:p>
          <a:p>
            <a:pPr lvl="1"/>
            <a:r>
              <a:rPr lang="en-US" altLang="zh-CN" sz="2400" dirty="0"/>
              <a:t>Windows</a:t>
            </a:r>
            <a:r>
              <a:rPr lang="zh-CN" altLang="en-US" sz="2400" dirty="0"/>
              <a:t>系统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eNSP</a:t>
            </a:r>
            <a:r>
              <a:rPr lang="zh-CN" altLang="en-US" sz="2400" dirty="0"/>
              <a:t>网络仿真软件</a:t>
            </a:r>
            <a:endParaRPr lang="en-US" altLang="zh-CN" sz="24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F2DC-913F-4A16-9C18-8900B299D998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建立三路由拓扑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OSPF</a:t>
            </a:r>
            <a:r>
              <a:rPr lang="zh-CN" altLang="en-US" dirty="0"/>
              <a:t>路由配置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创建虚接口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创建</a:t>
            </a:r>
            <a:r>
              <a:rPr lang="en-US" altLang="zh-CN" dirty="0"/>
              <a:t>IPv6</a:t>
            </a:r>
            <a:r>
              <a:rPr lang="zh-CN" altLang="en-US" dirty="0"/>
              <a:t>虚接口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创建</a:t>
            </a:r>
            <a:r>
              <a:rPr lang="en-US" altLang="zh-CN" dirty="0"/>
              <a:t>IPv6 over IPv4</a:t>
            </a:r>
            <a:r>
              <a:rPr lang="zh-CN" altLang="en-US" dirty="0"/>
              <a:t>隧道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IPv6</a:t>
            </a:r>
            <a:r>
              <a:rPr lang="zh-CN" altLang="en-US" dirty="0"/>
              <a:t>静态路由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/>
              <a:t>实验任务要求</a:t>
            </a:r>
            <a:endParaRPr lang="en-US" dirty="0"/>
          </a:p>
        </p:txBody>
      </p:sp>
      <p:sp>
        <p:nvSpPr>
          <p:cNvPr id="15363" name="Content Placeholder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905" lvl="1" indent="-182880" eaLnBrk="1" hangingPunct="1"/>
            <a:r>
              <a:rPr lang="zh-CN" altLang="en-US" dirty="0"/>
              <a:t>请参考本讲义学习</a:t>
            </a:r>
            <a:r>
              <a:rPr lang="en-US" altLang="zh-CN" dirty="0" err="1"/>
              <a:t>eNSP</a:t>
            </a:r>
            <a:r>
              <a:rPr lang="zh-CN" altLang="en-US" dirty="0"/>
              <a:t>软件的使用方法</a:t>
            </a:r>
            <a:endParaRPr lang="en-US" altLang="zh-CN" dirty="0"/>
          </a:p>
          <a:p>
            <a:pPr marL="382905" lvl="1" indent="-182880"/>
            <a:r>
              <a:rPr lang="zh-CN" altLang="en-US" dirty="0"/>
              <a:t>理解</a:t>
            </a:r>
            <a:r>
              <a:rPr lang="en-US" altLang="zh-CN" dirty="0"/>
              <a:t>IPv6 over IPv4</a:t>
            </a:r>
            <a:r>
              <a:rPr lang="zh-CN" altLang="en-US" dirty="0"/>
              <a:t>的原理</a:t>
            </a:r>
            <a:endParaRPr lang="en-US" altLang="zh-CN" dirty="0"/>
          </a:p>
          <a:p>
            <a:pPr marL="382905" lvl="1" indent="-182880"/>
            <a:r>
              <a:rPr lang="zh-CN" altLang="en-US" dirty="0"/>
              <a:t>掌握</a:t>
            </a:r>
            <a:r>
              <a:rPr lang="en-US" altLang="zh-CN" dirty="0"/>
              <a:t>IPv6 over IPv4</a:t>
            </a:r>
            <a:r>
              <a:rPr lang="zh-CN" altLang="en-US" dirty="0"/>
              <a:t>手工隧道配置的方法</a:t>
            </a:r>
            <a:endParaRPr lang="en-US" altLang="zh-CN" dirty="0"/>
          </a:p>
          <a:p>
            <a:pPr marL="382905" lvl="1" indent="-182880"/>
            <a:r>
              <a:rPr lang="zh-CN" altLang="en-US" dirty="0"/>
              <a:t>掌握</a:t>
            </a:r>
            <a:r>
              <a:rPr lang="en-US" altLang="zh-CN" dirty="0"/>
              <a:t>OSPF</a:t>
            </a:r>
            <a:r>
              <a:rPr lang="zh-CN" altLang="en-US" dirty="0"/>
              <a:t>路由配置的方法</a:t>
            </a:r>
            <a:endParaRPr lang="en-US" altLang="zh-CN" dirty="0"/>
          </a:p>
          <a:p>
            <a:pPr marL="382905" lvl="1" indent="-182880"/>
            <a:r>
              <a:rPr lang="zh-CN" altLang="en-US" dirty="0"/>
              <a:t>掌握</a:t>
            </a:r>
            <a:r>
              <a:rPr lang="en-US" altLang="zh-CN" dirty="0"/>
              <a:t>IPv6</a:t>
            </a:r>
            <a:r>
              <a:rPr lang="zh-CN" altLang="en-US" dirty="0"/>
              <a:t>静态路由的配置方法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掌握用</a:t>
            </a:r>
            <a:r>
              <a:rPr lang="en-US" altLang="zh-CN" dirty="0" err="1"/>
              <a:t>eNSP</a:t>
            </a:r>
            <a:r>
              <a:rPr lang="zh-CN" altLang="en-US" dirty="0"/>
              <a:t>仿真小型网络的技能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依照步骤完成实验内容</a:t>
            </a:r>
            <a:r>
              <a:rPr lang="en-US" altLang="zh-CN" dirty="0"/>
              <a:t>1—6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对实验结果截图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撰写实验报告</a:t>
            </a:r>
            <a:endParaRPr lang="en-US" altLang="zh-CN" dirty="0"/>
          </a:p>
          <a:p>
            <a:pPr marL="382905" lvl="1" indent="-182880" eaLnBrk="1" hangingPunct="1"/>
            <a:endParaRPr lang="en-US" altLang="zh-CN" dirty="0"/>
          </a:p>
          <a:p>
            <a:pPr marL="382905" lvl="1" indent="-182880" eaLnBrk="1" hangingPunct="1"/>
            <a:endParaRPr lang="en-US" altLang="zh-CN" dirty="0"/>
          </a:p>
          <a:p>
            <a:pPr marL="382905" lvl="1" indent="-182880" eaLnBrk="1" hangingPunct="1"/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2/28/2020</a:t>
            </a:r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54D46A6-7336-4199-AC73-BAD4954AE5E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/>
              <a:t>实验报告撰写要求</a:t>
            </a:r>
            <a:endParaRPr lang="en-US" dirty="0"/>
          </a:p>
        </p:txBody>
      </p:sp>
      <p:sp>
        <p:nvSpPr>
          <p:cNvPr id="16387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82905" lvl="1" indent="-182880" eaLnBrk="1" hangingPunct="1"/>
            <a:r>
              <a:rPr lang="zh-CN" altLang="en-US" dirty="0"/>
              <a:t>使用教务处制作的实验报告模板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注意按进度填写实验时间和实验报告提交时间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填写模板中的每一部分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填写实验步骤时，做到条理清晰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注意截图清晰、美观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对于实验操作返回结果的解释为加分项，解释地越详细越好</a:t>
            </a:r>
            <a:endParaRPr lang="en-US" altLang="zh-CN" dirty="0"/>
          </a:p>
          <a:p>
            <a:pPr marL="382905" lvl="1" indent="-182880" eaLnBrk="1" hangingPunct="1"/>
            <a:r>
              <a:rPr lang="zh-CN" altLang="en-US" dirty="0"/>
              <a:t>禁止抄袭实验报告，抄袭的实验报告都记为</a:t>
            </a:r>
            <a:r>
              <a:rPr lang="en-US" altLang="zh-CN" dirty="0"/>
              <a:t>0</a:t>
            </a:r>
            <a:r>
              <a:rPr lang="zh-CN" altLang="en-US"/>
              <a:t>分</a:t>
            </a:r>
            <a:endParaRPr lang="en-US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2/28/2020</a:t>
            </a: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计算机网络实验</a:t>
            </a:r>
            <a:endParaRPr lang="en-US" alt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D2EED56-5130-434B-A1B8-8BD1EA48AA1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实验准备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IPv6 over IPv4</a:t>
            </a:r>
            <a:r>
              <a:rPr lang="zh-CN" altLang="en-US" dirty="0"/>
              <a:t>隧道技术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IPv6 over IPv4</a:t>
            </a:r>
            <a:r>
              <a:rPr lang="zh-CN" altLang="en-US" dirty="0"/>
              <a:t>手动隧道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实验介绍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 err="1"/>
              <a:t>eNSP</a:t>
            </a:r>
            <a:r>
              <a:rPr lang="zh-CN" altLang="en-US" dirty="0"/>
              <a:t>介绍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关于</a:t>
            </a:r>
            <a:r>
              <a:rPr lang="en-US" altLang="zh-CN" dirty="0" err="1"/>
              <a:t>eNSP</a:t>
            </a:r>
            <a:r>
              <a:rPr lang="zh-CN" altLang="en-US" dirty="0"/>
              <a:t>的使用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IPv6 </a:t>
            </a:r>
            <a:r>
              <a:rPr lang="en-US" altLang="zh-CN" dirty="0"/>
              <a:t>over IPv4 </a:t>
            </a:r>
            <a:r>
              <a:rPr lang="zh-CN" altLang="en-US" dirty="0"/>
              <a:t>隧道技术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/>
              <a:t>IPv6</a:t>
            </a:r>
            <a:r>
              <a:rPr lang="zh-CN" altLang="en-US" dirty="0"/>
              <a:t>逐步过渡中，两个</a:t>
            </a:r>
            <a:r>
              <a:rPr lang="en-US" altLang="zh-CN" dirty="0"/>
              <a:t>IPv6</a:t>
            </a:r>
            <a:r>
              <a:rPr lang="zh-CN" altLang="en-US" dirty="0"/>
              <a:t>网络之间只有</a:t>
            </a:r>
            <a:r>
              <a:rPr lang="en-US" altLang="zh-CN" dirty="0"/>
              <a:t>IPv4</a:t>
            </a:r>
            <a:r>
              <a:rPr lang="zh-CN" altLang="en-US" dirty="0"/>
              <a:t>网络，两个</a:t>
            </a:r>
            <a:r>
              <a:rPr lang="en-US" altLang="zh-CN" dirty="0"/>
              <a:t>IPv6</a:t>
            </a:r>
            <a:r>
              <a:rPr lang="zh-CN" altLang="en-US" dirty="0"/>
              <a:t>网络能否利用已有的</a:t>
            </a:r>
            <a:r>
              <a:rPr lang="en-US" altLang="zh-CN" dirty="0"/>
              <a:t>IPv4</a:t>
            </a:r>
            <a:r>
              <a:rPr lang="zh-CN" altLang="en-US" dirty="0"/>
              <a:t>网络实现互联呢？</a:t>
            </a:r>
            <a:endParaRPr lang="en-US" altLang="zh-C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FDD4-00E6-4B6F-929E-BBCA7D2ADDE1}" type="slidenum">
              <a:rPr lang="en-US" smtClean="0"/>
            </a:fld>
            <a:endParaRPr lang="en-US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893842" y="3202712"/>
            <a:ext cx="55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IPv6</a:t>
            </a:r>
            <a:endParaRPr lang="en-US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686218" y="3202712"/>
            <a:ext cx="55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aunPenh" panose="020B0604020202020204" pitchFamily="2" charset="0"/>
              </a:rPr>
              <a:t>IPv6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DaunPenh" panose="020B0604020202020204" pitchFamily="2" charset="0"/>
            </a:endParaRPr>
          </a:p>
        </p:txBody>
      </p:sp>
      <p:sp>
        <p:nvSpPr>
          <p:cNvPr id="13" name="Freeform 162"/>
          <p:cNvSpPr>
            <a:spLocks noEditPoints="1"/>
          </p:cNvSpPr>
          <p:nvPr/>
        </p:nvSpPr>
        <p:spPr bwMode="auto">
          <a:xfrm>
            <a:off x="1239044" y="2812972"/>
            <a:ext cx="1532648" cy="1106808"/>
          </a:xfrm>
          <a:custGeom>
            <a:avLst/>
            <a:gdLst>
              <a:gd name="T0" fmla="*/ 2147483646 w 14525"/>
              <a:gd name="T1" fmla="*/ 2147483646 h 12941"/>
              <a:gd name="T2" fmla="*/ 2147483646 w 14525"/>
              <a:gd name="T3" fmla="*/ 2147483646 h 12941"/>
              <a:gd name="T4" fmla="*/ 2147483646 w 14525"/>
              <a:gd name="T5" fmla="*/ 2147483646 h 12941"/>
              <a:gd name="T6" fmla="*/ 2147483646 w 14525"/>
              <a:gd name="T7" fmla="*/ 2147483646 h 12941"/>
              <a:gd name="T8" fmla="*/ 2147483646 w 14525"/>
              <a:gd name="T9" fmla="*/ 2147483646 h 12941"/>
              <a:gd name="T10" fmla="*/ 2147483646 w 14525"/>
              <a:gd name="T11" fmla="*/ 2147483646 h 12941"/>
              <a:gd name="T12" fmla="*/ 2147483646 w 14525"/>
              <a:gd name="T13" fmla="*/ 2147483646 h 12941"/>
              <a:gd name="T14" fmla="*/ 2147483646 w 14525"/>
              <a:gd name="T15" fmla="*/ 2147483646 h 12941"/>
              <a:gd name="T16" fmla="*/ 2147483646 w 14525"/>
              <a:gd name="T17" fmla="*/ 2147483646 h 12941"/>
              <a:gd name="T18" fmla="*/ 2147483646 w 14525"/>
              <a:gd name="T19" fmla="*/ 2147483646 h 12941"/>
              <a:gd name="T20" fmla="*/ 2147483646 w 14525"/>
              <a:gd name="T21" fmla="*/ 2147483646 h 12941"/>
              <a:gd name="T22" fmla="*/ 2147483646 w 14525"/>
              <a:gd name="T23" fmla="*/ 2147483646 h 12941"/>
              <a:gd name="T24" fmla="*/ 2147483646 w 14525"/>
              <a:gd name="T25" fmla="*/ 2147483646 h 12941"/>
              <a:gd name="T26" fmla="*/ 2147483646 w 14525"/>
              <a:gd name="T27" fmla="*/ 2147483646 h 12941"/>
              <a:gd name="T28" fmla="*/ 2147483646 w 14525"/>
              <a:gd name="T29" fmla="*/ 2147483646 h 12941"/>
              <a:gd name="T30" fmla="*/ 2147483646 w 14525"/>
              <a:gd name="T31" fmla="*/ 2147483646 h 12941"/>
              <a:gd name="T32" fmla="*/ 2147483646 w 14525"/>
              <a:gd name="T33" fmla="*/ 2147483646 h 12941"/>
              <a:gd name="T34" fmla="*/ 2147483646 w 14525"/>
              <a:gd name="T35" fmla="*/ 2147483646 h 12941"/>
              <a:gd name="T36" fmla="*/ 2147483646 w 14525"/>
              <a:gd name="T37" fmla="*/ 2147483646 h 12941"/>
              <a:gd name="T38" fmla="*/ 2147483646 w 14525"/>
              <a:gd name="T39" fmla="*/ 2147483646 h 12941"/>
              <a:gd name="T40" fmla="*/ 2147483646 w 14525"/>
              <a:gd name="T41" fmla="*/ 2147483646 h 12941"/>
              <a:gd name="T42" fmla="*/ 2147483646 w 14525"/>
              <a:gd name="T43" fmla="*/ 2147483646 h 12941"/>
              <a:gd name="T44" fmla="*/ 2147483646 w 14525"/>
              <a:gd name="T45" fmla="*/ 2147483646 h 12941"/>
              <a:gd name="T46" fmla="*/ 2147483646 w 14525"/>
              <a:gd name="T47" fmla="*/ 2147483646 h 12941"/>
              <a:gd name="T48" fmla="*/ 2147483646 w 14525"/>
              <a:gd name="T49" fmla="*/ 2147483646 h 12941"/>
              <a:gd name="T50" fmla="*/ 2147483646 w 14525"/>
              <a:gd name="T51" fmla="*/ 2147483646 h 12941"/>
              <a:gd name="T52" fmla="*/ 2147483646 w 14525"/>
              <a:gd name="T53" fmla="*/ 2147483646 h 12941"/>
              <a:gd name="T54" fmla="*/ 2147483646 w 14525"/>
              <a:gd name="T55" fmla="*/ 2147483646 h 12941"/>
              <a:gd name="T56" fmla="*/ 2147483646 w 14525"/>
              <a:gd name="T57" fmla="*/ 2147483646 h 12941"/>
              <a:gd name="T58" fmla="*/ 2147483646 w 14525"/>
              <a:gd name="T59" fmla="*/ 2147483646 h 12941"/>
              <a:gd name="T60" fmla="*/ 2147483646 w 14525"/>
              <a:gd name="T61" fmla="*/ 2147483646 h 12941"/>
              <a:gd name="T62" fmla="*/ 2147483646 w 14525"/>
              <a:gd name="T63" fmla="*/ 2147483646 h 12941"/>
              <a:gd name="T64" fmla="*/ 2147483646 w 14525"/>
              <a:gd name="T65" fmla="*/ 2147483646 h 12941"/>
              <a:gd name="T66" fmla="*/ 2147483646 w 14525"/>
              <a:gd name="T67" fmla="*/ 2147483646 h 12941"/>
              <a:gd name="T68" fmla="*/ 2147483646 w 14525"/>
              <a:gd name="T69" fmla="*/ 2147483646 h 12941"/>
              <a:gd name="T70" fmla="*/ 2147483646 w 14525"/>
              <a:gd name="T71" fmla="*/ 2147483646 h 12941"/>
              <a:gd name="T72" fmla="*/ 2147483646 w 14525"/>
              <a:gd name="T73" fmla="*/ 2147483646 h 12941"/>
              <a:gd name="T74" fmla="*/ 2147483646 w 14525"/>
              <a:gd name="T75" fmla="*/ 2147483646 h 12941"/>
              <a:gd name="T76" fmla="*/ 2147483646 w 14525"/>
              <a:gd name="T77" fmla="*/ 2147483646 h 12941"/>
              <a:gd name="T78" fmla="*/ 2147483646 w 14525"/>
              <a:gd name="T79" fmla="*/ 2147483646 h 12941"/>
              <a:gd name="T80" fmla="*/ 2147483646 w 14525"/>
              <a:gd name="T81" fmla="*/ 2147483646 h 12941"/>
              <a:gd name="T82" fmla="*/ 2147483646 w 14525"/>
              <a:gd name="T83" fmla="*/ 2147483646 h 12941"/>
              <a:gd name="T84" fmla="*/ 2147483646 w 14525"/>
              <a:gd name="T85" fmla="*/ 2147483646 h 12941"/>
              <a:gd name="T86" fmla="*/ 2147483646 w 14525"/>
              <a:gd name="T87" fmla="*/ 2147483646 h 12941"/>
              <a:gd name="T88" fmla="*/ 2147483646 w 14525"/>
              <a:gd name="T89" fmla="*/ 2147483646 h 12941"/>
              <a:gd name="T90" fmla="*/ 2147483646 w 14525"/>
              <a:gd name="T91" fmla="*/ 2147483646 h 12941"/>
              <a:gd name="T92" fmla="*/ 2147483646 w 14525"/>
              <a:gd name="T93" fmla="*/ 2147483646 h 12941"/>
              <a:gd name="T94" fmla="*/ 2147483646 w 14525"/>
              <a:gd name="T95" fmla="*/ 2147483646 h 12941"/>
              <a:gd name="T96" fmla="*/ 2147483646 w 14525"/>
              <a:gd name="T97" fmla="*/ 2147483646 h 12941"/>
              <a:gd name="T98" fmla="*/ 2147483646 w 14525"/>
              <a:gd name="T99" fmla="*/ 2147483646 h 12941"/>
              <a:gd name="T100" fmla="*/ 2147483646 w 14525"/>
              <a:gd name="T101" fmla="*/ 2147483646 h 12941"/>
              <a:gd name="T102" fmla="*/ 2147483646 w 14525"/>
              <a:gd name="T103" fmla="*/ 2147483646 h 12941"/>
              <a:gd name="T104" fmla="*/ 2147483646 w 14525"/>
              <a:gd name="T105" fmla="*/ 2147483646 h 12941"/>
              <a:gd name="T106" fmla="*/ 2147483646 w 14525"/>
              <a:gd name="T107" fmla="*/ 2147483646 h 12941"/>
              <a:gd name="T108" fmla="*/ 2147483646 w 14525"/>
              <a:gd name="T109" fmla="*/ 2147483646 h 1294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525"/>
              <a:gd name="T166" fmla="*/ 0 h 12941"/>
              <a:gd name="T167" fmla="*/ 14525 w 14525"/>
              <a:gd name="T168" fmla="*/ 12941 h 1294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525" h="12941">
                <a:moveTo>
                  <a:pt x="11373" y="2413"/>
                </a:moveTo>
                <a:lnTo>
                  <a:pt x="11390" y="2419"/>
                </a:lnTo>
                <a:lnTo>
                  <a:pt x="11438" y="2434"/>
                </a:lnTo>
                <a:lnTo>
                  <a:pt x="11515" y="2460"/>
                </a:lnTo>
                <a:lnTo>
                  <a:pt x="11617" y="2495"/>
                </a:lnTo>
                <a:lnTo>
                  <a:pt x="11743" y="2542"/>
                </a:lnTo>
                <a:lnTo>
                  <a:pt x="11887" y="2598"/>
                </a:lnTo>
                <a:lnTo>
                  <a:pt x="12049" y="2666"/>
                </a:lnTo>
                <a:lnTo>
                  <a:pt x="12224" y="2743"/>
                </a:lnTo>
                <a:lnTo>
                  <a:pt x="12411" y="2830"/>
                </a:lnTo>
                <a:lnTo>
                  <a:pt x="12605" y="2927"/>
                </a:lnTo>
                <a:lnTo>
                  <a:pt x="12805" y="3035"/>
                </a:lnTo>
                <a:lnTo>
                  <a:pt x="13006" y="3153"/>
                </a:lnTo>
                <a:lnTo>
                  <a:pt x="13207" y="3282"/>
                </a:lnTo>
                <a:lnTo>
                  <a:pt x="13405" y="3421"/>
                </a:lnTo>
                <a:lnTo>
                  <a:pt x="13595" y="3569"/>
                </a:lnTo>
                <a:lnTo>
                  <a:pt x="13775" y="3728"/>
                </a:lnTo>
                <a:lnTo>
                  <a:pt x="13943" y="3898"/>
                </a:lnTo>
                <a:lnTo>
                  <a:pt x="14096" y="4078"/>
                </a:lnTo>
                <a:lnTo>
                  <a:pt x="14231" y="4268"/>
                </a:lnTo>
                <a:lnTo>
                  <a:pt x="14343" y="4469"/>
                </a:lnTo>
                <a:lnTo>
                  <a:pt x="14432" y="4680"/>
                </a:lnTo>
                <a:lnTo>
                  <a:pt x="14494" y="4900"/>
                </a:lnTo>
                <a:lnTo>
                  <a:pt x="14525" y="5131"/>
                </a:lnTo>
                <a:lnTo>
                  <a:pt x="14523" y="5372"/>
                </a:lnTo>
                <a:lnTo>
                  <a:pt x="14484" y="5625"/>
                </a:lnTo>
                <a:lnTo>
                  <a:pt x="14407" y="5886"/>
                </a:lnTo>
                <a:lnTo>
                  <a:pt x="14289" y="6158"/>
                </a:lnTo>
                <a:lnTo>
                  <a:pt x="14125" y="6441"/>
                </a:lnTo>
                <a:lnTo>
                  <a:pt x="13913" y="6734"/>
                </a:lnTo>
                <a:lnTo>
                  <a:pt x="13651" y="7037"/>
                </a:lnTo>
                <a:lnTo>
                  <a:pt x="13335" y="7351"/>
                </a:lnTo>
                <a:lnTo>
                  <a:pt x="12962" y="7674"/>
                </a:lnTo>
                <a:lnTo>
                  <a:pt x="12965" y="7690"/>
                </a:lnTo>
                <a:lnTo>
                  <a:pt x="12973" y="7737"/>
                </a:lnTo>
                <a:lnTo>
                  <a:pt x="12982" y="7812"/>
                </a:lnTo>
                <a:lnTo>
                  <a:pt x="12994" y="7913"/>
                </a:lnTo>
                <a:lnTo>
                  <a:pt x="13007" y="8037"/>
                </a:lnTo>
                <a:lnTo>
                  <a:pt x="13018" y="8182"/>
                </a:lnTo>
                <a:lnTo>
                  <a:pt x="13027" y="8346"/>
                </a:lnTo>
                <a:lnTo>
                  <a:pt x="13032" y="8526"/>
                </a:lnTo>
                <a:lnTo>
                  <a:pt x="13032" y="8721"/>
                </a:lnTo>
                <a:lnTo>
                  <a:pt x="13026" y="8927"/>
                </a:lnTo>
                <a:lnTo>
                  <a:pt x="13011" y="9142"/>
                </a:lnTo>
                <a:lnTo>
                  <a:pt x="12987" y="9365"/>
                </a:lnTo>
                <a:lnTo>
                  <a:pt x="12953" y="9592"/>
                </a:lnTo>
                <a:lnTo>
                  <a:pt x="12907" y="9820"/>
                </a:lnTo>
                <a:lnTo>
                  <a:pt x="12847" y="10049"/>
                </a:lnTo>
                <a:lnTo>
                  <a:pt x="12773" y="10275"/>
                </a:lnTo>
                <a:lnTo>
                  <a:pt x="12682" y="10497"/>
                </a:lnTo>
                <a:lnTo>
                  <a:pt x="12574" y="10711"/>
                </a:lnTo>
                <a:lnTo>
                  <a:pt x="12447" y="10915"/>
                </a:lnTo>
                <a:lnTo>
                  <a:pt x="12300" y="11107"/>
                </a:lnTo>
                <a:lnTo>
                  <a:pt x="12131" y="11285"/>
                </a:lnTo>
                <a:lnTo>
                  <a:pt x="11940" y="11446"/>
                </a:lnTo>
                <a:lnTo>
                  <a:pt x="11723" y="11587"/>
                </a:lnTo>
                <a:lnTo>
                  <a:pt x="11481" y="11708"/>
                </a:lnTo>
                <a:lnTo>
                  <a:pt x="11212" y="11804"/>
                </a:lnTo>
                <a:lnTo>
                  <a:pt x="10914" y="11875"/>
                </a:lnTo>
                <a:lnTo>
                  <a:pt x="10587" y="11916"/>
                </a:lnTo>
                <a:lnTo>
                  <a:pt x="10228" y="11927"/>
                </a:lnTo>
                <a:lnTo>
                  <a:pt x="9837" y="11904"/>
                </a:lnTo>
                <a:lnTo>
                  <a:pt x="9412" y="11845"/>
                </a:lnTo>
                <a:lnTo>
                  <a:pt x="8951" y="11748"/>
                </a:lnTo>
                <a:lnTo>
                  <a:pt x="8454" y="11611"/>
                </a:lnTo>
                <a:lnTo>
                  <a:pt x="8442" y="11622"/>
                </a:lnTo>
                <a:lnTo>
                  <a:pt x="8408" y="11654"/>
                </a:lnTo>
                <a:lnTo>
                  <a:pt x="8352" y="11701"/>
                </a:lnTo>
                <a:lnTo>
                  <a:pt x="8276" y="11766"/>
                </a:lnTo>
                <a:lnTo>
                  <a:pt x="8182" y="11843"/>
                </a:lnTo>
                <a:lnTo>
                  <a:pt x="8069" y="11930"/>
                </a:lnTo>
                <a:lnTo>
                  <a:pt x="7940" y="12025"/>
                </a:lnTo>
                <a:lnTo>
                  <a:pt x="7796" y="12127"/>
                </a:lnTo>
                <a:lnTo>
                  <a:pt x="7638" y="12232"/>
                </a:lnTo>
                <a:lnTo>
                  <a:pt x="7466" y="12338"/>
                </a:lnTo>
                <a:lnTo>
                  <a:pt x="7284" y="12442"/>
                </a:lnTo>
                <a:lnTo>
                  <a:pt x="7092" y="12543"/>
                </a:lnTo>
                <a:lnTo>
                  <a:pt x="6889" y="12637"/>
                </a:lnTo>
                <a:lnTo>
                  <a:pt x="6680" y="12723"/>
                </a:lnTo>
                <a:lnTo>
                  <a:pt x="6463" y="12798"/>
                </a:lnTo>
                <a:lnTo>
                  <a:pt x="6241" y="12860"/>
                </a:lnTo>
                <a:lnTo>
                  <a:pt x="6015" y="12906"/>
                </a:lnTo>
                <a:lnTo>
                  <a:pt x="5786" y="12934"/>
                </a:lnTo>
                <a:lnTo>
                  <a:pt x="5554" y="12941"/>
                </a:lnTo>
                <a:lnTo>
                  <a:pt x="5323" y="12926"/>
                </a:lnTo>
                <a:lnTo>
                  <a:pt x="5092" y="12885"/>
                </a:lnTo>
                <a:lnTo>
                  <a:pt x="4863" y="12817"/>
                </a:lnTo>
                <a:lnTo>
                  <a:pt x="4638" y="12719"/>
                </a:lnTo>
                <a:lnTo>
                  <a:pt x="4415" y="12588"/>
                </a:lnTo>
                <a:lnTo>
                  <a:pt x="4199" y="12423"/>
                </a:lnTo>
                <a:lnTo>
                  <a:pt x="3991" y="12220"/>
                </a:lnTo>
                <a:lnTo>
                  <a:pt x="3789" y="11978"/>
                </a:lnTo>
                <a:lnTo>
                  <a:pt x="3597" y="11693"/>
                </a:lnTo>
                <a:lnTo>
                  <a:pt x="3417" y="11365"/>
                </a:lnTo>
                <a:lnTo>
                  <a:pt x="3246" y="10990"/>
                </a:lnTo>
                <a:lnTo>
                  <a:pt x="3090" y="10565"/>
                </a:lnTo>
                <a:lnTo>
                  <a:pt x="2948" y="10089"/>
                </a:lnTo>
                <a:lnTo>
                  <a:pt x="2931" y="10085"/>
                </a:lnTo>
                <a:lnTo>
                  <a:pt x="2884" y="10075"/>
                </a:lnTo>
                <a:lnTo>
                  <a:pt x="2810" y="10055"/>
                </a:lnTo>
                <a:lnTo>
                  <a:pt x="2712" y="10028"/>
                </a:lnTo>
                <a:lnTo>
                  <a:pt x="2590" y="9993"/>
                </a:lnTo>
                <a:lnTo>
                  <a:pt x="2451" y="9948"/>
                </a:lnTo>
                <a:lnTo>
                  <a:pt x="2296" y="9895"/>
                </a:lnTo>
                <a:lnTo>
                  <a:pt x="2127" y="9832"/>
                </a:lnTo>
                <a:lnTo>
                  <a:pt x="1949" y="9759"/>
                </a:lnTo>
                <a:lnTo>
                  <a:pt x="1763" y="9676"/>
                </a:lnTo>
                <a:lnTo>
                  <a:pt x="1572" y="9583"/>
                </a:lnTo>
                <a:lnTo>
                  <a:pt x="1381" y="9479"/>
                </a:lnTo>
                <a:lnTo>
                  <a:pt x="1190" y="9363"/>
                </a:lnTo>
                <a:lnTo>
                  <a:pt x="1004" y="9237"/>
                </a:lnTo>
                <a:lnTo>
                  <a:pt x="826" y="9099"/>
                </a:lnTo>
                <a:lnTo>
                  <a:pt x="656" y="8948"/>
                </a:lnTo>
                <a:lnTo>
                  <a:pt x="501" y="8785"/>
                </a:lnTo>
                <a:lnTo>
                  <a:pt x="360" y="8609"/>
                </a:lnTo>
                <a:lnTo>
                  <a:pt x="239" y="8420"/>
                </a:lnTo>
                <a:lnTo>
                  <a:pt x="139" y="8219"/>
                </a:lnTo>
                <a:lnTo>
                  <a:pt x="65" y="8003"/>
                </a:lnTo>
                <a:lnTo>
                  <a:pt x="17" y="7773"/>
                </a:lnTo>
                <a:lnTo>
                  <a:pt x="0" y="7528"/>
                </a:lnTo>
                <a:lnTo>
                  <a:pt x="17" y="7270"/>
                </a:lnTo>
                <a:lnTo>
                  <a:pt x="69" y="6996"/>
                </a:lnTo>
                <a:lnTo>
                  <a:pt x="160" y="6707"/>
                </a:lnTo>
                <a:lnTo>
                  <a:pt x="294" y="6401"/>
                </a:lnTo>
                <a:lnTo>
                  <a:pt x="472" y="6081"/>
                </a:lnTo>
                <a:lnTo>
                  <a:pt x="698" y="5743"/>
                </a:lnTo>
                <a:lnTo>
                  <a:pt x="974" y="5390"/>
                </a:lnTo>
                <a:lnTo>
                  <a:pt x="1304" y="5018"/>
                </a:lnTo>
                <a:lnTo>
                  <a:pt x="1691" y="4631"/>
                </a:lnTo>
                <a:lnTo>
                  <a:pt x="1688" y="4619"/>
                </a:lnTo>
                <a:lnTo>
                  <a:pt x="1680" y="4588"/>
                </a:lnTo>
                <a:lnTo>
                  <a:pt x="1669" y="4537"/>
                </a:lnTo>
                <a:lnTo>
                  <a:pt x="1655" y="4469"/>
                </a:lnTo>
                <a:lnTo>
                  <a:pt x="1639" y="4384"/>
                </a:lnTo>
                <a:lnTo>
                  <a:pt x="1625" y="4284"/>
                </a:lnTo>
                <a:lnTo>
                  <a:pt x="1611" y="4171"/>
                </a:lnTo>
                <a:lnTo>
                  <a:pt x="1600" y="4045"/>
                </a:lnTo>
                <a:lnTo>
                  <a:pt x="1594" y="3909"/>
                </a:lnTo>
                <a:lnTo>
                  <a:pt x="1593" y="3763"/>
                </a:lnTo>
                <a:lnTo>
                  <a:pt x="1598" y="3611"/>
                </a:lnTo>
                <a:lnTo>
                  <a:pt x="1611" y="3451"/>
                </a:lnTo>
                <a:lnTo>
                  <a:pt x="1633" y="3287"/>
                </a:lnTo>
                <a:lnTo>
                  <a:pt x="1666" y="3119"/>
                </a:lnTo>
                <a:lnTo>
                  <a:pt x="1711" y="2948"/>
                </a:lnTo>
                <a:lnTo>
                  <a:pt x="1769" y="2778"/>
                </a:lnTo>
                <a:lnTo>
                  <a:pt x="1842" y="2608"/>
                </a:lnTo>
                <a:lnTo>
                  <a:pt x="1930" y="2440"/>
                </a:lnTo>
                <a:lnTo>
                  <a:pt x="2035" y="2276"/>
                </a:lnTo>
                <a:lnTo>
                  <a:pt x="2159" y="2116"/>
                </a:lnTo>
                <a:lnTo>
                  <a:pt x="2301" y="1965"/>
                </a:lnTo>
                <a:lnTo>
                  <a:pt x="2465" y="1819"/>
                </a:lnTo>
                <a:lnTo>
                  <a:pt x="2651" y="1684"/>
                </a:lnTo>
                <a:lnTo>
                  <a:pt x="2860" y="1560"/>
                </a:lnTo>
                <a:lnTo>
                  <a:pt x="3094" y="1447"/>
                </a:lnTo>
                <a:lnTo>
                  <a:pt x="3354" y="1349"/>
                </a:lnTo>
                <a:lnTo>
                  <a:pt x="3642" y="1266"/>
                </a:lnTo>
                <a:lnTo>
                  <a:pt x="3958" y="1198"/>
                </a:lnTo>
                <a:lnTo>
                  <a:pt x="4304" y="1149"/>
                </a:lnTo>
                <a:lnTo>
                  <a:pt x="4681" y="1119"/>
                </a:lnTo>
                <a:lnTo>
                  <a:pt x="5091" y="1110"/>
                </a:lnTo>
                <a:lnTo>
                  <a:pt x="5535" y="1123"/>
                </a:lnTo>
                <a:lnTo>
                  <a:pt x="5777" y="995"/>
                </a:lnTo>
                <a:lnTo>
                  <a:pt x="6017" y="871"/>
                </a:lnTo>
                <a:lnTo>
                  <a:pt x="6253" y="754"/>
                </a:lnTo>
                <a:lnTo>
                  <a:pt x="6485" y="642"/>
                </a:lnTo>
                <a:lnTo>
                  <a:pt x="6714" y="538"/>
                </a:lnTo>
                <a:lnTo>
                  <a:pt x="6939" y="440"/>
                </a:lnTo>
                <a:lnTo>
                  <a:pt x="7161" y="352"/>
                </a:lnTo>
                <a:lnTo>
                  <a:pt x="7379" y="271"/>
                </a:lnTo>
                <a:lnTo>
                  <a:pt x="7593" y="200"/>
                </a:lnTo>
                <a:lnTo>
                  <a:pt x="7803" y="139"/>
                </a:lnTo>
                <a:lnTo>
                  <a:pt x="8009" y="88"/>
                </a:lnTo>
                <a:lnTo>
                  <a:pt x="8212" y="47"/>
                </a:lnTo>
                <a:lnTo>
                  <a:pt x="8411" y="19"/>
                </a:lnTo>
                <a:lnTo>
                  <a:pt x="8605" y="3"/>
                </a:lnTo>
                <a:lnTo>
                  <a:pt x="8796" y="0"/>
                </a:lnTo>
                <a:lnTo>
                  <a:pt x="8982" y="9"/>
                </a:lnTo>
                <a:lnTo>
                  <a:pt x="9165" y="32"/>
                </a:lnTo>
                <a:lnTo>
                  <a:pt x="9343" y="69"/>
                </a:lnTo>
                <a:lnTo>
                  <a:pt x="9517" y="121"/>
                </a:lnTo>
                <a:lnTo>
                  <a:pt x="9687" y="190"/>
                </a:lnTo>
                <a:lnTo>
                  <a:pt x="9852" y="273"/>
                </a:lnTo>
                <a:lnTo>
                  <a:pt x="10013" y="374"/>
                </a:lnTo>
                <a:lnTo>
                  <a:pt x="10170" y="491"/>
                </a:lnTo>
                <a:lnTo>
                  <a:pt x="10322" y="626"/>
                </a:lnTo>
                <a:lnTo>
                  <a:pt x="10470" y="780"/>
                </a:lnTo>
                <a:lnTo>
                  <a:pt x="10613" y="952"/>
                </a:lnTo>
                <a:lnTo>
                  <a:pt x="10751" y="1144"/>
                </a:lnTo>
                <a:lnTo>
                  <a:pt x="10885" y="1355"/>
                </a:lnTo>
                <a:lnTo>
                  <a:pt x="11014" y="1588"/>
                </a:lnTo>
                <a:lnTo>
                  <a:pt x="11138" y="1841"/>
                </a:lnTo>
                <a:lnTo>
                  <a:pt x="11259" y="2116"/>
                </a:lnTo>
                <a:lnTo>
                  <a:pt x="11373" y="2413"/>
                </a:lnTo>
                <a:close/>
                <a:moveTo>
                  <a:pt x="10582" y="2503"/>
                </a:moveTo>
                <a:lnTo>
                  <a:pt x="10597" y="2507"/>
                </a:lnTo>
                <a:lnTo>
                  <a:pt x="10641" y="2521"/>
                </a:lnTo>
                <a:lnTo>
                  <a:pt x="10711" y="2544"/>
                </a:lnTo>
                <a:lnTo>
                  <a:pt x="10803" y="2576"/>
                </a:lnTo>
                <a:lnTo>
                  <a:pt x="10916" y="2619"/>
                </a:lnTo>
                <a:lnTo>
                  <a:pt x="11047" y="2670"/>
                </a:lnTo>
                <a:lnTo>
                  <a:pt x="11192" y="2730"/>
                </a:lnTo>
                <a:lnTo>
                  <a:pt x="11351" y="2800"/>
                </a:lnTo>
                <a:lnTo>
                  <a:pt x="11520" y="2879"/>
                </a:lnTo>
                <a:lnTo>
                  <a:pt x="11696" y="2967"/>
                </a:lnTo>
                <a:lnTo>
                  <a:pt x="11876" y="3065"/>
                </a:lnTo>
                <a:lnTo>
                  <a:pt x="12058" y="3171"/>
                </a:lnTo>
                <a:lnTo>
                  <a:pt x="12240" y="3288"/>
                </a:lnTo>
                <a:lnTo>
                  <a:pt x="12418" y="3412"/>
                </a:lnTo>
                <a:lnTo>
                  <a:pt x="12591" y="3547"/>
                </a:lnTo>
                <a:lnTo>
                  <a:pt x="12754" y="3691"/>
                </a:lnTo>
                <a:lnTo>
                  <a:pt x="12905" y="3844"/>
                </a:lnTo>
                <a:lnTo>
                  <a:pt x="13043" y="4008"/>
                </a:lnTo>
                <a:lnTo>
                  <a:pt x="13165" y="4179"/>
                </a:lnTo>
                <a:lnTo>
                  <a:pt x="13268" y="4361"/>
                </a:lnTo>
                <a:lnTo>
                  <a:pt x="13347" y="4551"/>
                </a:lnTo>
                <a:lnTo>
                  <a:pt x="13402" y="4750"/>
                </a:lnTo>
                <a:lnTo>
                  <a:pt x="13430" y="4959"/>
                </a:lnTo>
                <a:lnTo>
                  <a:pt x="13429" y="5178"/>
                </a:lnTo>
                <a:lnTo>
                  <a:pt x="13394" y="5405"/>
                </a:lnTo>
                <a:lnTo>
                  <a:pt x="13325" y="5642"/>
                </a:lnTo>
                <a:lnTo>
                  <a:pt x="13218" y="5888"/>
                </a:lnTo>
                <a:lnTo>
                  <a:pt x="13069" y="6144"/>
                </a:lnTo>
                <a:lnTo>
                  <a:pt x="12878" y="6409"/>
                </a:lnTo>
                <a:lnTo>
                  <a:pt x="12640" y="6683"/>
                </a:lnTo>
                <a:lnTo>
                  <a:pt x="12355" y="6965"/>
                </a:lnTo>
                <a:lnTo>
                  <a:pt x="12019" y="7258"/>
                </a:lnTo>
                <a:lnTo>
                  <a:pt x="12021" y="7273"/>
                </a:lnTo>
                <a:lnTo>
                  <a:pt x="12027" y="7315"/>
                </a:lnTo>
                <a:lnTo>
                  <a:pt x="12036" y="7383"/>
                </a:lnTo>
                <a:lnTo>
                  <a:pt x="12048" y="7474"/>
                </a:lnTo>
                <a:lnTo>
                  <a:pt x="12058" y="7586"/>
                </a:lnTo>
                <a:lnTo>
                  <a:pt x="12068" y="7717"/>
                </a:lnTo>
                <a:lnTo>
                  <a:pt x="12077" y="7866"/>
                </a:lnTo>
                <a:lnTo>
                  <a:pt x="12082" y="8029"/>
                </a:lnTo>
                <a:lnTo>
                  <a:pt x="12082" y="8205"/>
                </a:lnTo>
                <a:lnTo>
                  <a:pt x="12076" y="8391"/>
                </a:lnTo>
                <a:lnTo>
                  <a:pt x="12062" y="8586"/>
                </a:lnTo>
                <a:lnTo>
                  <a:pt x="12041" y="8787"/>
                </a:lnTo>
                <a:lnTo>
                  <a:pt x="12010" y="8992"/>
                </a:lnTo>
                <a:lnTo>
                  <a:pt x="11969" y="9199"/>
                </a:lnTo>
                <a:lnTo>
                  <a:pt x="11915" y="9406"/>
                </a:lnTo>
                <a:lnTo>
                  <a:pt x="11847" y="9611"/>
                </a:lnTo>
                <a:lnTo>
                  <a:pt x="11765" y="9810"/>
                </a:lnTo>
                <a:lnTo>
                  <a:pt x="11668" y="10003"/>
                </a:lnTo>
                <a:lnTo>
                  <a:pt x="11553" y="10188"/>
                </a:lnTo>
                <a:lnTo>
                  <a:pt x="11420" y="10362"/>
                </a:lnTo>
                <a:lnTo>
                  <a:pt x="11267" y="10523"/>
                </a:lnTo>
                <a:lnTo>
                  <a:pt x="11094" y="10668"/>
                </a:lnTo>
                <a:lnTo>
                  <a:pt x="10899" y="10797"/>
                </a:lnTo>
                <a:lnTo>
                  <a:pt x="10679" y="10905"/>
                </a:lnTo>
                <a:lnTo>
                  <a:pt x="10437" y="10992"/>
                </a:lnTo>
                <a:lnTo>
                  <a:pt x="10167" y="11055"/>
                </a:lnTo>
                <a:lnTo>
                  <a:pt x="9871" y="11094"/>
                </a:lnTo>
                <a:lnTo>
                  <a:pt x="9547" y="11103"/>
                </a:lnTo>
                <a:lnTo>
                  <a:pt x="9193" y="11082"/>
                </a:lnTo>
                <a:lnTo>
                  <a:pt x="8809" y="11029"/>
                </a:lnTo>
                <a:lnTo>
                  <a:pt x="8392" y="10942"/>
                </a:lnTo>
                <a:lnTo>
                  <a:pt x="7943" y="10818"/>
                </a:lnTo>
                <a:lnTo>
                  <a:pt x="7932" y="10828"/>
                </a:lnTo>
                <a:lnTo>
                  <a:pt x="7900" y="10856"/>
                </a:lnTo>
                <a:lnTo>
                  <a:pt x="7851" y="10900"/>
                </a:lnTo>
                <a:lnTo>
                  <a:pt x="7782" y="10958"/>
                </a:lnTo>
                <a:lnTo>
                  <a:pt x="7696" y="11027"/>
                </a:lnTo>
                <a:lnTo>
                  <a:pt x="7594" y="11106"/>
                </a:lnTo>
                <a:lnTo>
                  <a:pt x="7478" y="11192"/>
                </a:lnTo>
                <a:lnTo>
                  <a:pt x="7348" y="11284"/>
                </a:lnTo>
                <a:lnTo>
                  <a:pt x="7205" y="11379"/>
                </a:lnTo>
                <a:lnTo>
                  <a:pt x="7050" y="11475"/>
                </a:lnTo>
                <a:lnTo>
                  <a:pt x="6885" y="11569"/>
                </a:lnTo>
                <a:lnTo>
                  <a:pt x="6711" y="11660"/>
                </a:lnTo>
                <a:lnTo>
                  <a:pt x="6528" y="11746"/>
                </a:lnTo>
                <a:lnTo>
                  <a:pt x="6338" y="11823"/>
                </a:lnTo>
                <a:lnTo>
                  <a:pt x="6143" y="11891"/>
                </a:lnTo>
                <a:lnTo>
                  <a:pt x="5941" y="11946"/>
                </a:lnTo>
                <a:lnTo>
                  <a:pt x="5737" y="11989"/>
                </a:lnTo>
                <a:lnTo>
                  <a:pt x="5530" y="12014"/>
                </a:lnTo>
                <a:lnTo>
                  <a:pt x="5321" y="12021"/>
                </a:lnTo>
                <a:lnTo>
                  <a:pt x="5112" y="12007"/>
                </a:lnTo>
                <a:lnTo>
                  <a:pt x="4903" y="11970"/>
                </a:lnTo>
                <a:lnTo>
                  <a:pt x="4696" y="11908"/>
                </a:lnTo>
                <a:lnTo>
                  <a:pt x="4492" y="11820"/>
                </a:lnTo>
                <a:lnTo>
                  <a:pt x="4292" y="11701"/>
                </a:lnTo>
                <a:lnTo>
                  <a:pt x="4097" y="11552"/>
                </a:lnTo>
                <a:lnTo>
                  <a:pt x="3907" y="11368"/>
                </a:lnTo>
                <a:lnTo>
                  <a:pt x="3725" y="11149"/>
                </a:lnTo>
                <a:lnTo>
                  <a:pt x="3552" y="10892"/>
                </a:lnTo>
                <a:lnTo>
                  <a:pt x="3388" y="10595"/>
                </a:lnTo>
                <a:lnTo>
                  <a:pt x="3234" y="10256"/>
                </a:lnTo>
                <a:lnTo>
                  <a:pt x="3093" y="9872"/>
                </a:lnTo>
                <a:lnTo>
                  <a:pt x="2964" y="9442"/>
                </a:lnTo>
                <a:lnTo>
                  <a:pt x="2950" y="9438"/>
                </a:lnTo>
                <a:lnTo>
                  <a:pt x="2907" y="9429"/>
                </a:lnTo>
                <a:lnTo>
                  <a:pt x="2840" y="9411"/>
                </a:lnTo>
                <a:lnTo>
                  <a:pt x="2750" y="9387"/>
                </a:lnTo>
                <a:lnTo>
                  <a:pt x="2641" y="9355"/>
                </a:lnTo>
                <a:lnTo>
                  <a:pt x="2516" y="9315"/>
                </a:lnTo>
                <a:lnTo>
                  <a:pt x="2374" y="9266"/>
                </a:lnTo>
                <a:lnTo>
                  <a:pt x="2223" y="9209"/>
                </a:lnTo>
                <a:lnTo>
                  <a:pt x="2061" y="9143"/>
                </a:lnTo>
                <a:lnTo>
                  <a:pt x="1893" y="9069"/>
                </a:lnTo>
                <a:lnTo>
                  <a:pt x="1720" y="8984"/>
                </a:lnTo>
                <a:lnTo>
                  <a:pt x="1547" y="8890"/>
                </a:lnTo>
                <a:lnTo>
                  <a:pt x="1375" y="8786"/>
                </a:lnTo>
                <a:lnTo>
                  <a:pt x="1207" y="8671"/>
                </a:lnTo>
                <a:lnTo>
                  <a:pt x="1045" y="8546"/>
                </a:lnTo>
                <a:lnTo>
                  <a:pt x="892" y="8410"/>
                </a:lnTo>
                <a:lnTo>
                  <a:pt x="751" y="8263"/>
                </a:lnTo>
                <a:lnTo>
                  <a:pt x="625" y="8104"/>
                </a:lnTo>
                <a:lnTo>
                  <a:pt x="515" y="7933"/>
                </a:lnTo>
                <a:lnTo>
                  <a:pt x="425" y="7751"/>
                </a:lnTo>
                <a:lnTo>
                  <a:pt x="357" y="7555"/>
                </a:lnTo>
                <a:lnTo>
                  <a:pt x="315" y="7348"/>
                </a:lnTo>
                <a:lnTo>
                  <a:pt x="299" y="7127"/>
                </a:lnTo>
                <a:lnTo>
                  <a:pt x="314" y="6893"/>
                </a:lnTo>
                <a:lnTo>
                  <a:pt x="362" y="6646"/>
                </a:lnTo>
                <a:lnTo>
                  <a:pt x="444" y="6384"/>
                </a:lnTo>
                <a:lnTo>
                  <a:pt x="564" y="6108"/>
                </a:lnTo>
                <a:lnTo>
                  <a:pt x="726" y="5818"/>
                </a:lnTo>
                <a:lnTo>
                  <a:pt x="930" y="5512"/>
                </a:lnTo>
                <a:lnTo>
                  <a:pt x="1180" y="5193"/>
                </a:lnTo>
                <a:lnTo>
                  <a:pt x="1479" y="4857"/>
                </a:lnTo>
                <a:lnTo>
                  <a:pt x="1828" y="4506"/>
                </a:lnTo>
                <a:lnTo>
                  <a:pt x="1825" y="4497"/>
                </a:lnTo>
                <a:lnTo>
                  <a:pt x="1818" y="4469"/>
                </a:lnTo>
                <a:lnTo>
                  <a:pt x="1808" y="4422"/>
                </a:lnTo>
                <a:lnTo>
                  <a:pt x="1795" y="4361"/>
                </a:lnTo>
                <a:lnTo>
                  <a:pt x="1782" y="4284"/>
                </a:lnTo>
                <a:lnTo>
                  <a:pt x="1768" y="4193"/>
                </a:lnTo>
                <a:lnTo>
                  <a:pt x="1756" y="4091"/>
                </a:lnTo>
                <a:lnTo>
                  <a:pt x="1746" y="3977"/>
                </a:lnTo>
                <a:lnTo>
                  <a:pt x="1740" y="3854"/>
                </a:lnTo>
                <a:lnTo>
                  <a:pt x="1739" y="3723"/>
                </a:lnTo>
                <a:lnTo>
                  <a:pt x="1743" y="3585"/>
                </a:lnTo>
                <a:lnTo>
                  <a:pt x="1756" y="3440"/>
                </a:lnTo>
                <a:lnTo>
                  <a:pt x="1777" y="3292"/>
                </a:lnTo>
                <a:lnTo>
                  <a:pt x="1806" y="3139"/>
                </a:lnTo>
                <a:lnTo>
                  <a:pt x="1846" y="2986"/>
                </a:lnTo>
                <a:lnTo>
                  <a:pt x="1899" y="2831"/>
                </a:lnTo>
                <a:lnTo>
                  <a:pt x="1964" y="2678"/>
                </a:lnTo>
                <a:lnTo>
                  <a:pt x="2044" y="2527"/>
                </a:lnTo>
                <a:lnTo>
                  <a:pt x="2139" y="2378"/>
                </a:lnTo>
                <a:lnTo>
                  <a:pt x="2251" y="2234"/>
                </a:lnTo>
                <a:lnTo>
                  <a:pt x="2380" y="2096"/>
                </a:lnTo>
                <a:lnTo>
                  <a:pt x="2527" y="1965"/>
                </a:lnTo>
                <a:lnTo>
                  <a:pt x="2695" y="1843"/>
                </a:lnTo>
                <a:lnTo>
                  <a:pt x="2885" y="1730"/>
                </a:lnTo>
                <a:lnTo>
                  <a:pt x="3097" y="1629"/>
                </a:lnTo>
                <a:lnTo>
                  <a:pt x="3332" y="1540"/>
                </a:lnTo>
                <a:lnTo>
                  <a:pt x="3592" y="1464"/>
                </a:lnTo>
                <a:lnTo>
                  <a:pt x="3878" y="1403"/>
                </a:lnTo>
                <a:lnTo>
                  <a:pt x="4190" y="1359"/>
                </a:lnTo>
                <a:lnTo>
                  <a:pt x="4532" y="1332"/>
                </a:lnTo>
                <a:lnTo>
                  <a:pt x="4901" y="1324"/>
                </a:lnTo>
                <a:lnTo>
                  <a:pt x="5303" y="1335"/>
                </a:lnTo>
                <a:lnTo>
                  <a:pt x="5522" y="1219"/>
                </a:lnTo>
                <a:lnTo>
                  <a:pt x="5739" y="1107"/>
                </a:lnTo>
                <a:lnTo>
                  <a:pt x="5952" y="1001"/>
                </a:lnTo>
                <a:lnTo>
                  <a:pt x="6163" y="900"/>
                </a:lnTo>
                <a:lnTo>
                  <a:pt x="6369" y="806"/>
                </a:lnTo>
                <a:lnTo>
                  <a:pt x="6573" y="718"/>
                </a:lnTo>
                <a:lnTo>
                  <a:pt x="6773" y="637"/>
                </a:lnTo>
                <a:lnTo>
                  <a:pt x="6970" y="565"/>
                </a:lnTo>
                <a:lnTo>
                  <a:pt x="7163" y="501"/>
                </a:lnTo>
                <a:lnTo>
                  <a:pt x="7354" y="445"/>
                </a:lnTo>
                <a:lnTo>
                  <a:pt x="7540" y="400"/>
                </a:lnTo>
                <a:lnTo>
                  <a:pt x="7724" y="363"/>
                </a:lnTo>
                <a:lnTo>
                  <a:pt x="7904" y="337"/>
                </a:lnTo>
                <a:lnTo>
                  <a:pt x="8079" y="323"/>
                </a:lnTo>
                <a:lnTo>
                  <a:pt x="8251" y="320"/>
                </a:lnTo>
                <a:lnTo>
                  <a:pt x="8421" y="328"/>
                </a:lnTo>
                <a:lnTo>
                  <a:pt x="8586" y="349"/>
                </a:lnTo>
                <a:lnTo>
                  <a:pt x="8746" y="383"/>
                </a:lnTo>
                <a:lnTo>
                  <a:pt x="8903" y="430"/>
                </a:lnTo>
                <a:lnTo>
                  <a:pt x="9057" y="491"/>
                </a:lnTo>
                <a:lnTo>
                  <a:pt x="9206" y="567"/>
                </a:lnTo>
                <a:lnTo>
                  <a:pt x="9352" y="658"/>
                </a:lnTo>
                <a:lnTo>
                  <a:pt x="9494" y="764"/>
                </a:lnTo>
                <a:lnTo>
                  <a:pt x="9631" y="887"/>
                </a:lnTo>
                <a:lnTo>
                  <a:pt x="9765" y="1025"/>
                </a:lnTo>
                <a:lnTo>
                  <a:pt x="9895" y="1181"/>
                </a:lnTo>
                <a:lnTo>
                  <a:pt x="10019" y="1354"/>
                </a:lnTo>
                <a:lnTo>
                  <a:pt x="10141" y="1546"/>
                </a:lnTo>
                <a:lnTo>
                  <a:pt x="10257" y="1756"/>
                </a:lnTo>
                <a:lnTo>
                  <a:pt x="10370" y="1984"/>
                </a:lnTo>
                <a:lnTo>
                  <a:pt x="10478" y="2234"/>
                </a:lnTo>
                <a:lnTo>
                  <a:pt x="10582" y="250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163"/>
          <p:cNvSpPr>
            <a:spLocks noEditPoints="1"/>
          </p:cNvSpPr>
          <p:nvPr/>
        </p:nvSpPr>
        <p:spPr bwMode="auto">
          <a:xfrm>
            <a:off x="6366956" y="2812972"/>
            <a:ext cx="1615190" cy="1106808"/>
          </a:xfrm>
          <a:custGeom>
            <a:avLst/>
            <a:gdLst>
              <a:gd name="T0" fmla="*/ 2147483646 w 14525"/>
              <a:gd name="T1" fmla="*/ 2147483646 h 12941"/>
              <a:gd name="T2" fmla="*/ 2147483646 w 14525"/>
              <a:gd name="T3" fmla="*/ 2147483646 h 12941"/>
              <a:gd name="T4" fmla="*/ 2147483646 w 14525"/>
              <a:gd name="T5" fmla="*/ 2147483646 h 12941"/>
              <a:gd name="T6" fmla="*/ 2147483646 w 14525"/>
              <a:gd name="T7" fmla="*/ 2147483646 h 12941"/>
              <a:gd name="T8" fmla="*/ 2147483646 w 14525"/>
              <a:gd name="T9" fmla="*/ 2147483646 h 12941"/>
              <a:gd name="T10" fmla="*/ 2147483646 w 14525"/>
              <a:gd name="T11" fmla="*/ 2147483646 h 12941"/>
              <a:gd name="T12" fmla="*/ 2147483646 w 14525"/>
              <a:gd name="T13" fmla="*/ 2147483646 h 12941"/>
              <a:gd name="T14" fmla="*/ 2147483646 w 14525"/>
              <a:gd name="T15" fmla="*/ 2147483646 h 12941"/>
              <a:gd name="T16" fmla="*/ 2147483646 w 14525"/>
              <a:gd name="T17" fmla="*/ 2147483646 h 12941"/>
              <a:gd name="T18" fmla="*/ 2147483646 w 14525"/>
              <a:gd name="T19" fmla="*/ 2147483646 h 12941"/>
              <a:gd name="T20" fmla="*/ 2147483646 w 14525"/>
              <a:gd name="T21" fmla="*/ 2147483646 h 12941"/>
              <a:gd name="T22" fmla="*/ 2147483646 w 14525"/>
              <a:gd name="T23" fmla="*/ 2147483646 h 12941"/>
              <a:gd name="T24" fmla="*/ 2147483646 w 14525"/>
              <a:gd name="T25" fmla="*/ 2147483646 h 12941"/>
              <a:gd name="T26" fmla="*/ 2147483646 w 14525"/>
              <a:gd name="T27" fmla="*/ 2147483646 h 12941"/>
              <a:gd name="T28" fmla="*/ 2147483646 w 14525"/>
              <a:gd name="T29" fmla="*/ 2147483646 h 12941"/>
              <a:gd name="T30" fmla="*/ 2147483646 w 14525"/>
              <a:gd name="T31" fmla="*/ 2147483646 h 12941"/>
              <a:gd name="T32" fmla="*/ 2147483646 w 14525"/>
              <a:gd name="T33" fmla="*/ 2147483646 h 12941"/>
              <a:gd name="T34" fmla="*/ 2147483646 w 14525"/>
              <a:gd name="T35" fmla="*/ 2147483646 h 12941"/>
              <a:gd name="T36" fmla="*/ 2147483646 w 14525"/>
              <a:gd name="T37" fmla="*/ 2147483646 h 12941"/>
              <a:gd name="T38" fmla="*/ 2147483646 w 14525"/>
              <a:gd name="T39" fmla="*/ 2147483646 h 12941"/>
              <a:gd name="T40" fmla="*/ 2147483646 w 14525"/>
              <a:gd name="T41" fmla="*/ 2147483646 h 12941"/>
              <a:gd name="T42" fmla="*/ 2147483646 w 14525"/>
              <a:gd name="T43" fmla="*/ 2147483646 h 12941"/>
              <a:gd name="T44" fmla="*/ 2147483646 w 14525"/>
              <a:gd name="T45" fmla="*/ 2147483646 h 12941"/>
              <a:gd name="T46" fmla="*/ 2147483646 w 14525"/>
              <a:gd name="T47" fmla="*/ 2147483646 h 12941"/>
              <a:gd name="T48" fmla="*/ 2147483646 w 14525"/>
              <a:gd name="T49" fmla="*/ 2147483646 h 12941"/>
              <a:gd name="T50" fmla="*/ 2147483646 w 14525"/>
              <a:gd name="T51" fmla="*/ 2147483646 h 12941"/>
              <a:gd name="T52" fmla="*/ 2147483646 w 14525"/>
              <a:gd name="T53" fmla="*/ 2147483646 h 12941"/>
              <a:gd name="T54" fmla="*/ 2147483646 w 14525"/>
              <a:gd name="T55" fmla="*/ 2147483646 h 12941"/>
              <a:gd name="T56" fmla="*/ 2147483646 w 14525"/>
              <a:gd name="T57" fmla="*/ 2147483646 h 12941"/>
              <a:gd name="T58" fmla="*/ 2147483646 w 14525"/>
              <a:gd name="T59" fmla="*/ 2147483646 h 12941"/>
              <a:gd name="T60" fmla="*/ 2147483646 w 14525"/>
              <a:gd name="T61" fmla="*/ 2147483646 h 12941"/>
              <a:gd name="T62" fmla="*/ 2147483646 w 14525"/>
              <a:gd name="T63" fmla="*/ 2147483646 h 12941"/>
              <a:gd name="T64" fmla="*/ 2147483646 w 14525"/>
              <a:gd name="T65" fmla="*/ 2147483646 h 12941"/>
              <a:gd name="T66" fmla="*/ 2147483646 w 14525"/>
              <a:gd name="T67" fmla="*/ 2147483646 h 12941"/>
              <a:gd name="T68" fmla="*/ 2147483646 w 14525"/>
              <a:gd name="T69" fmla="*/ 2147483646 h 12941"/>
              <a:gd name="T70" fmla="*/ 2147483646 w 14525"/>
              <a:gd name="T71" fmla="*/ 2147483646 h 12941"/>
              <a:gd name="T72" fmla="*/ 2147483646 w 14525"/>
              <a:gd name="T73" fmla="*/ 2147483646 h 12941"/>
              <a:gd name="T74" fmla="*/ 2147483646 w 14525"/>
              <a:gd name="T75" fmla="*/ 2147483646 h 12941"/>
              <a:gd name="T76" fmla="*/ 2147483646 w 14525"/>
              <a:gd name="T77" fmla="*/ 2147483646 h 12941"/>
              <a:gd name="T78" fmla="*/ 2147483646 w 14525"/>
              <a:gd name="T79" fmla="*/ 2147483646 h 12941"/>
              <a:gd name="T80" fmla="*/ 2147483646 w 14525"/>
              <a:gd name="T81" fmla="*/ 2147483646 h 12941"/>
              <a:gd name="T82" fmla="*/ 2147483646 w 14525"/>
              <a:gd name="T83" fmla="*/ 2147483646 h 12941"/>
              <a:gd name="T84" fmla="*/ 2147483646 w 14525"/>
              <a:gd name="T85" fmla="*/ 2147483646 h 12941"/>
              <a:gd name="T86" fmla="*/ 2147483646 w 14525"/>
              <a:gd name="T87" fmla="*/ 2147483646 h 12941"/>
              <a:gd name="T88" fmla="*/ 2147483646 w 14525"/>
              <a:gd name="T89" fmla="*/ 2147483646 h 12941"/>
              <a:gd name="T90" fmla="*/ 2147483646 w 14525"/>
              <a:gd name="T91" fmla="*/ 2147483646 h 12941"/>
              <a:gd name="T92" fmla="*/ 2147483646 w 14525"/>
              <a:gd name="T93" fmla="*/ 2147483646 h 12941"/>
              <a:gd name="T94" fmla="*/ 2147483646 w 14525"/>
              <a:gd name="T95" fmla="*/ 2147483646 h 12941"/>
              <a:gd name="T96" fmla="*/ 2147483646 w 14525"/>
              <a:gd name="T97" fmla="*/ 2147483646 h 12941"/>
              <a:gd name="T98" fmla="*/ 2147483646 w 14525"/>
              <a:gd name="T99" fmla="*/ 2147483646 h 12941"/>
              <a:gd name="T100" fmla="*/ 2147483646 w 14525"/>
              <a:gd name="T101" fmla="*/ 2147483646 h 12941"/>
              <a:gd name="T102" fmla="*/ 2147483646 w 14525"/>
              <a:gd name="T103" fmla="*/ 2147483646 h 12941"/>
              <a:gd name="T104" fmla="*/ 2147483646 w 14525"/>
              <a:gd name="T105" fmla="*/ 2147483646 h 12941"/>
              <a:gd name="T106" fmla="*/ 2147483646 w 14525"/>
              <a:gd name="T107" fmla="*/ 2147483646 h 12941"/>
              <a:gd name="T108" fmla="*/ 2147483646 w 14525"/>
              <a:gd name="T109" fmla="*/ 2147483646 h 1294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525"/>
              <a:gd name="T166" fmla="*/ 0 h 12941"/>
              <a:gd name="T167" fmla="*/ 14525 w 14525"/>
              <a:gd name="T168" fmla="*/ 12941 h 1294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525" h="12941">
                <a:moveTo>
                  <a:pt x="11373" y="2413"/>
                </a:moveTo>
                <a:lnTo>
                  <a:pt x="11390" y="2419"/>
                </a:lnTo>
                <a:lnTo>
                  <a:pt x="11438" y="2434"/>
                </a:lnTo>
                <a:lnTo>
                  <a:pt x="11515" y="2460"/>
                </a:lnTo>
                <a:lnTo>
                  <a:pt x="11617" y="2495"/>
                </a:lnTo>
                <a:lnTo>
                  <a:pt x="11743" y="2542"/>
                </a:lnTo>
                <a:lnTo>
                  <a:pt x="11887" y="2598"/>
                </a:lnTo>
                <a:lnTo>
                  <a:pt x="12049" y="2666"/>
                </a:lnTo>
                <a:lnTo>
                  <a:pt x="12224" y="2743"/>
                </a:lnTo>
                <a:lnTo>
                  <a:pt x="12411" y="2830"/>
                </a:lnTo>
                <a:lnTo>
                  <a:pt x="12605" y="2927"/>
                </a:lnTo>
                <a:lnTo>
                  <a:pt x="12805" y="3035"/>
                </a:lnTo>
                <a:lnTo>
                  <a:pt x="13006" y="3153"/>
                </a:lnTo>
                <a:lnTo>
                  <a:pt x="13207" y="3282"/>
                </a:lnTo>
                <a:lnTo>
                  <a:pt x="13405" y="3421"/>
                </a:lnTo>
                <a:lnTo>
                  <a:pt x="13595" y="3569"/>
                </a:lnTo>
                <a:lnTo>
                  <a:pt x="13775" y="3728"/>
                </a:lnTo>
                <a:lnTo>
                  <a:pt x="13943" y="3898"/>
                </a:lnTo>
                <a:lnTo>
                  <a:pt x="14096" y="4078"/>
                </a:lnTo>
                <a:lnTo>
                  <a:pt x="14231" y="4268"/>
                </a:lnTo>
                <a:lnTo>
                  <a:pt x="14343" y="4469"/>
                </a:lnTo>
                <a:lnTo>
                  <a:pt x="14432" y="4680"/>
                </a:lnTo>
                <a:lnTo>
                  <a:pt x="14494" y="4900"/>
                </a:lnTo>
                <a:lnTo>
                  <a:pt x="14525" y="5131"/>
                </a:lnTo>
                <a:lnTo>
                  <a:pt x="14523" y="5372"/>
                </a:lnTo>
                <a:lnTo>
                  <a:pt x="14484" y="5625"/>
                </a:lnTo>
                <a:lnTo>
                  <a:pt x="14407" y="5886"/>
                </a:lnTo>
                <a:lnTo>
                  <a:pt x="14289" y="6158"/>
                </a:lnTo>
                <a:lnTo>
                  <a:pt x="14125" y="6441"/>
                </a:lnTo>
                <a:lnTo>
                  <a:pt x="13913" y="6734"/>
                </a:lnTo>
                <a:lnTo>
                  <a:pt x="13651" y="7037"/>
                </a:lnTo>
                <a:lnTo>
                  <a:pt x="13335" y="7351"/>
                </a:lnTo>
                <a:lnTo>
                  <a:pt x="12962" y="7674"/>
                </a:lnTo>
                <a:lnTo>
                  <a:pt x="12965" y="7690"/>
                </a:lnTo>
                <a:lnTo>
                  <a:pt x="12973" y="7737"/>
                </a:lnTo>
                <a:lnTo>
                  <a:pt x="12982" y="7812"/>
                </a:lnTo>
                <a:lnTo>
                  <a:pt x="12994" y="7913"/>
                </a:lnTo>
                <a:lnTo>
                  <a:pt x="13007" y="8037"/>
                </a:lnTo>
                <a:lnTo>
                  <a:pt x="13018" y="8182"/>
                </a:lnTo>
                <a:lnTo>
                  <a:pt x="13027" y="8346"/>
                </a:lnTo>
                <a:lnTo>
                  <a:pt x="13032" y="8526"/>
                </a:lnTo>
                <a:lnTo>
                  <a:pt x="13032" y="8721"/>
                </a:lnTo>
                <a:lnTo>
                  <a:pt x="13026" y="8927"/>
                </a:lnTo>
                <a:lnTo>
                  <a:pt x="13011" y="9142"/>
                </a:lnTo>
                <a:lnTo>
                  <a:pt x="12987" y="9365"/>
                </a:lnTo>
                <a:lnTo>
                  <a:pt x="12953" y="9592"/>
                </a:lnTo>
                <a:lnTo>
                  <a:pt x="12907" y="9820"/>
                </a:lnTo>
                <a:lnTo>
                  <a:pt x="12847" y="10049"/>
                </a:lnTo>
                <a:lnTo>
                  <a:pt x="12773" y="10275"/>
                </a:lnTo>
                <a:lnTo>
                  <a:pt x="12682" y="10497"/>
                </a:lnTo>
                <a:lnTo>
                  <a:pt x="12574" y="10711"/>
                </a:lnTo>
                <a:lnTo>
                  <a:pt x="12447" y="10915"/>
                </a:lnTo>
                <a:lnTo>
                  <a:pt x="12300" y="11107"/>
                </a:lnTo>
                <a:lnTo>
                  <a:pt x="12131" y="11285"/>
                </a:lnTo>
                <a:lnTo>
                  <a:pt x="11940" y="11446"/>
                </a:lnTo>
                <a:lnTo>
                  <a:pt x="11723" y="11587"/>
                </a:lnTo>
                <a:lnTo>
                  <a:pt x="11481" y="11708"/>
                </a:lnTo>
                <a:lnTo>
                  <a:pt x="11212" y="11804"/>
                </a:lnTo>
                <a:lnTo>
                  <a:pt x="10914" y="11875"/>
                </a:lnTo>
                <a:lnTo>
                  <a:pt x="10587" y="11916"/>
                </a:lnTo>
                <a:lnTo>
                  <a:pt x="10228" y="11927"/>
                </a:lnTo>
                <a:lnTo>
                  <a:pt x="9837" y="11904"/>
                </a:lnTo>
                <a:lnTo>
                  <a:pt x="9412" y="11845"/>
                </a:lnTo>
                <a:lnTo>
                  <a:pt x="8951" y="11748"/>
                </a:lnTo>
                <a:lnTo>
                  <a:pt x="8454" y="11611"/>
                </a:lnTo>
                <a:lnTo>
                  <a:pt x="8442" y="11622"/>
                </a:lnTo>
                <a:lnTo>
                  <a:pt x="8408" y="11654"/>
                </a:lnTo>
                <a:lnTo>
                  <a:pt x="8352" y="11701"/>
                </a:lnTo>
                <a:lnTo>
                  <a:pt x="8276" y="11766"/>
                </a:lnTo>
                <a:lnTo>
                  <a:pt x="8182" y="11843"/>
                </a:lnTo>
                <a:lnTo>
                  <a:pt x="8069" y="11930"/>
                </a:lnTo>
                <a:lnTo>
                  <a:pt x="7940" y="12025"/>
                </a:lnTo>
                <a:lnTo>
                  <a:pt x="7796" y="12127"/>
                </a:lnTo>
                <a:lnTo>
                  <a:pt x="7638" y="12232"/>
                </a:lnTo>
                <a:lnTo>
                  <a:pt x="7466" y="12338"/>
                </a:lnTo>
                <a:lnTo>
                  <a:pt x="7284" y="12442"/>
                </a:lnTo>
                <a:lnTo>
                  <a:pt x="7092" y="12543"/>
                </a:lnTo>
                <a:lnTo>
                  <a:pt x="6889" y="12637"/>
                </a:lnTo>
                <a:lnTo>
                  <a:pt x="6680" y="12723"/>
                </a:lnTo>
                <a:lnTo>
                  <a:pt x="6463" y="12798"/>
                </a:lnTo>
                <a:lnTo>
                  <a:pt x="6241" y="12860"/>
                </a:lnTo>
                <a:lnTo>
                  <a:pt x="6015" y="12906"/>
                </a:lnTo>
                <a:lnTo>
                  <a:pt x="5786" y="12934"/>
                </a:lnTo>
                <a:lnTo>
                  <a:pt x="5554" y="12941"/>
                </a:lnTo>
                <a:lnTo>
                  <a:pt x="5323" y="12926"/>
                </a:lnTo>
                <a:lnTo>
                  <a:pt x="5092" y="12885"/>
                </a:lnTo>
                <a:lnTo>
                  <a:pt x="4863" y="12817"/>
                </a:lnTo>
                <a:lnTo>
                  <a:pt x="4638" y="12719"/>
                </a:lnTo>
                <a:lnTo>
                  <a:pt x="4415" y="12588"/>
                </a:lnTo>
                <a:lnTo>
                  <a:pt x="4199" y="12423"/>
                </a:lnTo>
                <a:lnTo>
                  <a:pt x="3991" y="12220"/>
                </a:lnTo>
                <a:lnTo>
                  <a:pt x="3789" y="11978"/>
                </a:lnTo>
                <a:lnTo>
                  <a:pt x="3597" y="11693"/>
                </a:lnTo>
                <a:lnTo>
                  <a:pt x="3417" y="11365"/>
                </a:lnTo>
                <a:lnTo>
                  <a:pt x="3246" y="10990"/>
                </a:lnTo>
                <a:lnTo>
                  <a:pt x="3090" y="10565"/>
                </a:lnTo>
                <a:lnTo>
                  <a:pt x="2948" y="10089"/>
                </a:lnTo>
                <a:lnTo>
                  <a:pt x="2931" y="10085"/>
                </a:lnTo>
                <a:lnTo>
                  <a:pt x="2884" y="10075"/>
                </a:lnTo>
                <a:lnTo>
                  <a:pt x="2810" y="10055"/>
                </a:lnTo>
                <a:lnTo>
                  <a:pt x="2712" y="10028"/>
                </a:lnTo>
                <a:lnTo>
                  <a:pt x="2590" y="9993"/>
                </a:lnTo>
                <a:lnTo>
                  <a:pt x="2451" y="9948"/>
                </a:lnTo>
                <a:lnTo>
                  <a:pt x="2296" y="9895"/>
                </a:lnTo>
                <a:lnTo>
                  <a:pt x="2127" y="9832"/>
                </a:lnTo>
                <a:lnTo>
                  <a:pt x="1949" y="9759"/>
                </a:lnTo>
                <a:lnTo>
                  <a:pt x="1763" y="9676"/>
                </a:lnTo>
                <a:lnTo>
                  <a:pt x="1572" y="9583"/>
                </a:lnTo>
                <a:lnTo>
                  <a:pt x="1381" y="9479"/>
                </a:lnTo>
                <a:lnTo>
                  <a:pt x="1190" y="9363"/>
                </a:lnTo>
                <a:lnTo>
                  <a:pt x="1004" y="9237"/>
                </a:lnTo>
                <a:lnTo>
                  <a:pt x="826" y="9099"/>
                </a:lnTo>
                <a:lnTo>
                  <a:pt x="656" y="8948"/>
                </a:lnTo>
                <a:lnTo>
                  <a:pt x="501" y="8785"/>
                </a:lnTo>
                <a:lnTo>
                  <a:pt x="360" y="8609"/>
                </a:lnTo>
                <a:lnTo>
                  <a:pt x="239" y="8420"/>
                </a:lnTo>
                <a:lnTo>
                  <a:pt x="139" y="8219"/>
                </a:lnTo>
                <a:lnTo>
                  <a:pt x="65" y="8003"/>
                </a:lnTo>
                <a:lnTo>
                  <a:pt x="17" y="7773"/>
                </a:lnTo>
                <a:lnTo>
                  <a:pt x="0" y="7528"/>
                </a:lnTo>
                <a:lnTo>
                  <a:pt x="17" y="7270"/>
                </a:lnTo>
                <a:lnTo>
                  <a:pt x="69" y="6996"/>
                </a:lnTo>
                <a:lnTo>
                  <a:pt x="160" y="6707"/>
                </a:lnTo>
                <a:lnTo>
                  <a:pt x="294" y="6401"/>
                </a:lnTo>
                <a:lnTo>
                  <a:pt x="472" y="6081"/>
                </a:lnTo>
                <a:lnTo>
                  <a:pt x="698" y="5743"/>
                </a:lnTo>
                <a:lnTo>
                  <a:pt x="974" y="5390"/>
                </a:lnTo>
                <a:lnTo>
                  <a:pt x="1304" y="5018"/>
                </a:lnTo>
                <a:lnTo>
                  <a:pt x="1691" y="4631"/>
                </a:lnTo>
                <a:lnTo>
                  <a:pt x="1688" y="4619"/>
                </a:lnTo>
                <a:lnTo>
                  <a:pt x="1680" y="4588"/>
                </a:lnTo>
                <a:lnTo>
                  <a:pt x="1669" y="4537"/>
                </a:lnTo>
                <a:lnTo>
                  <a:pt x="1655" y="4469"/>
                </a:lnTo>
                <a:lnTo>
                  <a:pt x="1639" y="4384"/>
                </a:lnTo>
                <a:lnTo>
                  <a:pt x="1625" y="4284"/>
                </a:lnTo>
                <a:lnTo>
                  <a:pt x="1611" y="4171"/>
                </a:lnTo>
                <a:lnTo>
                  <a:pt x="1600" y="4045"/>
                </a:lnTo>
                <a:lnTo>
                  <a:pt x="1594" y="3909"/>
                </a:lnTo>
                <a:lnTo>
                  <a:pt x="1593" y="3763"/>
                </a:lnTo>
                <a:lnTo>
                  <a:pt x="1598" y="3611"/>
                </a:lnTo>
                <a:lnTo>
                  <a:pt x="1611" y="3451"/>
                </a:lnTo>
                <a:lnTo>
                  <a:pt x="1633" y="3287"/>
                </a:lnTo>
                <a:lnTo>
                  <a:pt x="1666" y="3119"/>
                </a:lnTo>
                <a:lnTo>
                  <a:pt x="1711" y="2948"/>
                </a:lnTo>
                <a:lnTo>
                  <a:pt x="1769" y="2778"/>
                </a:lnTo>
                <a:lnTo>
                  <a:pt x="1842" y="2608"/>
                </a:lnTo>
                <a:lnTo>
                  <a:pt x="1930" y="2440"/>
                </a:lnTo>
                <a:lnTo>
                  <a:pt x="2035" y="2276"/>
                </a:lnTo>
                <a:lnTo>
                  <a:pt x="2159" y="2116"/>
                </a:lnTo>
                <a:lnTo>
                  <a:pt x="2301" y="1965"/>
                </a:lnTo>
                <a:lnTo>
                  <a:pt x="2465" y="1819"/>
                </a:lnTo>
                <a:lnTo>
                  <a:pt x="2651" y="1684"/>
                </a:lnTo>
                <a:lnTo>
                  <a:pt x="2860" y="1560"/>
                </a:lnTo>
                <a:lnTo>
                  <a:pt x="3094" y="1447"/>
                </a:lnTo>
                <a:lnTo>
                  <a:pt x="3354" y="1349"/>
                </a:lnTo>
                <a:lnTo>
                  <a:pt x="3642" y="1266"/>
                </a:lnTo>
                <a:lnTo>
                  <a:pt x="3958" y="1198"/>
                </a:lnTo>
                <a:lnTo>
                  <a:pt x="4304" y="1149"/>
                </a:lnTo>
                <a:lnTo>
                  <a:pt x="4681" y="1119"/>
                </a:lnTo>
                <a:lnTo>
                  <a:pt x="5091" y="1110"/>
                </a:lnTo>
                <a:lnTo>
                  <a:pt x="5535" y="1123"/>
                </a:lnTo>
                <a:lnTo>
                  <a:pt x="5777" y="995"/>
                </a:lnTo>
                <a:lnTo>
                  <a:pt x="6017" y="871"/>
                </a:lnTo>
                <a:lnTo>
                  <a:pt x="6253" y="754"/>
                </a:lnTo>
                <a:lnTo>
                  <a:pt x="6485" y="642"/>
                </a:lnTo>
                <a:lnTo>
                  <a:pt x="6714" y="538"/>
                </a:lnTo>
                <a:lnTo>
                  <a:pt x="6939" y="440"/>
                </a:lnTo>
                <a:lnTo>
                  <a:pt x="7161" y="352"/>
                </a:lnTo>
                <a:lnTo>
                  <a:pt x="7379" y="271"/>
                </a:lnTo>
                <a:lnTo>
                  <a:pt x="7593" y="200"/>
                </a:lnTo>
                <a:lnTo>
                  <a:pt x="7803" y="139"/>
                </a:lnTo>
                <a:lnTo>
                  <a:pt x="8009" y="88"/>
                </a:lnTo>
                <a:lnTo>
                  <a:pt x="8212" y="47"/>
                </a:lnTo>
                <a:lnTo>
                  <a:pt x="8411" y="19"/>
                </a:lnTo>
                <a:lnTo>
                  <a:pt x="8605" y="3"/>
                </a:lnTo>
                <a:lnTo>
                  <a:pt x="8796" y="0"/>
                </a:lnTo>
                <a:lnTo>
                  <a:pt x="8982" y="9"/>
                </a:lnTo>
                <a:lnTo>
                  <a:pt x="9165" y="32"/>
                </a:lnTo>
                <a:lnTo>
                  <a:pt x="9343" y="69"/>
                </a:lnTo>
                <a:lnTo>
                  <a:pt x="9517" y="121"/>
                </a:lnTo>
                <a:lnTo>
                  <a:pt x="9687" y="190"/>
                </a:lnTo>
                <a:lnTo>
                  <a:pt x="9852" y="273"/>
                </a:lnTo>
                <a:lnTo>
                  <a:pt x="10013" y="374"/>
                </a:lnTo>
                <a:lnTo>
                  <a:pt x="10170" y="491"/>
                </a:lnTo>
                <a:lnTo>
                  <a:pt x="10322" y="626"/>
                </a:lnTo>
                <a:lnTo>
                  <a:pt x="10470" y="780"/>
                </a:lnTo>
                <a:lnTo>
                  <a:pt x="10613" y="952"/>
                </a:lnTo>
                <a:lnTo>
                  <a:pt x="10751" y="1144"/>
                </a:lnTo>
                <a:lnTo>
                  <a:pt x="10885" y="1355"/>
                </a:lnTo>
                <a:lnTo>
                  <a:pt x="11014" y="1588"/>
                </a:lnTo>
                <a:lnTo>
                  <a:pt x="11138" y="1841"/>
                </a:lnTo>
                <a:lnTo>
                  <a:pt x="11259" y="2116"/>
                </a:lnTo>
                <a:lnTo>
                  <a:pt x="11373" y="2413"/>
                </a:lnTo>
                <a:close/>
                <a:moveTo>
                  <a:pt x="10582" y="2503"/>
                </a:moveTo>
                <a:lnTo>
                  <a:pt x="10597" y="2507"/>
                </a:lnTo>
                <a:lnTo>
                  <a:pt x="10641" y="2521"/>
                </a:lnTo>
                <a:lnTo>
                  <a:pt x="10711" y="2544"/>
                </a:lnTo>
                <a:lnTo>
                  <a:pt x="10803" y="2576"/>
                </a:lnTo>
                <a:lnTo>
                  <a:pt x="10916" y="2619"/>
                </a:lnTo>
                <a:lnTo>
                  <a:pt x="11047" y="2670"/>
                </a:lnTo>
                <a:lnTo>
                  <a:pt x="11192" y="2730"/>
                </a:lnTo>
                <a:lnTo>
                  <a:pt x="11351" y="2800"/>
                </a:lnTo>
                <a:lnTo>
                  <a:pt x="11520" y="2879"/>
                </a:lnTo>
                <a:lnTo>
                  <a:pt x="11696" y="2967"/>
                </a:lnTo>
                <a:lnTo>
                  <a:pt x="11876" y="3065"/>
                </a:lnTo>
                <a:lnTo>
                  <a:pt x="12058" y="3171"/>
                </a:lnTo>
                <a:lnTo>
                  <a:pt x="12240" y="3288"/>
                </a:lnTo>
                <a:lnTo>
                  <a:pt x="12418" y="3412"/>
                </a:lnTo>
                <a:lnTo>
                  <a:pt x="12591" y="3547"/>
                </a:lnTo>
                <a:lnTo>
                  <a:pt x="12754" y="3691"/>
                </a:lnTo>
                <a:lnTo>
                  <a:pt x="12905" y="3844"/>
                </a:lnTo>
                <a:lnTo>
                  <a:pt x="13043" y="4008"/>
                </a:lnTo>
                <a:lnTo>
                  <a:pt x="13165" y="4179"/>
                </a:lnTo>
                <a:lnTo>
                  <a:pt x="13268" y="4361"/>
                </a:lnTo>
                <a:lnTo>
                  <a:pt x="13347" y="4551"/>
                </a:lnTo>
                <a:lnTo>
                  <a:pt x="13402" y="4750"/>
                </a:lnTo>
                <a:lnTo>
                  <a:pt x="13430" y="4959"/>
                </a:lnTo>
                <a:lnTo>
                  <a:pt x="13429" y="5178"/>
                </a:lnTo>
                <a:lnTo>
                  <a:pt x="13394" y="5405"/>
                </a:lnTo>
                <a:lnTo>
                  <a:pt x="13325" y="5642"/>
                </a:lnTo>
                <a:lnTo>
                  <a:pt x="13218" y="5888"/>
                </a:lnTo>
                <a:lnTo>
                  <a:pt x="13069" y="6144"/>
                </a:lnTo>
                <a:lnTo>
                  <a:pt x="12878" y="6409"/>
                </a:lnTo>
                <a:lnTo>
                  <a:pt x="12640" y="6683"/>
                </a:lnTo>
                <a:lnTo>
                  <a:pt x="12355" y="6965"/>
                </a:lnTo>
                <a:lnTo>
                  <a:pt x="12019" y="7258"/>
                </a:lnTo>
                <a:lnTo>
                  <a:pt x="12021" y="7273"/>
                </a:lnTo>
                <a:lnTo>
                  <a:pt x="12027" y="7315"/>
                </a:lnTo>
                <a:lnTo>
                  <a:pt x="12036" y="7383"/>
                </a:lnTo>
                <a:lnTo>
                  <a:pt x="12048" y="7474"/>
                </a:lnTo>
                <a:lnTo>
                  <a:pt x="12058" y="7586"/>
                </a:lnTo>
                <a:lnTo>
                  <a:pt x="12068" y="7717"/>
                </a:lnTo>
                <a:lnTo>
                  <a:pt x="12077" y="7866"/>
                </a:lnTo>
                <a:lnTo>
                  <a:pt x="12082" y="8029"/>
                </a:lnTo>
                <a:lnTo>
                  <a:pt x="12082" y="8205"/>
                </a:lnTo>
                <a:lnTo>
                  <a:pt x="12076" y="8391"/>
                </a:lnTo>
                <a:lnTo>
                  <a:pt x="12062" y="8586"/>
                </a:lnTo>
                <a:lnTo>
                  <a:pt x="12041" y="8787"/>
                </a:lnTo>
                <a:lnTo>
                  <a:pt x="12010" y="8992"/>
                </a:lnTo>
                <a:lnTo>
                  <a:pt x="11969" y="9199"/>
                </a:lnTo>
                <a:lnTo>
                  <a:pt x="11915" y="9406"/>
                </a:lnTo>
                <a:lnTo>
                  <a:pt x="11847" y="9611"/>
                </a:lnTo>
                <a:lnTo>
                  <a:pt x="11765" y="9810"/>
                </a:lnTo>
                <a:lnTo>
                  <a:pt x="11668" y="10003"/>
                </a:lnTo>
                <a:lnTo>
                  <a:pt x="11553" y="10188"/>
                </a:lnTo>
                <a:lnTo>
                  <a:pt x="11420" y="10362"/>
                </a:lnTo>
                <a:lnTo>
                  <a:pt x="11267" y="10523"/>
                </a:lnTo>
                <a:lnTo>
                  <a:pt x="11094" y="10668"/>
                </a:lnTo>
                <a:lnTo>
                  <a:pt x="10899" y="10797"/>
                </a:lnTo>
                <a:lnTo>
                  <a:pt x="10679" y="10905"/>
                </a:lnTo>
                <a:lnTo>
                  <a:pt x="10437" y="10992"/>
                </a:lnTo>
                <a:lnTo>
                  <a:pt x="10167" y="11055"/>
                </a:lnTo>
                <a:lnTo>
                  <a:pt x="9871" y="11094"/>
                </a:lnTo>
                <a:lnTo>
                  <a:pt x="9547" y="11103"/>
                </a:lnTo>
                <a:lnTo>
                  <a:pt x="9193" y="11082"/>
                </a:lnTo>
                <a:lnTo>
                  <a:pt x="8809" y="11029"/>
                </a:lnTo>
                <a:lnTo>
                  <a:pt x="8392" y="10942"/>
                </a:lnTo>
                <a:lnTo>
                  <a:pt x="7943" y="10818"/>
                </a:lnTo>
                <a:lnTo>
                  <a:pt x="7932" y="10828"/>
                </a:lnTo>
                <a:lnTo>
                  <a:pt x="7900" y="10856"/>
                </a:lnTo>
                <a:lnTo>
                  <a:pt x="7851" y="10900"/>
                </a:lnTo>
                <a:lnTo>
                  <a:pt x="7782" y="10958"/>
                </a:lnTo>
                <a:lnTo>
                  <a:pt x="7696" y="11027"/>
                </a:lnTo>
                <a:lnTo>
                  <a:pt x="7594" y="11106"/>
                </a:lnTo>
                <a:lnTo>
                  <a:pt x="7478" y="11192"/>
                </a:lnTo>
                <a:lnTo>
                  <a:pt x="7348" y="11284"/>
                </a:lnTo>
                <a:lnTo>
                  <a:pt x="7205" y="11379"/>
                </a:lnTo>
                <a:lnTo>
                  <a:pt x="7050" y="11475"/>
                </a:lnTo>
                <a:lnTo>
                  <a:pt x="6885" y="11569"/>
                </a:lnTo>
                <a:lnTo>
                  <a:pt x="6711" y="11660"/>
                </a:lnTo>
                <a:lnTo>
                  <a:pt x="6528" y="11746"/>
                </a:lnTo>
                <a:lnTo>
                  <a:pt x="6338" y="11823"/>
                </a:lnTo>
                <a:lnTo>
                  <a:pt x="6143" y="11891"/>
                </a:lnTo>
                <a:lnTo>
                  <a:pt x="5941" y="11946"/>
                </a:lnTo>
                <a:lnTo>
                  <a:pt x="5737" y="11989"/>
                </a:lnTo>
                <a:lnTo>
                  <a:pt x="5530" y="12014"/>
                </a:lnTo>
                <a:lnTo>
                  <a:pt x="5321" y="12021"/>
                </a:lnTo>
                <a:lnTo>
                  <a:pt x="5112" y="12007"/>
                </a:lnTo>
                <a:lnTo>
                  <a:pt x="4903" y="11970"/>
                </a:lnTo>
                <a:lnTo>
                  <a:pt x="4696" y="11908"/>
                </a:lnTo>
                <a:lnTo>
                  <a:pt x="4492" y="11820"/>
                </a:lnTo>
                <a:lnTo>
                  <a:pt x="4292" y="11701"/>
                </a:lnTo>
                <a:lnTo>
                  <a:pt x="4097" y="11552"/>
                </a:lnTo>
                <a:lnTo>
                  <a:pt x="3907" y="11368"/>
                </a:lnTo>
                <a:lnTo>
                  <a:pt x="3725" y="11149"/>
                </a:lnTo>
                <a:lnTo>
                  <a:pt x="3552" y="10892"/>
                </a:lnTo>
                <a:lnTo>
                  <a:pt x="3388" y="10595"/>
                </a:lnTo>
                <a:lnTo>
                  <a:pt x="3234" y="10256"/>
                </a:lnTo>
                <a:lnTo>
                  <a:pt x="3093" y="9872"/>
                </a:lnTo>
                <a:lnTo>
                  <a:pt x="2964" y="9442"/>
                </a:lnTo>
                <a:lnTo>
                  <a:pt x="2950" y="9438"/>
                </a:lnTo>
                <a:lnTo>
                  <a:pt x="2907" y="9429"/>
                </a:lnTo>
                <a:lnTo>
                  <a:pt x="2840" y="9411"/>
                </a:lnTo>
                <a:lnTo>
                  <a:pt x="2750" y="9387"/>
                </a:lnTo>
                <a:lnTo>
                  <a:pt x="2641" y="9355"/>
                </a:lnTo>
                <a:lnTo>
                  <a:pt x="2516" y="9315"/>
                </a:lnTo>
                <a:lnTo>
                  <a:pt x="2374" y="9266"/>
                </a:lnTo>
                <a:lnTo>
                  <a:pt x="2223" y="9209"/>
                </a:lnTo>
                <a:lnTo>
                  <a:pt x="2061" y="9143"/>
                </a:lnTo>
                <a:lnTo>
                  <a:pt x="1893" y="9069"/>
                </a:lnTo>
                <a:lnTo>
                  <a:pt x="1720" y="8984"/>
                </a:lnTo>
                <a:lnTo>
                  <a:pt x="1547" y="8890"/>
                </a:lnTo>
                <a:lnTo>
                  <a:pt x="1375" y="8786"/>
                </a:lnTo>
                <a:lnTo>
                  <a:pt x="1207" y="8671"/>
                </a:lnTo>
                <a:lnTo>
                  <a:pt x="1045" y="8546"/>
                </a:lnTo>
                <a:lnTo>
                  <a:pt x="892" y="8410"/>
                </a:lnTo>
                <a:lnTo>
                  <a:pt x="751" y="8263"/>
                </a:lnTo>
                <a:lnTo>
                  <a:pt x="625" y="8104"/>
                </a:lnTo>
                <a:lnTo>
                  <a:pt x="515" y="7933"/>
                </a:lnTo>
                <a:lnTo>
                  <a:pt x="425" y="7751"/>
                </a:lnTo>
                <a:lnTo>
                  <a:pt x="357" y="7555"/>
                </a:lnTo>
                <a:lnTo>
                  <a:pt x="315" y="7348"/>
                </a:lnTo>
                <a:lnTo>
                  <a:pt x="299" y="7127"/>
                </a:lnTo>
                <a:lnTo>
                  <a:pt x="314" y="6893"/>
                </a:lnTo>
                <a:lnTo>
                  <a:pt x="362" y="6646"/>
                </a:lnTo>
                <a:lnTo>
                  <a:pt x="444" y="6384"/>
                </a:lnTo>
                <a:lnTo>
                  <a:pt x="564" y="6108"/>
                </a:lnTo>
                <a:lnTo>
                  <a:pt x="726" y="5818"/>
                </a:lnTo>
                <a:lnTo>
                  <a:pt x="930" y="5512"/>
                </a:lnTo>
                <a:lnTo>
                  <a:pt x="1180" y="5193"/>
                </a:lnTo>
                <a:lnTo>
                  <a:pt x="1479" y="4857"/>
                </a:lnTo>
                <a:lnTo>
                  <a:pt x="1828" y="4506"/>
                </a:lnTo>
                <a:lnTo>
                  <a:pt x="1825" y="4497"/>
                </a:lnTo>
                <a:lnTo>
                  <a:pt x="1818" y="4469"/>
                </a:lnTo>
                <a:lnTo>
                  <a:pt x="1808" y="4422"/>
                </a:lnTo>
                <a:lnTo>
                  <a:pt x="1795" y="4361"/>
                </a:lnTo>
                <a:lnTo>
                  <a:pt x="1782" y="4284"/>
                </a:lnTo>
                <a:lnTo>
                  <a:pt x="1768" y="4193"/>
                </a:lnTo>
                <a:lnTo>
                  <a:pt x="1756" y="4091"/>
                </a:lnTo>
                <a:lnTo>
                  <a:pt x="1746" y="3977"/>
                </a:lnTo>
                <a:lnTo>
                  <a:pt x="1740" y="3854"/>
                </a:lnTo>
                <a:lnTo>
                  <a:pt x="1739" y="3723"/>
                </a:lnTo>
                <a:lnTo>
                  <a:pt x="1743" y="3585"/>
                </a:lnTo>
                <a:lnTo>
                  <a:pt x="1756" y="3440"/>
                </a:lnTo>
                <a:lnTo>
                  <a:pt x="1777" y="3292"/>
                </a:lnTo>
                <a:lnTo>
                  <a:pt x="1806" y="3139"/>
                </a:lnTo>
                <a:lnTo>
                  <a:pt x="1846" y="2986"/>
                </a:lnTo>
                <a:lnTo>
                  <a:pt x="1899" y="2831"/>
                </a:lnTo>
                <a:lnTo>
                  <a:pt x="1964" y="2678"/>
                </a:lnTo>
                <a:lnTo>
                  <a:pt x="2044" y="2527"/>
                </a:lnTo>
                <a:lnTo>
                  <a:pt x="2139" y="2378"/>
                </a:lnTo>
                <a:lnTo>
                  <a:pt x="2251" y="2234"/>
                </a:lnTo>
                <a:lnTo>
                  <a:pt x="2380" y="2096"/>
                </a:lnTo>
                <a:lnTo>
                  <a:pt x="2527" y="1965"/>
                </a:lnTo>
                <a:lnTo>
                  <a:pt x="2695" y="1843"/>
                </a:lnTo>
                <a:lnTo>
                  <a:pt x="2885" y="1730"/>
                </a:lnTo>
                <a:lnTo>
                  <a:pt x="3097" y="1629"/>
                </a:lnTo>
                <a:lnTo>
                  <a:pt x="3332" y="1540"/>
                </a:lnTo>
                <a:lnTo>
                  <a:pt x="3592" y="1464"/>
                </a:lnTo>
                <a:lnTo>
                  <a:pt x="3878" y="1403"/>
                </a:lnTo>
                <a:lnTo>
                  <a:pt x="4190" y="1359"/>
                </a:lnTo>
                <a:lnTo>
                  <a:pt x="4532" y="1332"/>
                </a:lnTo>
                <a:lnTo>
                  <a:pt x="4901" y="1324"/>
                </a:lnTo>
                <a:lnTo>
                  <a:pt x="5303" y="1335"/>
                </a:lnTo>
                <a:lnTo>
                  <a:pt x="5522" y="1219"/>
                </a:lnTo>
                <a:lnTo>
                  <a:pt x="5739" y="1107"/>
                </a:lnTo>
                <a:lnTo>
                  <a:pt x="5952" y="1001"/>
                </a:lnTo>
                <a:lnTo>
                  <a:pt x="6163" y="900"/>
                </a:lnTo>
                <a:lnTo>
                  <a:pt x="6369" y="806"/>
                </a:lnTo>
                <a:lnTo>
                  <a:pt x="6573" y="718"/>
                </a:lnTo>
                <a:lnTo>
                  <a:pt x="6773" y="637"/>
                </a:lnTo>
                <a:lnTo>
                  <a:pt x="6970" y="565"/>
                </a:lnTo>
                <a:lnTo>
                  <a:pt x="7163" y="501"/>
                </a:lnTo>
                <a:lnTo>
                  <a:pt x="7354" y="445"/>
                </a:lnTo>
                <a:lnTo>
                  <a:pt x="7540" y="400"/>
                </a:lnTo>
                <a:lnTo>
                  <a:pt x="7724" y="363"/>
                </a:lnTo>
                <a:lnTo>
                  <a:pt x="7904" y="337"/>
                </a:lnTo>
                <a:lnTo>
                  <a:pt x="8079" y="323"/>
                </a:lnTo>
                <a:lnTo>
                  <a:pt x="8251" y="320"/>
                </a:lnTo>
                <a:lnTo>
                  <a:pt x="8421" y="328"/>
                </a:lnTo>
                <a:lnTo>
                  <a:pt x="8586" y="349"/>
                </a:lnTo>
                <a:lnTo>
                  <a:pt x="8746" y="383"/>
                </a:lnTo>
                <a:lnTo>
                  <a:pt x="8903" y="430"/>
                </a:lnTo>
                <a:lnTo>
                  <a:pt x="9057" y="491"/>
                </a:lnTo>
                <a:lnTo>
                  <a:pt x="9206" y="567"/>
                </a:lnTo>
                <a:lnTo>
                  <a:pt x="9352" y="658"/>
                </a:lnTo>
                <a:lnTo>
                  <a:pt x="9494" y="764"/>
                </a:lnTo>
                <a:lnTo>
                  <a:pt x="9631" y="887"/>
                </a:lnTo>
                <a:lnTo>
                  <a:pt x="9765" y="1025"/>
                </a:lnTo>
                <a:lnTo>
                  <a:pt x="9895" y="1181"/>
                </a:lnTo>
                <a:lnTo>
                  <a:pt x="10019" y="1354"/>
                </a:lnTo>
                <a:lnTo>
                  <a:pt x="10141" y="1546"/>
                </a:lnTo>
                <a:lnTo>
                  <a:pt x="10257" y="1756"/>
                </a:lnTo>
                <a:lnTo>
                  <a:pt x="10370" y="1984"/>
                </a:lnTo>
                <a:lnTo>
                  <a:pt x="10478" y="2234"/>
                </a:lnTo>
                <a:lnTo>
                  <a:pt x="10582" y="250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3457361" y="2812972"/>
            <a:ext cx="2213616" cy="1106808"/>
            <a:chOff x="3706813" y="3897313"/>
            <a:chExt cx="1873250" cy="936625"/>
          </a:xfrm>
        </p:grpSpPr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4362238" y="3966213"/>
              <a:ext cx="465560" cy="286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IPv4</a:t>
              </a:r>
              <a:endPara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5" name="Freeform 164"/>
            <p:cNvSpPr>
              <a:spLocks noEditPoints="1"/>
            </p:cNvSpPr>
            <p:nvPr/>
          </p:nvSpPr>
          <p:spPr bwMode="auto">
            <a:xfrm>
              <a:off x="3706813" y="3897313"/>
              <a:ext cx="1873250" cy="936625"/>
            </a:xfrm>
            <a:custGeom>
              <a:avLst/>
              <a:gdLst>
                <a:gd name="T0" fmla="*/ 2147483646 w 14525"/>
                <a:gd name="T1" fmla="*/ 2147483646 h 12941"/>
                <a:gd name="T2" fmla="*/ 2147483646 w 14525"/>
                <a:gd name="T3" fmla="*/ 2147483646 h 12941"/>
                <a:gd name="T4" fmla="*/ 2147483646 w 14525"/>
                <a:gd name="T5" fmla="*/ 2147483646 h 12941"/>
                <a:gd name="T6" fmla="*/ 2147483646 w 14525"/>
                <a:gd name="T7" fmla="*/ 2147483646 h 12941"/>
                <a:gd name="T8" fmla="*/ 2147483646 w 14525"/>
                <a:gd name="T9" fmla="*/ 2147483646 h 12941"/>
                <a:gd name="T10" fmla="*/ 2147483646 w 14525"/>
                <a:gd name="T11" fmla="*/ 2147483646 h 12941"/>
                <a:gd name="T12" fmla="*/ 2147483646 w 14525"/>
                <a:gd name="T13" fmla="*/ 2147483646 h 12941"/>
                <a:gd name="T14" fmla="*/ 2147483646 w 14525"/>
                <a:gd name="T15" fmla="*/ 2147483646 h 12941"/>
                <a:gd name="T16" fmla="*/ 2147483646 w 14525"/>
                <a:gd name="T17" fmla="*/ 2147483646 h 12941"/>
                <a:gd name="T18" fmla="*/ 2147483646 w 14525"/>
                <a:gd name="T19" fmla="*/ 2147483646 h 12941"/>
                <a:gd name="T20" fmla="*/ 2147483646 w 14525"/>
                <a:gd name="T21" fmla="*/ 2147483646 h 12941"/>
                <a:gd name="T22" fmla="*/ 2147483646 w 14525"/>
                <a:gd name="T23" fmla="*/ 2147483646 h 12941"/>
                <a:gd name="T24" fmla="*/ 2147483646 w 14525"/>
                <a:gd name="T25" fmla="*/ 2147483646 h 12941"/>
                <a:gd name="T26" fmla="*/ 2147483646 w 14525"/>
                <a:gd name="T27" fmla="*/ 2147483646 h 12941"/>
                <a:gd name="T28" fmla="*/ 2147483646 w 14525"/>
                <a:gd name="T29" fmla="*/ 2147483646 h 12941"/>
                <a:gd name="T30" fmla="*/ 2147483646 w 14525"/>
                <a:gd name="T31" fmla="*/ 2147483646 h 12941"/>
                <a:gd name="T32" fmla="*/ 2147483646 w 14525"/>
                <a:gd name="T33" fmla="*/ 2147483646 h 12941"/>
                <a:gd name="T34" fmla="*/ 2147483646 w 14525"/>
                <a:gd name="T35" fmla="*/ 2147483646 h 12941"/>
                <a:gd name="T36" fmla="*/ 2147483646 w 14525"/>
                <a:gd name="T37" fmla="*/ 2147483646 h 12941"/>
                <a:gd name="T38" fmla="*/ 2147483646 w 14525"/>
                <a:gd name="T39" fmla="*/ 2147483646 h 12941"/>
                <a:gd name="T40" fmla="*/ 2147483646 w 14525"/>
                <a:gd name="T41" fmla="*/ 2147483646 h 12941"/>
                <a:gd name="T42" fmla="*/ 2147483646 w 14525"/>
                <a:gd name="T43" fmla="*/ 2147483646 h 12941"/>
                <a:gd name="T44" fmla="*/ 2147483646 w 14525"/>
                <a:gd name="T45" fmla="*/ 2147483646 h 12941"/>
                <a:gd name="T46" fmla="*/ 2147483646 w 14525"/>
                <a:gd name="T47" fmla="*/ 2147483646 h 12941"/>
                <a:gd name="T48" fmla="*/ 2147483646 w 14525"/>
                <a:gd name="T49" fmla="*/ 2147483646 h 12941"/>
                <a:gd name="T50" fmla="*/ 2147483646 w 14525"/>
                <a:gd name="T51" fmla="*/ 2147483646 h 12941"/>
                <a:gd name="T52" fmla="*/ 2147483646 w 14525"/>
                <a:gd name="T53" fmla="*/ 2147483646 h 12941"/>
                <a:gd name="T54" fmla="*/ 2147483646 w 14525"/>
                <a:gd name="T55" fmla="*/ 2147483646 h 12941"/>
                <a:gd name="T56" fmla="*/ 2147483646 w 14525"/>
                <a:gd name="T57" fmla="*/ 2147483646 h 12941"/>
                <a:gd name="T58" fmla="*/ 2147483646 w 14525"/>
                <a:gd name="T59" fmla="*/ 2147483646 h 12941"/>
                <a:gd name="T60" fmla="*/ 2147483646 w 14525"/>
                <a:gd name="T61" fmla="*/ 2147483646 h 12941"/>
                <a:gd name="T62" fmla="*/ 2147483646 w 14525"/>
                <a:gd name="T63" fmla="*/ 2147483646 h 12941"/>
                <a:gd name="T64" fmla="*/ 2147483646 w 14525"/>
                <a:gd name="T65" fmla="*/ 2147483646 h 12941"/>
                <a:gd name="T66" fmla="*/ 2147483646 w 14525"/>
                <a:gd name="T67" fmla="*/ 2147483646 h 12941"/>
                <a:gd name="T68" fmla="*/ 2147483646 w 14525"/>
                <a:gd name="T69" fmla="*/ 2147483646 h 12941"/>
                <a:gd name="T70" fmla="*/ 2147483646 w 14525"/>
                <a:gd name="T71" fmla="*/ 2147483646 h 12941"/>
                <a:gd name="T72" fmla="*/ 2147483646 w 14525"/>
                <a:gd name="T73" fmla="*/ 2147483646 h 12941"/>
                <a:gd name="T74" fmla="*/ 2147483646 w 14525"/>
                <a:gd name="T75" fmla="*/ 2147483646 h 12941"/>
                <a:gd name="T76" fmla="*/ 2147483646 w 14525"/>
                <a:gd name="T77" fmla="*/ 2147483646 h 12941"/>
                <a:gd name="T78" fmla="*/ 2147483646 w 14525"/>
                <a:gd name="T79" fmla="*/ 2147483646 h 12941"/>
                <a:gd name="T80" fmla="*/ 2147483646 w 14525"/>
                <a:gd name="T81" fmla="*/ 2147483646 h 12941"/>
                <a:gd name="T82" fmla="*/ 2147483646 w 14525"/>
                <a:gd name="T83" fmla="*/ 2147483646 h 12941"/>
                <a:gd name="T84" fmla="*/ 2147483646 w 14525"/>
                <a:gd name="T85" fmla="*/ 2147483646 h 12941"/>
                <a:gd name="T86" fmla="*/ 2147483646 w 14525"/>
                <a:gd name="T87" fmla="*/ 2147483646 h 12941"/>
                <a:gd name="T88" fmla="*/ 2147483646 w 14525"/>
                <a:gd name="T89" fmla="*/ 2147483646 h 12941"/>
                <a:gd name="T90" fmla="*/ 2147483646 w 14525"/>
                <a:gd name="T91" fmla="*/ 2147483646 h 12941"/>
                <a:gd name="T92" fmla="*/ 2147483646 w 14525"/>
                <a:gd name="T93" fmla="*/ 2147483646 h 12941"/>
                <a:gd name="T94" fmla="*/ 2147483646 w 14525"/>
                <a:gd name="T95" fmla="*/ 2147483646 h 12941"/>
                <a:gd name="T96" fmla="*/ 2147483646 w 14525"/>
                <a:gd name="T97" fmla="*/ 2147483646 h 12941"/>
                <a:gd name="T98" fmla="*/ 2147483646 w 14525"/>
                <a:gd name="T99" fmla="*/ 2147483646 h 12941"/>
                <a:gd name="T100" fmla="*/ 2147483646 w 14525"/>
                <a:gd name="T101" fmla="*/ 2147483646 h 12941"/>
                <a:gd name="T102" fmla="*/ 2147483646 w 14525"/>
                <a:gd name="T103" fmla="*/ 2147483646 h 12941"/>
                <a:gd name="T104" fmla="*/ 2147483646 w 14525"/>
                <a:gd name="T105" fmla="*/ 2147483646 h 12941"/>
                <a:gd name="T106" fmla="*/ 2147483646 w 14525"/>
                <a:gd name="T107" fmla="*/ 2147483646 h 12941"/>
                <a:gd name="T108" fmla="*/ 2147483646 w 14525"/>
                <a:gd name="T109" fmla="*/ 2147483646 h 129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4525"/>
                <a:gd name="T166" fmla="*/ 0 h 12941"/>
                <a:gd name="T167" fmla="*/ 14525 w 14525"/>
                <a:gd name="T168" fmla="*/ 12941 h 1294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4525" h="12941">
                  <a:moveTo>
                    <a:pt x="11373" y="2413"/>
                  </a:moveTo>
                  <a:lnTo>
                    <a:pt x="11390" y="2419"/>
                  </a:lnTo>
                  <a:lnTo>
                    <a:pt x="11438" y="2434"/>
                  </a:lnTo>
                  <a:lnTo>
                    <a:pt x="11515" y="2460"/>
                  </a:lnTo>
                  <a:lnTo>
                    <a:pt x="11617" y="2495"/>
                  </a:lnTo>
                  <a:lnTo>
                    <a:pt x="11743" y="2542"/>
                  </a:lnTo>
                  <a:lnTo>
                    <a:pt x="11887" y="2598"/>
                  </a:lnTo>
                  <a:lnTo>
                    <a:pt x="12049" y="2666"/>
                  </a:lnTo>
                  <a:lnTo>
                    <a:pt x="12224" y="2743"/>
                  </a:lnTo>
                  <a:lnTo>
                    <a:pt x="12411" y="2830"/>
                  </a:lnTo>
                  <a:lnTo>
                    <a:pt x="12605" y="2927"/>
                  </a:lnTo>
                  <a:lnTo>
                    <a:pt x="12805" y="3035"/>
                  </a:lnTo>
                  <a:lnTo>
                    <a:pt x="13006" y="3153"/>
                  </a:lnTo>
                  <a:lnTo>
                    <a:pt x="13207" y="3282"/>
                  </a:lnTo>
                  <a:lnTo>
                    <a:pt x="13405" y="3421"/>
                  </a:lnTo>
                  <a:lnTo>
                    <a:pt x="13595" y="3569"/>
                  </a:lnTo>
                  <a:lnTo>
                    <a:pt x="13775" y="3728"/>
                  </a:lnTo>
                  <a:lnTo>
                    <a:pt x="13943" y="3898"/>
                  </a:lnTo>
                  <a:lnTo>
                    <a:pt x="14096" y="4078"/>
                  </a:lnTo>
                  <a:lnTo>
                    <a:pt x="14231" y="4268"/>
                  </a:lnTo>
                  <a:lnTo>
                    <a:pt x="14343" y="4469"/>
                  </a:lnTo>
                  <a:lnTo>
                    <a:pt x="14432" y="4680"/>
                  </a:lnTo>
                  <a:lnTo>
                    <a:pt x="14494" y="4900"/>
                  </a:lnTo>
                  <a:lnTo>
                    <a:pt x="14525" y="5131"/>
                  </a:lnTo>
                  <a:lnTo>
                    <a:pt x="14523" y="5372"/>
                  </a:lnTo>
                  <a:lnTo>
                    <a:pt x="14484" y="5625"/>
                  </a:lnTo>
                  <a:lnTo>
                    <a:pt x="14407" y="5886"/>
                  </a:lnTo>
                  <a:lnTo>
                    <a:pt x="14289" y="6158"/>
                  </a:lnTo>
                  <a:lnTo>
                    <a:pt x="14125" y="6441"/>
                  </a:lnTo>
                  <a:lnTo>
                    <a:pt x="13913" y="6734"/>
                  </a:lnTo>
                  <a:lnTo>
                    <a:pt x="13651" y="7037"/>
                  </a:lnTo>
                  <a:lnTo>
                    <a:pt x="13335" y="7351"/>
                  </a:lnTo>
                  <a:lnTo>
                    <a:pt x="12962" y="7674"/>
                  </a:lnTo>
                  <a:lnTo>
                    <a:pt x="12965" y="7690"/>
                  </a:lnTo>
                  <a:lnTo>
                    <a:pt x="12973" y="7737"/>
                  </a:lnTo>
                  <a:lnTo>
                    <a:pt x="12982" y="7812"/>
                  </a:lnTo>
                  <a:lnTo>
                    <a:pt x="12994" y="7913"/>
                  </a:lnTo>
                  <a:lnTo>
                    <a:pt x="13007" y="8037"/>
                  </a:lnTo>
                  <a:lnTo>
                    <a:pt x="13018" y="8182"/>
                  </a:lnTo>
                  <a:lnTo>
                    <a:pt x="13027" y="8346"/>
                  </a:lnTo>
                  <a:lnTo>
                    <a:pt x="13032" y="8526"/>
                  </a:lnTo>
                  <a:lnTo>
                    <a:pt x="13032" y="8721"/>
                  </a:lnTo>
                  <a:lnTo>
                    <a:pt x="13026" y="8927"/>
                  </a:lnTo>
                  <a:lnTo>
                    <a:pt x="13011" y="9142"/>
                  </a:lnTo>
                  <a:lnTo>
                    <a:pt x="12987" y="9365"/>
                  </a:lnTo>
                  <a:lnTo>
                    <a:pt x="12953" y="9592"/>
                  </a:lnTo>
                  <a:lnTo>
                    <a:pt x="12907" y="9820"/>
                  </a:lnTo>
                  <a:lnTo>
                    <a:pt x="12847" y="10049"/>
                  </a:lnTo>
                  <a:lnTo>
                    <a:pt x="12773" y="10275"/>
                  </a:lnTo>
                  <a:lnTo>
                    <a:pt x="12682" y="10497"/>
                  </a:lnTo>
                  <a:lnTo>
                    <a:pt x="12574" y="10711"/>
                  </a:lnTo>
                  <a:lnTo>
                    <a:pt x="12447" y="10915"/>
                  </a:lnTo>
                  <a:lnTo>
                    <a:pt x="12300" y="11107"/>
                  </a:lnTo>
                  <a:lnTo>
                    <a:pt x="12131" y="11285"/>
                  </a:lnTo>
                  <a:lnTo>
                    <a:pt x="11940" y="11446"/>
                  </a:lnTo>
                  <a:lnTo>
                    <a:pt x="11723" y="11587"/>
                  </a:lnTo>
                  <a:lnTo>
                    <a:pt x="11481" y="11708"/>
                  </a:lnTo>
                  <a:lnTo>
                    <a:pt x="11212" y="11804"/>
                  </a:lnTo>
                  <a:lnTo>
                    <a:pt x="10914" y="11875"/>
                  </a:lnTo>
                  <a:lnTo>
                    <a:pt x="10587" y="11916"/>
                  </a:lnTo>
                  <a:lnTo>
                    <a:pt x="10228" y="11927"/>
                  </a:lnTo>
                  <a:lnTo>
                    <a:pt x="9837" y="11904"/>
                  </a:lnTo>
                  <a:lnTo>
                    <a:pt x="9412" y="11845"/>
                  </a:lnTo>
                  <a:lnTo>
                    <a:pt x="8951" y="11748"/>
                  </a:lnTo>
                  <a:lnTo>
                    <a:pt x="8454" y="11611"/>
                  </a:lnTo>
                  <a:lnTo>
                    <a:pt x="8442" y="11622"/>
                  </a:lnTo>
                  <a:lnTo>
                    <a:pt x="8408" y="11654"/>
                  </a:lnTo>
                  <a:lnTo>
                    <a:pt x="8352" y="11701"/>
                  </a:lnTo>
                  <a:lnTo>
                    <a:pt x="8276" y="11766"/>
                  </a:lnTo>
                  <a:lnTo>
                    <a:pt x="8182" y="11843"/>
                  </a:lnTo>
                  <a:lnTo>
                    <a:pt x="8069" y="11930"/>
                  </a:lnTo>
                  <a:lnTo>
                    <a:pt x="7940" y="12025"/>
                  </a:lnTo>
                  <a:lnTo>
                    <a:pt x="7796" y="12127"/>
                  </a:lnTo>
                  <a:lnTo>
                    <a:pt x="7638" y="12232"/>
                  </a:lnTo>
                  <a:lnTo>
                    <a:pt x="7466" y="12338"/>
                  </a:lnTo>
                  <a:lnTo>
                    <a:pt x="7284" y="12442"/>
                  </a:lnTo>
                  <a:lnTo>
                    <a:pt x="7092" y="12543"/>
                  </a:lnTo>
                  <a:lnTo>
                    <a:pt x="6889" y="12637"/>
                  </a:lnTo>
                  <a:lnTo>
                    <a:pt x="6680" y="12723"/>
                  </a:lnTo>
                  <a:lnTo>
                    <a:pt x="6463" y="12798"/>
                  </a:lnTo>
                  <a:lnTo>
                    <a:pt x="6241" y="12860"/>
                  </a:lnTo>
                  <a:lnTo>
                    <a:pt x="6015" y="12906"/>
                  </a:lnTo>
                  <a:lnTo>
                    <a:pt x="5786" y="12934"/>
                  </a:lnTo>
                  <a:lnTo>
                    <a:pt x="5554" y="12941"/>
                  </a:lnTo>
                  <a:lnTo>
                    <a:pt x="5323" y="12926"/>
                  </a:lnTo>
                  <a:lnTo>
                    <a:pt x="5092" y="12885"/>
                  </a:lnTo>
                  <a:lnTo>
                    <a:pt x="4863" y="12817"/>
                  </a:lnTo>
                  <a:lnTo>
                    <a:pt x="4638" y="12719"/>
                  </a:lnTo>
                  <a:lnTo>
                    <a:pt x="4415" y="12588"/>
                  </a:lnTo>
                  <a:lnTo>
                    <a:pt x="4199" y="12423"/>
                  </a:lnTo>
                  <a:lnTo>
                    <a:pt x="3991" y="12220"/>
                  </a:lnTo>
                  <a:lnTo>
                    <a:pt x="3789" y="11978"/>
                  </a:lnTo>
                  <a:lnTo>
                    <a:pt x="3597" y="11693"/>
                  </a:lnTo>
                  <a:lnTo>
                    <a:pt x="3417" y="11365"/>
                  </a:lnTo>
                  <a:lnTo>
                    <a:pt x="3246" y="10990"/>
                  </a:lnTo>
                  <a:lnTo>
                    <a:pt x="3090" y="10565"/>
                  </a:lnTo>
                  <a:lnTo>
                    <a:pt x="2948" y="10089"/>
                  </a:lnTo>
                  <a:lnTo>
                    <a:pt x="2931" y="10085"/>
                  </a:lnTo>
                  <a:lnTo>
                    <a:pt x="2884" y="10075"/>
                  </a:lnTo>
                  <a:lnTo>
                    <a:pt x="2810" y="10055"/>
                  </a:lnTo>
                  <a:lnTo>
                    <a:pt x="2712" y="10028"/>
                  </a:lnTo>
                  <a:lnTo>
                    <a:pt x="2590" y="9993"/>
                  </a:lnTo>
                  <a:lnTo>
                    <a:pt x="2451" y="9948"/>
                  </a:lnTo>
                  <a:lnTo>
                    <a:pt x="2296" y="9895"/>
                  </a:lnTo>
                  <a:lnTo>
                    <a:pt x="2127" y="9832"/>
                  </a:lnTo>
                  <a:lnTo>
                    <a:pt x="1949" y="9759"/>
                  </a:lnTo>
                  <a:lnTo>
                    <a:pt x="1763" y="9676"/>
                  </a:lnTo>
                  <a:lnTo>
                    <a:pt x="1572" y="9583"/>
                  </a:lnTo>
                  <a:lnTo>
                    <a:pt x="1381" y="9479"/>
                  </a:lnTo>
                  <a:lnTo>
                    <a:pt x="1190" y="9363"/>
                  </a:lnTo>
                  <a:lnTo>
                    <a:pt x="1004" y="9237"/>
                  </a:lnTo>
                  <a:lnTo>
                    <a:pt x="826" y="9099"/>
                  </a:lnTo>
                  <a:lnTo>
                    <a:pt x="656" y="8948"/>
                  </a:lnTo>
                  <a:lnTo>
                    <a:pt x="501" y="8785"/>
                  </a:lnTo>
                  <a:lnTo>
                    <a:pt x="360" y="8609"/>
                  </a:lnTo>
                  <a:lnTo>
                    <a:pt x="239" y="8420"/>
                  </a:lnTo>
                  <a:lnTo>
                    <a:pt x="139" y="8219"/>
                  </a:lnTo>
                  <a:lnTo>
                    <a:pt x="65" y="8003"/>
                  </a:lnTo>
                  <a:lnTo>
                    <a:pt x="17" y="7773"/>
                  </a:lnTo>
                  <a:lnTo>
                    <a:pt x="0" y="7528"/>
                  </a:lnTo>
                  <a:lnTo>
                    <a:pt x="17" y="7270"/>
                  </a:lnTo>
                  <a:lnTo>
                    <a:pt x="69" y="6996"/>
                  </a:lnTo>
                  <a:lnTo>
                    <a:pt x="160" y="6707"/>
                  </a:lnTo>
                  <a:lnTo>
                    <a:pt x="294" y="6401"/>
                  </a:lnTo>
                  <a:lnTo>
                    <a:pt x="472" y="6081"/>
                  </a:lnTo>
                  <a:lnTo>
                    <a:pt x="698" y="5743"/>
                  </a:lnTo>
                  <a:lnTo>
                    <a:pt x="974" y="5390"/>
                  </a:lnTo>
                  <a:lnTo>
                    <a:pt x="1304" y="5018"/>
                  </a:lnTo>
                  <a:lnTo>
                    <a:pt x="1691" y="4631"/>
                  </a:lnTo>
                  <a:lnTo>
                    <a:pt x="1688" y="4619"/>
                  </a:lnTo>
                  <a:lnTo>
                    <a:pt x="1680" y="4588"/>
                  </a:lnTo>
                  <a:lnTo>
                    <a:pt x="1669" y="4537"/>
                  </a:lnTo>
                  <a:lnTo>
                    <a:pt x="1655" y="4469"/>
                  </a:lnTo>
                  <a:lnTo>
                    <a:pt x="1639" y="4384"/>
                  </a:lnTo>
                  <a:lnTo>
                    <a:pt x="1625" y="4284"/>
                  </a:lnTo>
                  <a:lnTo>
                    <a:pt x="1611" y="4171"/>
                  </a:lnTo>
                  <a:lnTo>
                    <a:pt x="1600" y="4045"/>
                  </a:lnTo>
                  <a:lnTo>
                    <a:pt x="1594" y="3909"/>
                  </a:lnTo>
                  <a:lnTo>
                    <a:pt x="1593" y="3763"/>
                  </a:lnTo>
                  <a:lnTo>
                    <a:pt x="1598" y="3611"/>
                  </a:lnTo>
                  <a:lnTo>
                    <a:pt x="1611" y="3451"/>
                  </a:lnTo>
                  <a:lnTo>
                    <a:pt x="1633" y="3287"/>
                  </a:lnTo>
                  <a:lnTo>
                    <a:pt x="1666" y="3119"/>
                  </a:lnTo>
                  <a:lnTo>
                    <a:pt x="1711" y="2948"/>
                  </a:lnTo>
                  <a:lnTo>
                    <a:pt x="1769" y="2778"/>
                  </a:lnTo>
                  <a:lnTo>
                    <a:pt x="1842" y="2608"/>
                  </a:lnTo>
                  <a:lnTo>
                    <a:pt x="1930" y="2440"/>
                  </a:lnTo>
                  <a:lnTo>
                    <a:pt x="2035" y="2276"/>
                  </a:lnTo>
                  <a:lnTo>
                    <a:pt x="2159" y="2116"/>
                  </a:lnTo>
                  <a:lnTo>
                    <a:pt x="2301" y="1965"/>
                  </a:lnTo>
                  <a:lnTo>
                    <a:pt x="2465" y="1819"/>
                  </a:lnTo>
                  <a:lnTo>
                    <a:pt x="2651" y="1684"/>
                  </a:lnTo>
                  <a:lnTo>
                    <a:pt x="2860" y="1560"/>
                  </a:lnTo>
                  <a:lnTo>
                    <a:pt x="3094" y="1447"/>
                  </a:lnTo>
                  <a:lnTo>
                    <a:pt x="3354" y="1349"/>
                  </a:lnTo>
                  <a:lnTo>
                    <a:pt x="3642" y="1266"/>
                  </a:lnTo>
                  <a:lnTo>
                    <a:pt x="3958" y="1198"/>
                  </a:lnTo>
                  <a:lnTo>
                    <a:pt x="4304" y="1149"/>
                  </a:lnTo>
                  <a:lnTo>
                    <a:pt x="4681" y="1119"/>
                  </a:lnTo>
                  <a:lnTo>
                    <a:pt x="5091" y="1110"/>
                  </a:lnTo>
                  <a:lnTo>
                    <a:pt x="5535" y="1123"/>
                  </a:lnTo>
                  <a:lnTo>
                    <a:pt x="5777" y="995"/>
                  </a:lnTo>
                  <a:lnTo>
                    <a:pt x="6017" y="871"/>
                  </a:lnTo>
                  <a:lnTo>
                    <a:pt x="6253" y="754"/>
                  </a:lnTo>
                  <a:lnTo>
                    <a:pt x="6485" y="642"/>
                  </a:lnTo>
                  <a:lnTo>
                    <a:pt x="6714" y="538"/>
                  </a:lnTo>
                  <a:lnTo>
                    <a:pt x="6939" y="440"/>
                  </a:lnTo>
                  <a:lnTo>
                    <a:pt x="7161" y="352"/>
                  </a:lnTo>
                  <a:lnTo>
                    <a:pt x="7379" y="271"/>
                  </a:lnTo>
                  <a:lnTo>
                    <a:pt x="7593" y="200"/>
                  </a:lnTo>
                  <a:lnTo>
                    <a:pt x="7803" y="139"/>
                  </a:lnTo>
                  <a:lnTo>
                    <a:pt x="8009" y="88"/>
                  </a:lnTo>
                  <a:lnTo>
                    <a:pt x="8212" y="47"/>
                  </a:lnTo>
                  <a:lnTo>
                    <a:pt x="8411" y="19"/>
                  </a:lnTo>
                  <a:lnTo>
                    <a:pt x="8605" y="3"/>
                  </a:lnTo>
                  <a:lnTo>
                    <a:pt x="8796" y="0"/>
                  </a:lnTo>
                  <a:lnTo>
                    <a:pt x="8982" y="9"/>
                  </a:lnTo>
                  <a:lnTo>
                    <a:pt x="9165" y="32"/>
                  </a:lnTo>
                  <a:lnTo>
                    <a:pt x="9343" y="69"/>
                  </a:lnTo>
                  <a:lnTo>
                    <a:pt x="9517" y="121"/>
                  </a:lnTo>
                  <a:lnTo>
                    <a:pt x="9687" y="190"/>
                  </a:lnTo>
                  <a:lnTo>
                    <a:pt x="9852" y="273"/>
                  </a:lnTo>
                  <a:lnTo>
                    <a:pt x="10013" y="374"/>
                  </a:lnTo>
                  <a:lnTo>
                    <a:pt x="10170" y="491"/>
                  </a:lnTo>
                  <a:lnTo>
                    <a:pt x="10322" y="626"/>
                  </a:lnTo>
                  <a:lnTo>
                    <a:pt x="10470" y="780"/>
                  </a:lnTo>
                  <a:lnTo>
                    <a:pt x="10613" y="952"/>
                  </a:lnTo>
                  <a:lnTo>
                    <a:pt x="10751" y="1144"/>
                  </a:lnTo>
                  <a:lnTo>
                    <a:pt x="10885" y="1355"/>
                  </a:lnTo>
                  <a:lnTo>
                    <a:pt x="11014" y="1588"/>
                  </a:lnTo>
                  <a:lnTo>
                    <a:pt x="11138" y="1841"/>
                  </a:lnTo>
                  <a:lnTo>
                    <a:pt x="11259" y="2116"/>
                  </a:lnTo>
                  <a:lnTo>
                    <a:pt x="11373" y="2413"/>
                  </a:lnTo>
                  <a:close/>
                  <a:moveTo>
                    <a:pt x="10582" y="2503"/>
                  </a:moveTo>
                  <a:lnTo>
                    <a:pt x="10597" y="2507"/>
                  </a:lnTo>
                  <a:lnTo>
                    <a:pt x="10641" y="2521"/>
                  </a:lnTo>
                  <a:lnTo>
                    <a:pt x="10711" y="2544"/>
                  </a:lnTo>
                  <a:lnTo>
                    <a:pt x="10803" y="2576"/>
                  </a:lnTo>
                  <a:lnTo>
                    <a:pt x="10916" y="2619"/>
                  </a:lnTo>
                  <a:lnTo>
                    <a:pt x="11047" y="2670"/>
                  </a:lnTo>
                  <a:lnTo>
                    <a:pt x="11192" y="2730"/>
                  </a:lnTo>
                  <a:lnTo>
                    <a:pt x="11351" y="2800"/>
                  </a:lnTo>
                  <a:lnTo>
                    <a:pt x="11520" y="2879"/>
                  </a:lnTo>
                  <a:lnTo>
                    <a:pt x="11696" y="2967"/>
                  </a:lnTo>
                  <a:lnTo>
                    <a:pt x="11876" y="3065"/>
                  </a:lnTo>
                  <a:lnTo>
                    <a:pt x="12058" y="3171"/>
                  </a:lnTo>
                  <a:lnTo>
                    <a:pt x="12240" y="3288"/>
                  </a:lnTo>
                  <a:lnTo>
                    <a:pt x="12418" y="3412"/>
                  </a:lnTo>
                  <a:lnTo>
                    <a:pt x="12591" y="3547"/>
                  </a:lnTo>
                  <a:lnTo>
                    <a:pt x="12754" y="3691"/>
                  </a:lnTo>
                  <a:lnTo>
                    <a:pt x="12905" y="3844"/>
                  </a:lnTo>
                  <a:lnTo>
                    <a:pt x="13043" y="4008"/>
                  </a:lnTo>
                  <a:lnTo>
                    <a:pt x="13165" y="4179"/>
                  </a:lnTo>
                  <a:lnTo>
                    <a:pt x="13268" y="4361"/>
                  </a:lnTo>
                  <a:lnTo>
                    <a:pt x="13347" y="4551"/>
                  </a:lnTo>
                  <a:lnTo>
                    <a:pt x="13402" y="4750"/>
                  </a:lnTo>
                  <a:lnTo>
                    <a:pt x="13430" y="4959"/>
                  </a:lnTo>
                  <a:lnTo>
                    <a:pt x="13429" y="5178"/>
                  </a:lnTo>
                  <a:lnTo>
                    <a:pt x="13394" y="5405"/>
                  </a:lnTo>
                  <a:lnTo>
                    <a:pt x="13325" y="5642"/>
                  </a:lnTo>
                  <a:lnTo>
                    <a:pt x="13218" y="5888"/>
                  </a:lnTo>
                  <a:lnTo>
                    <a:pt x="13069" y="6144"/>
                  </a:lnTo>
                  <a:lnTo>
                    <a:pt x="12878" y="6409"/>
                  </a:lnTo>
                  <a:lnTo>
                    <a:pt x="12640" y="6683"/>
                  </a:lnTo>
                  <a:lnTo>
                    <a:pt x="12355" y="6965"/>
                  </a:lnTo>
                  <a:lnTo>
                    <a:pt x="12019" y="7258"/>
                  </a:lnTo>
                  <a:lnTo>
                    <a:pt x="12021" y="7273"/>
                  </a:lnTo>
                  <a:lnTo>
                    <a:pt x="12027" y="7315"/>
                  </a:lnTo>
                  <a:lnTo>
                    <a:pt x="12036" y="7383"/>
                  </a:lnTo>
                  <a:lnTo>
                    <a:pt x="12048" y="7474"/>
                  </a:lnTo>
                  <a:lnTo>
                    <a:pt x="12058" y="7586"/>
                  </a:lnTo>
                  <a:lnTo>
                    <a:pt x="12068" y="7717"/>
                  </a:lnTo>
                  <a:lnTo>
                    <a:pt x="12077" y="7866"/>
                  </a:lnTo>
                  <a:lnTo>
                    <a:pt x="12082" y="8029"/>
                  </a:lnTo>
                  <a:lnTo>
                    <a:pt x="12082" y="8205"/>
                  </a:lnTo>
                  <a:lnTo>
                    <a:pt x="12076" y="8391"/>
                  </a:lnTo>
                  <a:lnTo>
                    <a:pt x="12062" y="8586"/>
                  </a:lnTo>
                  <a:lnTo>
                    <a:pt x="12041" y="8787"/>
                  </a:lnTo>
                  <a:lnTo>
                    <a:pt x="12010" y="8992"/>
                  </a:lnTo>
                  <a:lnTo>
                    <a:pt x="11969" y="9199"/>
                  </a:lnTo>
                  <a:lnTo>
                    <a:pt x="11915" y="9406"/>
                  </a:lnTo>
                  <a:lnTo>
                    <a:pt x="11847" y="9611"/>
                  </a:lnTo>
                  <a:lnTo>
                    <a:pt x="11765" y="9810"/>
                  </a:lnTo>
                  <a:lnTo>
                    <a:pt x="11668" y="10003"/>
                  </a:lnTo>
                  <a:lnTo>
                    <a:pt x="11553" y="10188"/>
                  </a:lnTo>
                  <a:lnTo>
                    <a:pt x="11420" y="10362"/>
                  </a:lnTo>
                  <a:lnTo>
                    <a:pt x="11267" y="10523"/>
                  </a:lnTo>
                  <a:lnTo>
                    <a:pt x="11094" y="10668"/>
                  </a:lnTo>
                  <a:lnTo>
                    <a:pt x="10899" y="10797"/>
                  </a:lnTo>
                  <a:lnTo>
                    <a:pt x="10679" y="10905"/>
                  </a:lnTo>
                  <a:lnTo>
                    <a:pt x="10437" y="10992"/>
                  </a:lnTo>
                  <a:lnTo>
                    <a:pt x="10167" y="11055"/>
                  </a:lnTo>
                  <a:lnTo>
                    <a:pt x="9871" y="11094"/>
                  </a:lnTo>
                  <a:lnTo>
                    <a:pt x="9547" y="11103"/>
                  </a:lnTo>
                  <a:lnTo>
                    <a:pt x="9193" y="11082"/>
                  </a:lnTo>
                  <a:lnTo>
                    <a:pt x="8809" y="11029"/>
                  </a:lnTo>
                  <a:lnTo>
                    <a:pt x="8392" y="10942"/>
                  </a:lnTo>
                  <a:lnTo>
                    <a:pt x="7943" y="10818"/>
                  </a:lnTo>
                  <a:lnTo>
                    <a:pt x="7932" y="10828"/>
                  </a:lnTo>
                  <a:lnTo>
                    <a:pt x="7900" y="10856"/>
                  </a:lnTo>
                  <a:lnTo>
                    <a:pt x="7851" y="10900"/>
                  </a:lnTo>
                  <a:lnTo>
                    <a:pt x="7782" y="10958"/>
                  </a:lnTo>
                  <a:lnTo>
                    <a:pt x="7696" y="11027"/>
                  </a:lnTo>
                  <a:lnTo>
                    <a:pt x="7594" y="11106"/>
                  </a:lnTo>
                  <a:lnTo>
                    <a:pt x="7478" y="11192"/>
                  </a:lnTo>
                  <a:lnTo>
                    <a:pt x="7348" y="11284"/>
                  </a:lnTo>
                  <a:lnTo>
                    <a:pt x="7205" y="11379"/>
                  </a:lnTo>
                  <a:lnTo>
                    <a:pt x="7050" y="11475"/>
                  </a:lnTo>
                  <a:lnTo>
                    <a:pt x="6885" y="11569"/>
                  </a:lnTo>
                  <a:lnTo>
                    <a:pt x="6711" y="11660"/>
                  </a:lnTo>
                  <a:lnTo>
                    <a:pt x="6528" y="11746"/>
                  </a:lnTo>
                  <a:lnTo>
                    <a:pt x="6338" y="11823"/>
                  </a:lnTo>
                  <a:lnTo>
                    <a:pt x="6143" y="11891"/>
                  </a:lnTo>
                  <a:lnTo>
                    <a:pt x="5941" y="11946"/>
                  </a:lnTo>
                  <a:lnTo>
                    <a:pt x="5737" y="11989"/>
                  </a:lnTo>
                  <a:lnTo>
                    <a:pt x="5530" y="12014"/>
                  </a:lnTo>
                  <a:lnTo>
                    <a:pt x="5321" y="12021"/>
                  </a:lnTo>
                  <a:lnTo>
                    <a:pt x="5112" y="12007"/>
                  </a:lnTo>
                  <a:lnTo>
                    <a:pt x="4903" y="11970"/>
                  </a:lnTo>
                  <a:lnTo>
                    <a:pt x="4696" y="11908"/>
                  </a:lnTo>
                  <a:lnTo>
                    <a:pt x="4492" y="11820"/>
                  </a:lnTo>
                  <a:lnTo>
                    <a:pt x="4292" y="11701"/>
                  </a:lnTo>
                  <a:lnTo>
                    <a:pt x="4097" y="11552"/>
                  </a:lnTo>
                  <a:lnTo>
                    <a:pt x="3907" y="11368"/>
                  </a:lnTo>
                  <a:lnTo>
                    <a:pt x="3725" y="11149"/>
                  </a:lnTo>
                  <a:lnTo>
                    <a:pt x="3552" y="10892"/>
                  </a:lnTo>
                  <a:lnTo>
                    <a:pt x="3388" y="10595"/>
                  </a:lnTo>
                  <a:lnTo>
                    <a:pt x="3234" y="10256"/>
                  </a:lnTo>
                  <a:lnTo>
                    <a:pt x="3093" y="9872"/>
                  </a:lnTo>
                  <a:lnTo>
                    <a:pt x="2964" y="9442"/>
                  </a:lnTo>
                  <a:lnTo>
                    <a:pt x="2950" y="9438"/>
                  </a:lnTo>
                  <a:lnTo>
                    <a:pt x="2907" y="9429"/>
                  </a:lnTo>
                  <a:lnTo>
                    <a:pt x="2840" y="9411"/>
                  </a:lnTo>
                  <a:lnTo>
                    <a:pt x="2750" y="9387"/>
                  </a:lnTo>
                  <a:lnTo>
                    <a:pt x="2641" y="9355"/>
                  </a:lnTo>
                  <a:lnTo>
                    <a:pt x="2516" y="9315"/>
                  </a:lnTo>
                  <a:lnTo>
                    <a:pt x="2374" y="9266"/>
                  </a:lnTo>
                  <a:lnTo>
                    <a:pt x="2223" y="9209"/>
                  </a:lnTo>
                  <a:lnTo>
                    <a:pt x="2061" y="9143"/>
                  </a:lnTo>
                  <a:lnTo>
                    <a:pt x="1893" y="9069"/>
                  </a:lnTo>
                  <a:lnTo>
                    <a:pt x="1720" y="8984"/>
                  </a:lnTo>
                  <a:lnTo>
                    <a:pt x="1547" y="8890"/>
                  </a:lnTo>
                  <a:lnTo>
                    <a:pt x="1375" y="8786"/>
                  </a:lnTo>
                  <a:lnTo>
                    <a:pt x="1207" y="8671"/>
                  </a:lnTo>
                  <a:lnTo>
                    <a:pt x="1045" y="8546"/>
                  </a:lnTo>
                  <a:lnTo>
                    <a:pt x="892" y="8410"/>
                  </a:lnTo>
                  <a:lnTo>
                    <a:pt x="751" y="8263"/>
                  </a:lnTo>
                  <a:lnTo>
                    <a:pt x="625" y="8104"/>
                  </a:lnTo>
                  <a:lnTo>
                    <a:pt x="515" y="7933"/>
                  </a:lnTo>
                  <a:lnTo>
                    <a:pt x="425" y="7751"/>
                  </a:lnTo>
                  <a:lnTo>
                    <a:pt x="357" y="7555"/>
                  </a:lnTo>
                  <a:lnTo>
                    <a:pt x="315" y="7348"/>
                  </a:lnTo>
                  <a:lnTo>
                    <a:pt x="299" y="7127"/>
                  </a:lnTo>
                  <a:lnTo>
                    <a:pt x="314" y="6893"/>
                  </a:lnTo>
                  <a:lnTo>
                    <a:pt x="362" y="6646"/>
                  </a:lnTo>
                  <a:lnTo>
                    <a:pt x="444" y="6384"/>
                  </a:lnTo>
                  <a:lnTo>
                    <a:pt x="564" y="6108"/>
                  </a:lnTo>
                  <a:lnTo>
                    <a:pt x="726" y="5818"/>
                  </a:lnTo>
                  <a:lnTo>
                    <a:pt x="930" y="5512"/>
                  </a:lnTo>
                  <a:lnTo>
                    <a:pt x="1180" y="5193"/>
                  </a:lnTo>
                  <a:lnTo>
                    <a:pt x="1479" y="4857"/>
                  </a:lnTo>
                  <a:lnTo>
                    <a:pt x="1828" y="4506"/>
                  </a:lnTo>
                  <a:lnTo>
                    <a:pt x="1825" y="4497"/>
                  </a:lnTo>
                  <a:lnTo>
                    <a:pt x="1818" y="4469"/>
                  </a:lnTo>
                  <a:lnTo>
                    <a:pt x="1808" y="4422"/>
                  </a:lnTo>
                  <a:lnTo>
                    <a:pt x="1795" y="4361"/>
                  </a:lnTo>
                  <a:lnTo>
                    <a:pt x="1782" y="4284"/>
                  </a:lnTo>
                  <a:lnTo>
                    <a:pt x="1768" y="4193"/>
                  </a:lnTo>
                  <a:lnTo>
                    <a:pt x="1756" y="4091"/>
                  </a:lnTo>
                  <a:lnTo>
                    <a:pt x="1746" y="3977"/>
                  </a:lnTo>
                  <a:lnTo>
                    <a:pt x="1740" y="3854"/>
                  </a:lnTo>
                  <a:lnTo>
                    <a:pt x="1739" y="3723"/>
                  </a:lnTo>
                  <a:lnTo>
                    <a:pt x="1743" y="3585"/>
                  </a:lnTo>
                  <a:lnTo>
                    <a:pt x="1756" y="3440"/>
                  </a:lnTo>
                  <a:lnTo>
                    <a:pt x="1777" y="3292"/>
                  </a:lnTo>
                  <a:lnTo>
                    <a:pt x="1806" y="3139"/>
                  </a:lnTo>
                  <a:lnTo>
                    <a:pt x="1846" y="2986"/>
                  </a:lnTo>
                  <a:lnTo>
                    <a:pt x="1899" y="2831"/>
                  </a:lnTo>
                  <a:lnTo>
                    <a:pt x="1964" y="2678"/>
                  </a:lnTo>
                  <a:lnTo>
                    <a:pt x="2044" y="2527"/>
                  </a:lnTo>
                  <a:lnTo>
                    <a:pt x="2139" y="2378"/>
                  </a:lnTo>
                  <a:lnTo>
                    <a:pt x="2251" y="2234"/>
                  </a:lnTo>
                  <a:lnTo>
                    <a:pt x="2380" y="2096"/>
                  </a:lnTo>
                  <a:lnTo>
                    <a:pt x="2527" y="1965"/>
                  </a:lnTo>
                  <a:lnTo>
                    <a:pt x="2695" y="1843"/>
                  </a:lnTo>
                  <a:lnTo>
                    <a:pt x="2885" y="1730"/>
                  </a:lnTo>
                  <a:lnTo>
                    <a:pt x="3097" y="1629"/>
                  </a:lnTo>
                  <a:lnTo>
                    <a:pt x="3332" y="1540"/>
                  </a:lnTo>
                  <a:lnTo>
                    <a:pt x="3592" y="1464"/>
                  </a:lnTo>
                  <a:lnTo>
                    <a:pt x="3878" y="1403"/>
                  </a:lnTo>
                  <a:lnTo>
                    <a:pt x="4190" y="1359"/>
                  </a:lnTo>
                  <a:lnTo>
                    <a:pt x="4532" y="1332"/>
                  </a:lnTo>
                  <a:lnTo>
                    <a:pt x="4901" y="1324"/>
                  </a:lnTo>
                  <a:lnTo>
                    <a:pt x="5303" y="1335"/>
                  </a:lnTo>
                  <a:lnTo>
                    <a:pt x="5522" y="1219"/>
                  </a:lnTo>
                  <a:lnTo>
                    <a:pt x="5739" y="1107"/>
                  </a:lnTo>
                  <a:lnTo>
                    <a:pt x="5952" y="1001"/>
                  </a:lnTo>
                  <a:lnTo>
                    <a:pt x="6163" y="900"/>
                  </a:lnTo>
                  <a:lnTo>
                    <a:pt x="6369" y="806"/>
                  </a:lnTo>
                  <a:lnTo>
                    <a:pt x="6573" y="718"/>
                  </a:lnTo>
                  <a:lnTo>
                    <a:pt x="6773" y="637"/>
                  </a:lnTo>
                  <a:lnTo>
                    <a:pt x="6970" y="565"/>
                  </a:lnTo>
                  <a:lnTo>
                    <a:pt x="7163" y="501"/>
                  </a:lnTo>
                  <a:lnTo>
                    <a:pt x="7354" y="445"/>
                  </a:lnTo>
                  <a:lnTo>
                    <a:pt x="7540" y="400"/>
                  </a:lnTo>
                  <a:lnTo>
                    <a:pt x="7724" y="363"/>
                  </a:lnTo>
                  <a:lnTo>
                    <a:pt x="7904" y="337"/>
                  </a:lnTo>
                  <a:lnTo>
                    <a:pt x="8079" y="323"/>
                  </a:lnTo>
                  <a:lnTo>
                    <a:pt x="8251" y="320"/>
                  </a:lnTo>
                  <a:lnTo>
                    <a:pt x="8421" y="328"/>
                  </a:lnTo>
                  <a:lnTo>
                    <a:pt x="8586" y="349"/>
                  </a:lnTo>
                  <a:lnTo>
                    <a:pt x="8746" y="383"/>
                  </a:lnTo>
                  <a:lnTo>
                    <a:pt x="8903" y="430"/>
                  </a:lnTo>
                  <a:lnTo>
                    <a:pt x="9057" y="491"/>
                  </a:lnTo>
                  <a:lnTo>
                    <a:pt x="9206" y="567"/>
                  </a:lnTo>
                  <a:lnTo>
                    <a:pt x="9352" y="658"/>
                  </a:lnTo>
                  <a:lnTo>
                    <a:pt x="9494" y="764"/>
                  </a:lnTo>
                  <a:lnTo>
                    <a:pt x="9631" y="887"/>
                  </a:lnTo>
                  <a:lnTo>
                    <a:pt x="9765" y="1025"/>
                  </a:lnTo>
                  <a:lnTo>
                    <a:pt x="9895" y="1181"/>
                  </a:lnTo>
                  <a:lnTo>
                    <a:pt x="10019" y="1354"/>
                  </a:lnTo>
                  <a:lnTo>
                    <a:pt x="10141" y="1546"/>
                  </a:lnTo>
                  <a:lnTo>
                    <a:pt x="10257" y="1756"/>
                  </a:lnTo>
                  <a:lnTo>
                    <a:pt x="10370" y="1984"/>
                  </a:lnTo>
                  <a:lnTo>
                    <a:pt x="10478" y="2234"/>
                  </a:lnTo>
                  <a:lnTo>
                    <a:pt x="10582" y="2503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0" name="矩形 135"/>
          <p:cNvSpPr>
            <a:spLocks noChangeArrowheads="1"/>
          </p:cNvSpPr>
          <p:nvPr/>
        </p:nvSpPr>
        <p:spPr bwMode="auto">
          <a:xfrm>
            <a:off x="225106" y="3557722"/>
            <a:ext cx="1446355" cy="4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latin typeface="+mn-lt"/>
                <a:ea typeface="+mn-ea"/>
              </a:rPr>
              <a:t>PC1</a:t>
            </a:r>
            <a:endParaRPr lang="en-US" altLang="zh-CN" sz="1600" dirty="0">
              <a:latin typeface="+mn-lt"/>
              <a:ea typeface="+mn-ea"/>
            </a:endParaRPr>
          </a:p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latin typeface="+mn-lt"/>
                <a:ea typeface="+mn-ea"/>
              </a:rPr>
              <a:t>IPv6</a:t>
            </a:r>
            <a:r>
              <a:rPr lang="zh-CN" altLang="en-US" sz="1600" dirty="0">
                <a:latin typeface="+mn-lt"/>
                <a:ea typeface="+mn-ea"/>
              </a:rPr>
              <a:t>主机</a:t>
            </a:r>
            <a:endParaRPr lang="en-US" altLang="zh-CN" sz="1600" dirty="0">
              <a:latin typeface="+mn-lt"/>
              <a:ea typeface="+mn-ea"/>
            </a:endParaRPr>
          </a:p>
        </p:txBody>
      </p:sp>
      <p:sp>
        <p:nvSpPr>
          <p:cNvPr id="22" name="矩形 137"/>
          <p:cNvSpPr>
            <a:spLocks noChangeArrowheads="1"/>
          </p:cNvSpPr>
          <p:nvPr/>
        </p:nvSpPr>
        <p:spPr bwMode="auto">
          <a:xfrm>
            <a:off x="7458751" y="3557722"/>
            <a:ext cx="1446355" cy="4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PC2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IPv6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主机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grpSp>
        <p:nvGrpSpPr>
          <p:cNvPr id="50" name="Group 89"/>
          <p:cNvGrpSpPr/>
          <p:nvPr/>
        </p:nvGrpSpPr>
        <p:grpSpPr bwMode="auto">
          <a:xfrm>
            <a:off x="632859" y="3094833"/>
            <a:ext cx="619062" cy="543086"/>
            <a:chOff x="-44" y="1473"/>
            <a:chExt cx="981" cy="1105"/>
          </a:xfrm>
        </p:grpSpPr>
        <p:pic>
          <p:nvPicPr>
            <p:cNvPr id="5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3" name="Group 89"/>
          <p:cNvGrpSpPr/>
          <p:nvPr/>
        </p:nvGrpSpPr>
        <p:grpSpPr bwMode="auto">
          <a:xfrm>
            <a:off x="7872398" y="3094833"/>
            <a:ext cx="619062" cy="543086"/>
            <a:chOff x="-44" y="1473"/>
            <a:chExt cx="981" cy="1105"/>
          </a:xfrm>
        </p:grpSpPr>
        <p:pic>
          <p:nvPicPr>
            <p:cNvPr id="54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IPv6 </a:t>
            </a:r>
            <a:r>
              <a:rPr lang="en-US" altLang="zh-CN" dirty="0"/>
              <a:t>over IPv4 </a:t>
            </a:r>
            <a:r>
              <a:rPr lang="zh-CN" altLang="en-US" dirty="0"/>
              <a:t>隧道技术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隧道技术</a:t>
            </a:r>
            <a:endParaRPr lang="zh-CN" altLang="en-US" dirty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IPv6</a:t>
            </a:r>
            <a:r>
              <a:rPr lang="zh-CN" altLang="en-US" dirty="0"/>
              <a:t>数据报封装成</a:t>
            </a:r>
            <a:r>
              <a:rPr lang="en-US" altLang="zh-CN" dirty="0"/>
              <a:t>IPv4</a:t>
            </a:r>
            <a:r>
              <a:rPr lang="zh-CN" altLang="en-US" dirty="0"/>
              <a:t>数据报传输</a:t>
            </a:r>
            <a:endParaRPr lang="en-US" altLang="zh-C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FDD4-00E6-4B6F-929E-BBCA7D2ADDE1}" type="slidenum">
              <a:rPr lang="en-US" smtClean="0"/>
            </a:fld>
            <a:endParaRPr lang="en-US"/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893842" y="3202712"/>
            <a:ext cx="55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IPv6</a:t>
            </a:r>
            <a:endParaRPr lang="en-US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686218" y="3202712"/>
            <a:ext cx="55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aunPenh" panose="020B0604020202020204" pitchFamily="2" charset="0"/>
              </a:rPr>
              <a:t>IPv6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DaunPenh" panose="020B0604020202020204" pitchFamily="2" charset="0"/>
            </a:endParaRPr>
          </a:p>
        </p:txBody>
      </p:sp>
      <p:sp>
        <p:nvSpPr>
          <p:cNvPr id="13" name="Freeform 162"/>
          <p:cNvSpPr>
            <a:spLocks noEditPoints="1"/>
          </p:cNvSpPr>
          <p:nvPr/>
        </p:nvSpPr>
        <p:spPr bwMode="auto">
          <a:xfrm>
            <a:off x="1239044" y="2812972"/>
            <a:ext cx="1532648" cy="1106808"/>
          </a:xfrm>
          <a:custGeom>
            <a:avLst/>
            <a:gdLst>
              <a:gd name="T0" fmla="*/ 2147483646 w 14525"/>
              <a:gd name="T1" fmla="*/ 2147483646 h 12941"/>
              <a:gd name="T2" fmla="*/ 2147483646 w 14525"/>
              <a:gd name="T3" fmla="*/ 2147483646 h 12941"/>
              <a:gd name="T4" fmla="*/ 2147483646 w 14525"/>
              <a:gd name="T5" fmla="*/ 2147483646 h 12941"/>
              <a:gd name="T6" fmla="*/ 2147483646 w 14525"/>
              <a:gd name="T7" fmla="*/ 2147483646 h 12941"/>
              <a:gd name="T8" fmla="*/ 2147483646 w 14525"/>
              <a:gd name="T9" fmla="*/ 2147483646 h 12941"/>
              <a:gd name="T10" fmla="*/ 2147483646 w 14525"/>
              <a:gd name="T11" fmla="*/ 2147483646 h 12941"/>
              <a:gd name="T12" fmla="*/ 2147483646 w 14525"/>
              <a:gd name="T13" fmla="*/ 2147483646 h 12941"/>
              <a:gd name="T14" fmla="*/ 2147483646 w 14525"/>
              <a:gd name="T15" fmla="*/ 2147483646 h 12941"/>
              <a:gd name="T16" fmla="*/ 2147483646 w 14525"/>
              <a:gd name="T17" fmla="*/ 2147483646 h 12941"/>
              <a:gd name="T18" fmla="*/ 2147483646 w 14525"/>
              <a:gd name="T19" fmla="*/ 2147483646 h 12941"/>
              <a:gd name="T20" fmla="*/ 2147483646 w 14525"/>
              <a:gd name="T21" fmla="*/ 2147483646 h 12941"/>
              <a:gd name="T22" fmla="*/ 2147483646 w 14525"/>
              <a:gd name="T23" fmla="*/ 2147483646 h 12941"/>
              <a:gd name="T24" fmla="*/ 2147483646 w 14525"/>
              <a:gd name="T25" fmla="*/ 2147483646 h 12941"/>
              <a:gd name="T26" fmla="*/ 2147483646 w 14525"/>
              <a:gd name="T27" fmla="*/ 2147483646 h 12941"/>
              <a:gd name="T28" fmla="*/ 2147483646 w 14525"/>
              <a:gd name="T29" fmla="*/ 2147483646 h 12941"/>
              <a:gd name="T30" fmla="*/ 2147483646 w 14525"/>
              <a:gd name="T31" fmla="*/ 2147483646 h 12941"/>
              <a:gd name="T32" fmla="*/ 2147483646 w 14525"/>
              <a:gd name="T33" fmla="*/ 2147483646 h 12941"/>
              <a:gd name="T34" fmla="*/ 2147483646 w 14525"/>
              <a:gd name="T35" fmla="*/ 2147483646 h 12941"/>
              <a:gd name="T36" fmla="*/ 2147483646 w 14525"/>
              <a:gd name="T37" fmla="*/ 2147483646 h 12941"/>
              <a:gd name="T38" fmla="*/ 2147483646 w 14525"/>
              <a:gd name="T39" fmla="*/ 2147483646 h 12941"/>
              <a:gd name="T40" fmla="*/ 2147483646 w 14525"/>
              <a:gd name="T41" fmla="*/ 2147483646 h 12941"/>
              <a:gd name="T42" fmla="*/ 2147483646 w 14525"/>
              <a:gd name="T43" fmla="*/ 2147483646 h 12941"/>
              <a:gd name="T44" fmla="*/ 2147483646 w 14525"/>
              <a:gd name="T45" fmla="*/ 2147483646 h 12941"/>
              <a:gd name="T46" fmla="*/ 2147483646 w 14525"/>
              <a:gd name="T47" fmla="*/ 2147483646 h 12941"/>
              <a:gd name="T48" fmla="*/ 2147483646 w 14525"/>
              <a:gd name="T49" fmla="*/ 2147483646 h 12941"/>
              <a:gd name="T50" fmla="*/ 2147483646 w 14525"/>
              <a:gd name="T51" fmla="*/ 2147483646 h 12941"/>
              <a:gd name="T52" fmla="*/ 2147483646 w 14525"/>
              <a:gd name="T53" fmla="*/ 2147483646 h 12941"/>
              <a:gd name="T54" fmla="*/ 2147483646 w 14525"/>
              <a:gd name="T55" fmla="*/ 2147483646 h 12941"/>
              <a:gd name="T56" fmla="*/ 2147483646 w 14525"/>
              <a:gd name="T57" fmla="*/ 2147483646 h 12941"/>
              <a:gd name="T58" fmla="*/ 2147483646 w 14525"/>
              <a:gd name="T59" fmla="*/ 2147483646 h 12941"/>
              <a:gd name="T60" fmla="*/ 2147483646 w 14525"/>
              <a:gd name="T61" fmla="*/ 2147483646 h 12941"/>
              <a:gd name="T62" fmla="*/ 2147483646 w 14525"/>
              <a:gd name="T63" fmla="*/ 2147483646 h 12941"/>
              <a:gd name="T64" fmla="*/ 2147483646 w 14525"/>
              <a:gd name="T65" fmla="*/ 2147483646 h 12941"/>
              <a:gd name="T66" fmla="*/ 2147483646 w 14525"/>
              <a:gd name="T67" fmla="*/ 2147483646 h 12941"/>
              <a:gd name="T68" fmla="*/ 2147483646 w 14525"/>
              <a:gd name="T69" fmla="*/ 2147483646 h 12941"/>
              <a:gd name="T70" fmla="*/ 2147483646 w 14525"/>
              <a:gd name="T71" fmla="*/ 2147483646 h 12941"/>
              <a:gd name="T72" fmla="*/ 2147483646 w 14525"/>
              <a:gd name="T73" fmla="*/ 2147483646 h 12941"/>
              <a:gd name="T74" fmla="*/ 2147483646 w 14525"/>
              <a:gd name="T75" fmla="*/ 2147483646 h 12941"/>
              <a:gd name="T76" fmla="*/ 2147483646 w 14525"/>
              <a:gd name="T77" fmla="*/ 2147483646 h 12941"/>
              <a:gd name="T78" fmla="*/ 2147483646 w 14525"/>
              <a:gd name="T79" fmla="*/ 2147483646 h 12941"/>
              <a:gd name="T80" fmla="*/ 2147483646 w 14525"/>
              <a:gd name="T81" fmla="*/ 2147483646 h 12941"/>
              <a:gd name="T82" fmla="*/ 2147483646 w 14525"/>
              <a:gd name="T83" fmla="*/ 2147483646 h 12941"/>
              <a:gd name="T84" fmla="*/ 2147483646 w 14525"/>
              <a:gd name="T85" fmla="*/ 2147483646 h 12941"/>
              <a:gd name="T86" fmla="*/ 2147483646 w 14525"/>
              <a:gd name="T87" fmla="*/ 2147483646 h 12941"/>
              <a:gd name="T88" fmla="*/ 2147483646 w 14525"/>
              <a:gd name="T89" fmla="*/ 2147483646 h 12941"/>
              <a:gd name="T90" fmla="*/ 2147483646 w 14525"/>
              <a:gd name="T91" fmla="*/ 2147483646 h 12941"/>
              <a:gd name="T92" fmla="*/ 2147483646 w 14525"/>
              <a:gd name="T93" fmla="*/ 2147483646 h 12941"/>
              <a:gd name="T94" fmla="*/ 2147483646 w 14525"/>
              <a:gd name="T95" fmla="*/ 2147483646 h 12941"/>
              <a:gd name="T96" fmla="*/ 2147483646 w 14525"/>
              <a:gd name="T97" fmla="*/ 2147483646 h 12941"/>
              <a:gd name="T98" fmla="*/ 2147483646 w 14525"/>
              <a:gd name="T99" fmla="*/ 2147483646 h 12941"/>
              <a:gd name="T100" fmla="*/ 2147483646 w 14525"/>
              <a:gd name="T101" fmla="*/ 2147483646 h 12941"/>
              <a:gd name="T102" fmla="*/ 2147483646 w 14525"/>
              <a:gd name="T103" fmla="*/ 2147483646 h 12941"/>
              <a:gd name="T104" fmla="*/ 2147483646 w 14525"/>
              <a:gd name="T105" fmla="*/ 2147483646 h 12941"/>
              <a:gd name="T106" fmla="*/ 2147483646 w 14525"/>
              <a:gd name="T107" fmla="*/ 2147483646 h 12941"/>
              <a:gd name="T108" fmla="*/ 2147483646 w 14525"/>
              <a:gd name="T109" fmla="*/ 2147483646 h 1294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525"/>
              <a:gd name="T166" fmla="*/ 0 h 12941"/>
              <a:gd name="T167" fmla="*/ 14525 w 14525"/>
              <a:gd name="T168" fmla="*/ 12941 h 1294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525" h="12941">
                <a:moveTo>
                  <a:pt x="11373" y="2413"/>
                </a:moveTo>
                <a:lnTo>
                  <a:pt x="11390" y="2419"/>
                </a:lnTo>
                <a:lnTo>
                  <a:pt x="11438" y="2434"/>
                </a:lnTo>
                <a:lnTo>
                  <a:pt x="11515" y="2460"/>
                </a:lnTo>
                <a:lnTo>
                  <a:pt x="11617" y="2495"/>
                </a:lnTo>
                <a:lnTo>
                  <a:pt x="11743" y="2542"/>
                </a:lnTo>
                <a:lnTo>
                  <a:pt x="11887" y="2598"/>
                </a:lnTo>
                <a:lnTo>
                  <a:pt x="12049" y="2666"/>
                </a:lnTo>
                <a:lnTo>
                  <a:pt x="12224" y="2743"/>
                </a:lnTo>
                <a:lnTo>
                  <a:pt x="12411" y="2830"/>
                </a:lnTo>
                <a:lnTo>
                  <a:pt x="12605" y="2927"/>
                </a:lnTo>
                <a:lnTo>
                  <a:pt x="12805" y="3035"/>
                </a:lnTo>
                <a:lnTo>
                  <a:pt x="13006" y="3153"/>
                </a:lnTo>
                <a:lnTo>
                  <a:pt x="13207" y="3282"/>
                </a:lnTo>
                <a:lnTo>
                  <a:pt x="13405" y="3421"/>
                </a:lnTo>
                <a:lnTo>
                  <a:pt x="13595" y="3569"/>
                </a:lnTo>
                <a:lnTo>
                  <a:pt x="13775" y="3728"/>
                </a:lnTo>
                <a:lnTo>
                  <a:pt x="13943" y="3898"/>
                </a:lnTo>
                <a:lnTo>
                  <a:pt x="14096" y="4078"/>
                </a:lnTo>
                <a:lnTo>
                  <a:pt x="14231" y="4268"/>
                </a:lnTo>
                <a:lnTo>
                  <a:pt x="14343" y="4469"/>
                </a:lnTo>
                <a:lnTo>
                  <a:pt x="14432" y="4680"/>
                </a:lnTo>
                <a:lnTo>
                  <a:pt x="14494" y="4900"/>
                </a:lnTo>
                <a:lnTo>
                  <a:pt x="14525" y="5131"/>
                </a:lnTo>
                <a:lnTo>
                  <a:pt x="14523" y="5372"/>
                </a:lnTo>
                <a:lnTo>
                  <a:pt x="14484" y="5625"/>
                </a:lnTo>
                <a:lnTo>
                  <a:pt x="14407" y="5886"/>
                </a:lnTo>
                <a:lnTo>
                  <a:pt x="14289" y="6158"/>
                </a:lnTo>
                <a:lnTo>
                  <a:pt x="14125" y="6441"/>
                </a:lnTo>
                <a:lnTo>
                  <a:pt x="13913" y="6734"/>
                </a:lnTo>
                <a:lnTo>
                  <a:pt x="13651" y="7037"/>
                </a:lnTo>
                <a:lnTo>
                  <a:pt x="13335" y="7351"/>
                </a:lnTo>
                <a:lnTo>
                  <a:pt x="12962" y="7674"/>
                </a:lnTo>
                <a:lnTo>
                  <a:pt x="12965" y="7690"/>
                </a:lnTo>
                <a:lnTo>
                  <a:pt x="12973" y="7737"/>
                </a:lnTo>
                <a:lnTo>
                  <a:pt x="12982" y="7812"/>
                </a:lnTo>
                <a:lnTo>
                  <a:pt x="12994" y="7913"/>
                </a:lnTo>
                <a:lnTo>
                  <a:pt x="13007" y="8037"/>
                </a:lnTo>
                <a:lnTo>
                  <a:pt x="13018" y="8182"/>
                </a:lnTo>
                <a:lnTo>
                  <a:pt x="13027" y="8346"/>
                </a:lnTo>
                <a:lnTo>
                  <a:pt x="13032" y="8526"/>
                </a:lnTo>
                <a:lnTo>
                  <a:pt x="13032" y="8721"/>
                </a:lnTo>
                <a:lnTo>
                  <a:pt x="13026" y="8927"/>
                </a:lnTo>
                <a:lnTo>
                  <a:pt x="13011" y="9142"/>
                </a:lnTo>
                <a:lnTo>
                  <a:pt x="12987" y="9365"/>
                </a:lnTo>
                <a:lnTo>
                  <a:pt x="12953" y="9592"/>
                </a:lnTo>
                <a:lnTo>
                  <a:pt x="12907" y="9820"/>
                </a:lnTo>
                <a:lnTo>
                  <a:pt x="12847" y="10049"/>
                </a:lnTo>
                <a:lnTo>
                  <a:pt x="12773" y="10275"/>
                </a:lnTo>
                <a:lnTo>
                  <a:pt x="12682" y="10497"/>
                </a:lnTo>
                <a:lnTo>
                  <a:pt x="12574" y="10711"/>
                </a:lnTo>
                <a:lnTo>
                  <a:pt x="12447" y="10915"/>
                </a:lnTo>
                <a:lnTo>
                  <a:pt x="12300" y="11107"/>
                </a:lnTo>
                <a:lnTo>
                  <a:pt x="12131" y="11285"/>
                </a:lnTo>
                <a:lnTo>
                  <a:pt x="11940" y="11446"/>
                </a:lnTo>
                <a:lnTo>
                  <a:pt x="11723" y="11587"/>
                </a:lnTo>
                <a:lnTo>
                  <a:pt x="11481" y="11708"/>
                </a:lnTo>
                <a:lnTo>
                  <a:pt x="11212" y="11804"/>
                </a:lnTo>
                <a:lnTo>
                  <a:pt x="10914" y="11875"/>
                </a:lnTo>
                <a:lnTo>
                  <a:pt x="10587" y="11916"/>
                </a:lnTo>
                <a:lnTo>
                  <a:pt x="10228" y="11927"/>
                </a:lnTo>
                <a:lnTo>
                  <a:pt x="9837" y="11904"/>
                </a:lnTo>
                <a:lnTo>
                  <a:pt x="9412" y="11845"/>
                </a:lnTo>
                <a:lnTo>
                  <a:pt x="8951" y="11748"/>
                </a:lnTo>
                <a:lnTo>
                  <a:pt x="8454" y="11611"/>
                </a:lnTo>
                <a:lnTo>
                  <a:pt x="8442" y="11622"/>
                </a:lnTo>
                <a:lnTo>
                  <a:pt x="8408" y="11654"/>
                </a:lnTo>
                <a:lnTo>
                  <a:pt x="8352" y="11701"/>
                </a:lnTo>
                <a:lnTo>
                  <a:pt x="8276" y="11766"/>
                </a:lnTo>
                <a:lnTo>
                  <a:pt x="8182" y="11843"/>
                </a:lnTo>
                <a:lnTo>
                  <a:pt x="8069" y="11930"/>
                </a:lnTo>
                <a:lnTo>
                  <a:pt x="7940" y="12025"/>
                </a:lnTo>
                <a:lnTo>
                  <a:pt x="7796" y="12127"/>
                </a:lnTo>
                <a:lnTo>
                  <a:pt x="7638" y="12232"/>
                </a:lnTo>
                <a:lnTo>
                  <a:pt x="7466" y="12338"/>
                </a:lnTo>
                <a:lnTo>
                  <a:pt x="7284" y="12442"/>
                </a:lnTo>
                <a:lnTo>
                  <a:pt x="7092" y="12543"/>
                </a:lnTo>
                <a:lnTo>
                  <a:pt x="6889" y="12637"/>
                </a:lnTo>
                <a:lnTo>
                  <a:pt x="6680" y="12723"/>
                </a:lnTo>
                <a:lnTo>
                  <a:pt x="6463" y="12798"/>
                </a:lnTo>
                <a:lnTo>
                  <a:pt x="6241" y="12860"/>
                </a:lnTo>
                <a:lnTo>
                  <a:pt x="6015" y="12906"/>
                </a:lnTo>
                <a:lnTo>
                  <a:pt x="5786" y="12934"/>
                </a:lnTo>
                <a:lnTo>
                  <a:pt x="5554" y="12941"/>
                </a:lnTo>
                <a:lnTo>
                  <a:pt x="5323" y="12926"/>
                </a:lnTo>
                <a:lnTo>
                  <a:pt x="5092" y="12885"/>
                </a:lnTo>
                <a:lnTo>
                  <a:pt x="4863" y="12817"/>
                </a:lnTo>
                <a:lnTo>
                  <a:pt x="4638" y="12719"/>
                </a:lnTo>
                <a:lnTo>
                  <a:pt x="4415" y="12588"/>
                </a:lnTo>
                <a:lnTo>
                  <a:pt x="4199" y="12423"/>
                </a:lnTo>
                <a:lnTo>
                  <a:pt x="3991" y="12220"/>
                </a:lnTo>
                <a:lnTo>
                  <a:pt x="3789" y="11978"/>
                </a:lnTo>
                <a:lnTo>
                  <a:pt x="3597" y="11693"/>
                </a:lnTo>
                <a:lnTo>
                  <a:pt x="3417" y="11365"/>
                </a:lnTo>
                <a:lnTo>
                  <a:pt x="3246" y="10990"/>
                </a:lnTo>
                <a:lnTo>
                  <a:pt x="3090" y="10565"/>
                </a:lnTo>
                <a:lnTo>
                  <a:pt x="2948" y="10089"/>
                </a:lnTo>
                <a:lnTo>
                  <a:pt x="2931" y="10085"/>
                </a:lnTo>
                <a:lnTo>
                  <a:pt x="2884" y="10075"/>
                </a:lnTo>
                <a:lnTo>
                  <a:pt x="2810" y="10055"/>
                </a:lnTo>
                <a:lnTo>
                  <a:pt x="2712" y="10028"/>
                </a:lnTo>
                <a:lnTo>
                  <a:pt x="2590" y="9993"/>
                </a:lnTo>
                <a:lnTo>
                  <a:pt x="2451" y="9948"/>
                </a:lnTo>
                <a:lnTo>
                  <a:pt x="2296" y="9895"/>
                </a:lnTo>
                <a:lnTo>
                  <a:pt x="2127" y="9832"/>
                </a:lnTo>
                <a:lnTo>
                  <a:pt x="1949" y="9759"/>
                </a:lnTo>
                <a:lnTo>
                  <a:pt x="1763" y="9676"/>
                </a:lnTo>
                <a:lnTo>
                  <a:pt x="1572" y="9583"/>
                </a:lnTo>
                <a:lnTo>
                  <a:pt x="1381" y="9479"/>
                </a:lnTo>
                <a:lnTo>
                  <a:pt x="1190" y="9363"/>
                </a:lnTo>
                <a:lnTo>
                  <a:pt x="1004" y="9237"/>
                </a:lnTo>
                <a:lnTo>
                  <a:pt x="826" y="9099"/>
                </a:lnTo>
                <a:lnTo>
                  <a:pt x="656" y="8948"/>
                </a:lnTo>
                <a:lnTo>
                  <a:pt x="501" y="8785"/>
                </a:lnTo>
                <a:lnTo>
                  <a:pt x="360" y="8609"/>
                </a:lnTo>
                <a:lnTo>
                  <a:pt x="239" y="8420"/>
                </a:lnTo>
                <a:lnTo>
                  <a:pt x="139" y="8219"/>
                </a:lnTo>
                <a:lnTo>
                  <a:pt x="65" y="8003"/>
                </a:lnTo>
                <a:lnTo>
                  <a:pt x="17" y="7773"/>
                </a:lnTo>
                <a:lnTo>
                  <a:pt x="0" y="7528"/>
                </a:lnTo>
                <a:lnTo>
                  <a:pt x="17" y="7270"/>
                </a:lnTo>
                <a:lnTo>
                  <a:pt x="69" y="6996"/>
                </a:lnTo>
                <a:lnTo>
                  <a:pt x="160" y="6707"/>
                </a:lnTo>
                <a:lnTo>
                  <a:pt x="294" y="6401"/>
                </a:lnTo>
                <a:lnTo>
                  <a:pt x="472" y="6081"/>
                </a:lnTo>
                <a:lnTo>
                  <a:pt x="698" y="5743"/>
                </a:lnTo>
                <a:lnTo>
                  <a:pt x="974" y="5390"/>
                </a:lnTo>
                <a:lnTo>
                  <a:pt x="1304" y="5018"/>
                </a:lnTo>
                <a:lnTo>
                  <a:pt x="1691" y="4631"/>
                </a:lnTo>
                <a:lnTo>
                  <a:pt x="1688" y="4619"/>
                </a:lnTo>
                <a:lnTo>
                  <a:pt x="1680" y="4588"/>
                </a:lnTo>
                <a:lnTo>
                  <a:pt x="1669" y="4537"/>
                </a:lnTo>
                <a:lnTo>
                  <a:pt x="1655" y="4469"/>
                </a:lnTo>
                <a:lnTo>
                  <a:pt x="1639" y="4384"/>
                </a:lnTo>
                <a:lnTo>
                  <a:pt x="1625" y="4284"/>
                </a:lnTo>
                <a:lnTo>
                  <a:pt x="1611" y="4171"/>
                </a:lnTo>
                <a:lnTo>
                  <a:pt x="1600" y="4045"/>
                </a:lnTo>
                <a:lnTo>
                  <a:pt x="1594" y="3909"/>
                </a:lnTo>
                <a:lnTo>
                  <a:pt x="1593" y="3763"/>
                </a:lnTo>
                <a:lnTo>
                  <a:pt x="1598" y="3611"/>
                </a:lnTo>
                <a:lnTo>
                  <a:pt x="1611" y="3451"/>
                </a:lnTo>
                <a:lnTo>
                  <a:pt x="1633" y="3287"/>
                </a:lnTo>
                <a:lnTo>
                  <a:pt x="1666" y="3119"/>
                </a:lnTo>
                <a:lnTo>
                  <a:pt x="1711" y="2948"/>
                </a:lnTo>
                <a:lnTo>
                  <a:pt x="1769" y="2778"/>
                </a:lnTo>
                <a:lnTo>
                  <a:pt x="1842" y="2608"/>
                </a:lnTo>
                <a:lnTo>
                  <a:pt x="1930" y="2440"/>
                </a:lnTo>
                <a:lnTo>
                  <a:pt x="2035" y="2276"/>
                </a:lnTo>
                <a:lnTo>
                  <a:pt x="2159" y="2116"/>
                </a:lnTo>
                <a:lnTo>
                  <a:pt x="2301" y="1965"/>
                </a:lnTo>
                <a:lnTo>
                  <a:pt x="2465" y="1819"/>
                </a:lnTo>
                <a:lnTo>
                  <a:pt x="2651" y="1684"/>
                </a:lnTo>
                <a:lnTo>
                  <a:pt x="2860" y="1560"/>
                </a:lnTo>
                <a:lnTo>
                  <a:pt x="3094" y="1447"/>
                </a:lnTo>
                <a:lnTo>
                  <a:pt x="3354" y="1349"/>
                </a:lnTo>
                <a:lnTo>
                  <a:pt x="3642" y="1266"/>
                </a:lnTo>
                <a:lnTo>
                  <a:pt x="3958" y="1198"/>
                </a:lnTo>
                <a:lnTo>
                  <a:pt x="4304" y="1149"/>
                </a:lnTo>
                <a:lnTo>
                  <a:pt x="4681" y="1119"/>
                </a:lnTo>
                <a:lnTo>
                  <a:pt x="5091" y="1110"/>
                </a:lnTo>
                <a:lnTo>
                  <a:pt x="5535" y="1123"/>
                </a:lnTo>
                <a:lnTo>
                  <a:pt x="5777" y="995"/>
                </a:lnTo>
                <a:lnTo>
                  <a:pt x="6017" y="871"/>
                </a:lnTo>
                <a:lnTo>
                  <a:pt x="6253" y="754"/>
                </a:lnTo>
                <a:lnTo>
                  <a:pt x="6485" y="642"/>
                </a:lnTo>
                <a:lnTo>
                  <a:pt x="6714" y="538"/>
                </a:lnTo>
                <a:lnTo>
                  <a:pt x="6939" y="440"/>
                </a:lnTo>
                <a:lnTo>
                  <a:pt x="7161" y="352"/>
                </a:lnTo>
                <a:lnTo>
                  <a:pt x="7379" y="271"/>
                </a:lnTo>
                <a:lnTo>
                  <a:pt x="7593" y="200"/>
                </a:lnTo>
                <a:lnTo>
                  <a:pt x="7803" y="139"/>
                </a:lnTo>
                <a:lnTo>
                  <a:pt x="8009" y="88"/>
                </a:lnTo>
                <a:lnTo>
                  <a:pt x="8212" y="47"/>
                </a:lnTo>
                <a:lnTo>
                  <a:pt x="8411" y="19"/>
                </a:lnTo>
                <a:lnTo>
                  <a:pt x="8605" y="3"/>
                </a:lnTo>
                <a:lnTo>
                  <a:pt x="8796" y="0"/>
                </a:lnTo>
                <a:lnTo>
                  <a:pt x="8982" y="9"/>
                </a:lnTo>
                <a:lnTo>
                  <a:pt x="9165" y="32"/>
                </a:lnTo>
                <a:lnTo>
                  <a:pt x="9343" y="69"/>
                </a:lnTo>
                <a:lnTo>
                  <a:pt x="9517" y="121"/>
                </a:lnTo>
                <a:lnTo>
                  <a:pt x="9687" y="190"/>
                </a:lnTo>
                <a:lnTo>
                  <a:pt x="9852" y="273"/>
                </a:lnTo>
                <a:lnTo>
                  <a:pt x="10013" y="374"/>
                </a:lnTo>
                <a:lnTo>
                  <a:pt x="10170" y="491"/>
                </a:lnTo>
                <a:lnTo>
                  <a:pt x="10322" y="626"/>
                </a:lnTo>
                <a:lnTo>
                  <a:pt x="10470" y="780"/>
                </a:lnTo>
                <a:lnTo>
                  <a:pt x="10613" y="952"/>
                </a:lnTo>
                <a:lnTo>
                  <a:pt x="10751" y="1144"/>
                </a:lnTo>
                <a:lnTo>
                  <a:pt x="10885" y="1355"/>
                </a:lnTo>
                <a:lnTo>
                  <a:pt x="11014" y="1588"/>
                </a:lnTo>
                <a:lnTo>
                  <a:pt x="11138" y="1841"/>
                </a:lnTo>
                <a:lnTo>
                  <a:pt x="11259" y="2116"/>
                </a:lnTo>
                <a:lnTo>
                  <a:pt x="11373" y="2413"/>
                </a:lnTo>
                <a:close/>
                <a:moveTo>
                  <a:pt x="10582" y="2503"/>
                </a:moveTo>
                <a:lnTo>
                  <a:pt x="10597" y="2507"/>
                </a:lnTo>
                <a:lnTo>
                  <a:pt x="10641" y="2521"/>
                </a:lnTo>
                <a:lnTo>
                  <a:pt x="10711" y="2544"/>
                </a:lnTo>
                <a:lnTo>
                  <a:pt x="10803" y="2576"/>
                </a:lnTo>
                <a:lnTo>
                  <a:pt x="10916" y="2619"/>
                </a:lnTo>
                <a:lnTo>
                  <a:pt x="11047" y="2670"/>
                </a:lnTo>
                <a:lnTo>
                  <a:pt x="11192" y="2730"/>
                </a:lnTo>
                <a:lnTo>
                  <a:pt x="11351" y="2800"/>
                </a:lnTo>
                <a:lnTo>
                  <a:pt x="11520" y="2879"/>
                </a:lnTo>
                <a:lnTo>
                  <a:pt x="11696" y="2967"/>
                </a:lnTo>
                <a:lnTo>
                  <a:pt x="11876" y="3065"/>
                </a:lnTo>
                <a:lnTo>
                  <a:pt x="12058" y="3171"/>
                </a:lnTo>
                <a:lnTo>
                  <a:pt x="12240" y="3288"/>
                </a:lnTo>
                <a:lnTo>
                  <a:pt x="12418" y="3412"/>
                </a:lnTo>
                <a:lnTo>
                  <a:pt x="12591" y="3547"/>
                </a:lnTo>
                <a:lnTo>
                  <a:pt x="12754" y="3691"/>
                </a:lnTo>
                <a:lnTo>
                  <a:pt x="12905" y="3844"/>
                </a:lnTo>
                <a:lnTo>
                  <a:pt x="13043" y="4008"/>
                </a:lnTo>
                <a:lnTo>
                  <a:pt x="13165" y="4179"/>
                </a:lnTo>
                <a:lnTo>
                  <a:pt x="13268" y="4361"/>
                </a:lnTo>
                <a:lnTo>
                  <a:pt x="13347" y="4551"/>
                </a:lnTo>
                <a:lnTo>
                  <a:pt x="13402" y="4750"/>
                </a:lnTo>
                <a:lnTo>
                  <a:pt x="13430" y="4959"/>
                </a:lnTo>
                <a:lnTo>
                  <a:pt x="13429" y="5178"/>
                </a:lnTo>
                <a:lnTo>
                  <a:pt x="13394" y="5405"/>
                </a:lnTo>
                <a:lnTo>
                  <a:pt x="13325" y="5642"/>
                </a:lnTo>
                <a:lnTo>
                  <a:pt x="13218" y="5888"/>
                </a:lnTo>
                <a:lnTo>
                  <a:pt x="13069" y="6144"/>
                </a:lnTo>
                <a:lnTo>
                  <a:pt x="12878" y="6409"/>
                </a:lnTo>
                <a:lnTo>
                  <a:pt x="12640" y="6683"/>
                </a:lnTo>
                <a:lnTo>
                  <a:pt x="12355" y="6965"/>
                </a:lnTo>
                <a:lnTo>
                  <a:pt x="12019" y="7258"/>
                </a:lnTo>
                <a:lnTo>
                  <a:pt x="12021" y="7273"/>
                </a:lnTo>
                <a:lnTo>
                  <a:pt x="12027" y="7315"/>
                </a:lnTo>
                <a:lnTo>
                  <a:pt x="12036" y="7383"/>
                </a:lnTo>
                <a:lnTo>
                  <a:pt x="12048" y="7474"/>
                </a:lnTo>
                <a:lnTo>
                  <a:pt x="12058" y="7586"/>
                </a:lnTo>
                <a:lnTo>
                  <a:pt x="12068" y="7717"/>
                </a:lnTo>
                <a:lnTo>
                  <a:pt x="12077" y="7866"/>
                </a:lnTo>
                <a:lnTo>
                  <a:pt x="12082" y="8029"/>
                </a:lnTo>
                <a:lnTo>
                  <a:pt x="12082" y="8205"/>
                </a:lnTo>
                <a:lnTo>
                  <a:pt x="12076" y="8391"/>
                </a:lnTo>
                <a:lnTo>
                  <a:pt x="12062" y="8586"/>
                </a:lnTo>
                <a:lnTo>
                  <a:pt x="12041" y="8787"/>
                </a:lnTo>
                <a:lnTo>
                  <a:pt x="12010" y="8992"/>
                </a:lnTo>
                <a:lnTo>
                  <a:pt x="11969" y="9199"/>
                </a:lnTo>
                <a:lnTo>
                  <a:pt x="11915" y="9406"/>
                </a:lnTo>
                <a:lnTo>
                  <a:pt x="11847" y="9611"/>
                </a:lnTo>
                <a:lnTo>
                  <a:pt x="11765" y="9810"/>
                </a:lnTo>
                <a:lnTo>
                  <a:pt x="11668" y="10003"/>
                </a:lnTo>
                <a:lnTo>
                  <a:pt x="11553" y="10188"/>
                </a:lnTo>
                <a:lnTo>
                  <a:pt x="11420" y="10362"/>
                </a:lnTo>
                <a:lnTo>
                  <a:pt x="11267" y="10523"/>
                </a:lnTo>
                <a:lnTo>
                  <a:pt x="11094" y="10668"/>
                </a:lnTo>
                <a:lnTo>
                  <a:pt x="10899" y="10797"/>
                </a:lnTo>
                <a:lnTo>
                  <a:pt x="10679" y="10905"/>
                </a:lnTo>
                <a:lnTo>
                  <a:pt x="10437" y="10992"/>
                </a:lnTo>
                <a:lnTo>
                  <a:pt x="10167" y="11055"/>
                </a:lnTo>
                <a:lnTo>
                  <a:pt x="9871" y="11094"/>
                </a:lnTo>
                <a:lnTo>
                  <a:pt x="9547" y="11103"/>
                </a:lnTo>
                <a:lnTo>
                  <a:pt x="9193" y="11082"/>
                </a:lnTo>
                <a:lnTo>
                  <a:pt x="8809" y="11029"/>
                </a:lnTo>
                <a:lnTo>
                  <a:pt x="8392" y="10942"/>
                </a:lnTo>
                <a:lnTo>
                  <a:pt x="7943" y="10818"/>
                </a:lnTo>
                <a:lnTo>
                  <a:pt x="7932" y="10828"/>
                </a:lnTo>
                <a:lnTo>
                  <a:pt x="7900" y="10856"/>
                </a:lnTo>
                <a:lnTo>
                  <a:pt x="7851" y="10900"/>
                </a:lnTo>
                <a:lnTo>
                  <a:pt x="7782" y="10958"/>
                </a:lnTo>
                <a:lnTo>
                  <a:pt x="7696" y="11027"/>
                </a:lnTo>
                <a:lnTo>
                  <a:pt x="7594" y="11106"/>
                </a:lnTo>
                <a:lnTo>
                  <a:pt x="7478" y="11192"/>
                </a:lnTo>
                <a:lnTo>
                  <a:pt x="7348" y="11284"/>
                </a:lnTo>
                <a:lnTo>
                  <a:pt x="7205" y="11379"/>
                </a:lnTo>
                <a:lnTo>
                  <a:pt x="7050" y="11475"/>
                </a:lnTo>
                <a:lnTo>
                  <a:pt x="6885" y="11569"/>
                </a:lnTo>
                <a:lnTo>
                  <a:pt x="6711" y="11660"/>
                </a:lnTo>
                <a:lnTo>
                  <a:pt x="6528" y="11746"/>
                </a:lnTo>
                <a:lnTo>
                  <a:pt x="6338" y="11823"/>
                </a:lnTo>
                <a:lnTo>
                  <a:pt x="6143" y="11891"/>
                </a:lnTo>
                <a:lnTo>
                  <a:pt x="5941" y="11946"/>
                </a:lnTo>
                <a:lnTo>
                  <a:pt x="5737" y="11989"/>
                </a:lnTo>
                <a:lnTo>
                  <a:pt x="5530" y="12014"/>
                </a:lnTo>
                <a:lnTo>
                  <a:pt x="5321" y="12021"/>
                </a:lnTo>
                <a:lnTo>
                  <a:pt x="5112" y="12007"/>
                </a:lnTo>
                <a:lnTo>
                  <a:pt x="4903" y="11970"/>
                </a:lnTo>
                <a:lnTo>
                  <a:pt x="4696" y="11908"/>
                </a:lnTo>
                <a:lnTo>
                  <a:pt x="4492" y="11820"/>
                </a:lnTo>
                <a:lnTo>
                  <a:pt x="4292" y="11701"/>
                </a:lnTo>
                <a:lnTo>
                  <a:pt x="4097" y="11552"/>
                </a:lnTo>
                <a:lnTo>
                  <a:pt x="3907" y="11368"/>
                </a:lnTo>
                <a:lnTo>
                  <a:pt x="3725" y="11149"/>
                </a:lnTo>
                <a:lnTo>
                  <a:pt x="3552" y="10892"/>
                </a:lnTo>
                <a:lnTo>
                  <a:pt x="3388" y="10595"/>
                </a:lnTo>
                <a:lnTo>
                  <a:pt x="3234" y="10256"/>
                </a:lnTo>
                <a:lnTo>
                  <a:pt x="3093" y="9872"/>
                </a:lnTo>
                <a:lnTo>
                  <a:pt x="2964" y="9442"/>
                </a:lnTo>
                <a:lnTo>
                  <a:pt x="2950" y="9438"/>
                </a:lnTo>
                <a:lnTo>
                  <a:pt x="2907" y="9429"/>
                </a:lnTo>
                <a:lnTo>
                  <a:pt x="2840" y="9411"/>
                </a:lnTo>
                <a:lnTo>
                  <a:pt x="2750" y="9387"/>
                </a:lnTo>
                <a:lnTo>
                  <a:pt x="2641" y="9355"/>
                </a:lnTo>
                <a:lnTo>
                  <a:pt x="2516" y="9315"/>
                </a:lnTo>
                <a:lnTo>
                  <a:pt x="2374" y="9266"/>
                </a:lnTo>
                <a:lnTo>
                  <a:pt x="2223" y="9209"/>
                </a:lnTo>
                <a:lnTo>
                  <a:pt x="2061" y="9143"/>
                </a:lnTo>
                <a:lnTo>
                  <a:pt x="1893" y="9069"/>
                </a:lnTo>
                <a:lnTo>
                  <a:pt x="1720" y="8984"/>
                </a:lnTo>
                <a:lnTo>
                  <a:pt x="1547" y="8890"/>
                </a:lnTo>
                <a:lnTo>
                  <a:pt x="1375" y="8786"/>
                </a:lnTo>
                <a:lnTo>
                  <a:pt x="1207" y="8671"/>
                </a:lnTo>
                <a:lnTo>
                  <a:pt x="1045" y="8546"/>
                </a:lnTo>
                <a:lnTo>
                  <a:pt x="892" y="8410"/>
                </a:lnTo>
                <a:lnTo>
                  <a:pt x="751" y="8263"/>
                </a:lnTo>
                <a:lnTo>
                  <a:pt x="625" y="8104"/>
                </a:lnTo>
                <a:lnTo>
                  <a:pt x="515" y="7933"/>
                </a:lnTo>
                <a:lnTo>
                  <a:pt x="425" y="7751"/>
                </a:lnTo>
                <a:lnTo>
                  <a:pt x="357" y="7555"/>
                </a:lnTo>
                <a:lnTo>
                  <a:pt x="315" y="7348"/>
                </a:lnTo>
                <a:lnTo>
                  <a:pt x="299" y="7127"/>
                </a:lnTo>
                <a:lnTo>
                  <a:pt x="314" y="6893"/>
                </a:lnTo>
                <a:lnTo>
                  <a:pt x="362" y="6646"/>
                </a:lnTo>
                <a:lnTo>
                  <a:pt x="444" y="6384"/>
                </a:lnTo>
                <a:lnTo>
                  <a:pt x="564" y="6108"/>
                </a:lnTo>
                <a:lnTo>
                  <a:pt x="726" y="5818"/>
                </a:lnTo>
                <a:lnTo>
                  <a:pt x="930" y="5512"/>
                </a:lnTo>
                <a:lnTo>
                  <a:pt x="1180" y="5193"/>
                </a:lnTo>
                <a:lnTo>
                  <a:pt x="1479" y="4857"/>
                </a:lnTo>
                <a:lnTo>
                  <a:pt x="1828" y="4506"/>
                </a:lnTo>
                <a:lnTo>
                  <a:pt x="1825" y="4497"/>
                </a:lnTo>
                <a:lnTo>
                  <a:pt x="1818" y="4469"/>
                </a:lnTo>
                <a:lnTo>
                  <a:pt x="1808" y="4422"/>
                </a:lnTo>
                <a:lnTo>
                  <a:pt x="1795" y="4361"/>
                </a:lnTo>
                <a:lnTo>
                  <a:pt x="1782" y="4284"/>
                </a:lnTo>
                <a:lnTo>
                  <a:pt x="1768" y="4193"/>
                </a:lnTo>
                <a:lnTo>
                  <a:pt x="1756" y="4091"/>
                </a:lnTo>
                <a:lnTo>
                  <a:pt x="1746" y="3977"/>
                </a:lnTo>
                <a:lnTo>
                  <a:pt x="1740" y="3854"/>
                </a:lnTo>
                <a:lnTo>
                  <a:pt x="1739" y="3723"/>
                </a:lnTo>
                <a:lnTo>
                  <a:pt x="1743" y="3585"/>
                </a:lnTo>
                <a:lnTo>
                  <a:pt x="1756" y="3440"/>
                </a:lnTo>
                <a:lnTo>
                  <a:pt x="1777" y="3292"/>
                </a:lnTo>
                <a:lnTo>
                  <a:pt x="1806" y="3139"/>
                </a:lnTo>
                <a:lnTo>
                  <a:pt x="1846" y="2986"/>
                </a:lnTo>
                <a:lnTo>
                  <a:pt x="1899" y="2831"/>
                </a:lnTo>
                <a:lnTo>
                  <a:pt x="1964" y="2678"/>
                </a:lnTo>
                <a:lnTo>
                  <a:pt x="2044" y="2527"/>
                </a:lnTo>
                <a:lnTo>
                  <a:pt x="2139" y="2378"/>
                </a:lnTo>
                <a:lnTo>
                  <a:pt x="2251" y="2234"/>
                </a:lnTo>
                <a:lnTo>
                  <a:pt x="2380" y="2096"/>
                </a:lnTo>
                <a:lnTo>
                  <a:pt x="2527" y="1965"/>
                </a:lnTo>
                <a:lnTo>
                  <a:pt x="2695" y="1843"/>
                </a:lnTo>
                <a:lnTo>
                  <a:pt x="2885" y="1730"/>
                </a:lnTo>
                <a:lnTo>
                  <a:pt x="3097" y="1629"/>
                </a:lnTo>
                <a:lnTo>
                  <a:pt x="3332" y="1540"/>
                </a:lnTo>
                <a:lnTo>
                  <a:pt x="3592" y="1464"/>
                </a:lnTo>
                <a:lnTo>
                  <a:pt x="3878" y="1403"/>
                </a:lnTo>
                <a:lnTo>
                  <a:pt x="4190" y="1359"/>
                </a:lnTo>
                <a:lnTo>
                  <a:pt x="4532" y="1332"/>
                </a:lnTo>
                <a:lnTo>
                  <a:pt x="4901" y="1324"/>
                </a:lnTo>
                <a:lnTo>
                  <a:pt x="5303" y="1335"/>
                </a:lnTo>
                <a:lnTo>
                  <a:pt x="5522" y="1219"/>
                </a:lnTo>
                <a:lnTo>
                  <a:pt x="5739" y="1107"/>
                </a:lnTo>
                <a:lnTo>
                  <a:pt x="5952" y="1001"/>
                </a:lnTo>
                <a:lnTo>
                  <a:pt x="6163" y="900"/>
                </a:lnTo>
                <a:lnTo>
                  <a:pt x="6369" y="806"/>
                </a:lnTo>
                <a:lnTo>
                  <a:pt x="6573" y="718"/>
                </a:lnTo>
                <a:lnTo>
                  <a:pt x="6773" y="637"/>
                </a:lnTo>
                <a:lnTo>
                  <a:pt x="6970" y="565"/>
                </a:lnTo>
                <a:lnTo>
                  <a:pt x="7163" y="501"/>
                </a:lnTo>
                <a:lnTo>
                  <a:pt x="7354" y="445"/>
                </a:lnTo>
                <a:lnTo>
                  <a:pt x="7540" y="400"/>
                </a:lnTo>
                <a:lnTo>
                  <a:pt x="7724" y="363"/>
                </a:lnTo>
                <a:lnTo>
                  <a:pt x="7904" y="337"/>
                </a:lnTo>
                <a:lnTo>
                  <a:pt x="8079" y="323"/>
                </a:lnTo>
                <a:lnTo>
                  <a:pt x="8251" y="320"/>
                </a:lnTo>
                <a:lnTo>
                  <a:pt x="8421" y="328"/>
                </a:lnTo>
                <a:lnTo>
                  <a:pt x="8586" y="349"/>
                </a:lnTo>
                <a:lnTo>
                  <a:pt x="8746" y="383"/>
                </a:lnTo>
                <a:lnTo>
                  <a:pt x="8903" y="430"/>
                </a:lnTo>
                <a:lnTo>
                  <a:pt x="9057" y="491"/>
                </a:lnTo>
                <a:lnTo>
                  <a:pt x="9206" y="567"/>
                </a:lnTo>
                <a:lnTo>
                  <a:pt x="9352" y="658"/>
                </a:lnTo>
                <a:lnTo>
                  <a:pt x="9494" y="764"/>
                </a:lnTo>
                <a:lnTo>
                  <a:pt x="9631" y="887"/>
                </a:lnTo>
                <a:lnTo>
                  <a:pt x="9765" y="1025"/>
                </a:lnTo>
                <a:lnTo>
                  <a:pt x="9895" y="1181"/>
                </a:lnTo>
                <a:lnTo>
                  <a:pt x="10019" y="1354"/>
                </a:lnTo>
                <a:lnTo>
                  <a:pt x="10141" y="1546"/>
                </a:lnTo>
                <a:lnTo>
                  <a:pt x="10257" y="1756"/>
                </a:lnTo>
                <a:lnTo>
                  <a:pt x="10370" y="1984"/>
                </a:lnTo>
                <a:lnTo>
                  <a:pt x="10478" y="2234"/>
                </a:lnTo>
                <a:lnTo>
                  <a:pt x="10582" y="250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163"/>
          <p:cNvSpPr>
            <a:spLocks noEditPoints="1"/>
          </p:cNvSpPr>
          <p:nvPr/>
        </p:nvSpPr>
        <p:spPr bwMode="auto">
          <a:xfrm>
            <a:off x="6366956" y="2812972"/>
            <a:ext cx="1615190" cy="1106808"/>
          </a:xfrm>
          <a:custGeom>
            <a:avLst/>
            <a:gdLst>
              <a:gd name="T0" fmla="*/ 2147483646 w 14525"/>
              <a:gd name="T1" fmla="*/ 2147483646 h 12941"/>
              <a:gd name="T2" fmla="*/ 2147483646 w 14525"/>
              <a:gd name="T3" fmla="*/ 2147483646 h 12941"/>
              <a:gd name="T4" fmla="*/ 2147483646 w 14525"/>
              <a:gd name="T5" fmla="*/ 2147483646 h 12941"/>
              <a:gd name="T6" fmla="*/ 2147483646 w 14525"/>
              <a:gd name="T7" fmla="*/ 2147483646 h 12941"/>
              <a:gd name="T8" fmla="*/ 2147483646 w 14525"/>
              <a:gd name="T9" fmla="*/ 2147483646 h 12941"/>
              <a:gd name="T10" fmla="*/ 2147483646 w 14525"/>
              <a:gd name="T11" fmla="*/ 2147483646 h 12941"/>
              <a:gd name="T12" fmla="*/ 2147483646 w 14525"/>
              <a:gd name="T13" fmla="*/ 2147483646 h 12941"/>
              <a:gd name="T14" fmla="*/ 2147483646 w 14525"/>
              <a:gd name="T15" fmla="*/ 2147483646 h 12941"/>
              <a:gd name="T16" fmla="*/ 2147483646 w 14525"/>
              <a:gd name="T17" fmla="*/ 2147483646 h 12941"/>
              <a:gd name="T18" fmla="*/ 2147483646 w 14525"/>
              <a:gd name="T19" fmla="*/ 2147483646 h 12941"/>
              <a:gd name="T20" fmla="*/ 2147483646 w 14525"/>
              <a:gd name="T21" fmla="*/ 2147483646 h 12941"/>
              <a:gd name="T22" fmla="*/ 2147483646 w 14525"/>
              <a:gd name="T23" fmla="*/ 2147483646 h 12941"/>
              <a:gd name="T24" fmla="*/ 2147483646 w 14525"/>
              <a:gd name="T25" fmla="*/ 2147483646 h 12941"/>
              <a:gd name="T26" fmla="*/ 2147483646 w 14525"/>
              <a:gd name="T27" fmla="*/ 2147483646 h 12941"/>
              <a:gd name="T28" fmla="*/ 2147483646 w 14525"/>
              <a:gd name="T29" fmla="*/ 2147483646 h 12941"/>
              <a:gd name="T30" fmla="*/ 2147483646 w 14525"/>
              <a:gd name="T31" fmla="*/ 2147483646 h 12941"/>
              <a:gd name="T32" fmla="*/ 2147483646 w 14525"/>
              <a:gd name="T33" fmla="*/ 2147483646 h 12941"/>
              <a:gd name="T34" fmla="*/ 2147483646 w 14525"/>
              <a:gd name="T35" fmla="*/ 2147483646 h 12941"/>
              <a:gd name="T36" fmla="*/ 2147483646 w 14525"/>
              <a:gd name="T37" fmla="*/ 2147483646 h 12941"/>
              <a:gd name="T38" fmla="*/ 2147483646 w 14525"/>
              <a:gd name="T39" fmla="*/ 2147483646 h 12941"/>
              <a:gd name="T40" fmla="*/ 2147483646 w 14525"/>
              <a:gd name="T41" fmla="*/ 2147483646 h 12941"/>
              <a:gd name="T42" fmla="*/ 2147483646 w 14525"/>
              <a:gd name="T43" fmla="*/ 2147483646 h 12941"/>
              <a:gd name="T44" fmla="*/ 2147483646 w 14525"/>
              <a:gd name="T45" fmla="*/ 2147483646 h 12941"/>
              <a:gd name="T46" fmla="*/ 2147483646 w 14525"/>
              <a:gd name="T47" fmla="*/ 2147483646 h 12941"/>
              <a:gd name="T48" fmla="*/ 2147483646 w 14525"/>
              <a:gd name="T49" fmla="*/ 2147483646 h 12941"/>
              <a:gd name="T50" fmla="*/ 2147483646 w 14525"/>
              <a:gd name="T51" fmla="*/ 2147483646 h 12941"/>
              <a:gd name="T52" fmla="*/ 2147483646 w 14525"/>
              <a:gd name="T53" fmla="*/ 2147483646 h 12941"/>
              <a:gd name="T54" fmla="*/ 2147483646 w 14525"/>
              <a:gd name="T55" fmla="*/ 2147483646 h 12941"/>
              <a:gd name="T56" fmla="*/ 2147483646 w 14525"/>
              <a:gd name="T57" fmla="*/ 2147483646 h 12941"/>
              <a:gd name="T58" fmla="*/ 2147483646 w 14525"/>
              <a:gd name="T59" fmla="*/ 2147483646 h 12941"/>
              <a:gd name="T60" fmla="*/ 2147483646 w 14525"/>
              <a:gd name="T61" fmla="*/ 2147483646 h 12941"/>
              <a:gd name="T62" fmla="*/ 2147483646 w 14525"/>
              <a:gd name="T63" fmla="*/ 2147483646 h 12941"/>
              <a:gd name="T64" fmla="*/ 2147483646 w 14525"/>
              <a:gd name="T65" fmla="*/ 2147483646 h 12941"/>
              <a:gd name="T66" fmla="*/ 2147483646 w 14525"/>
              <a:gd name="T67" fmla="*/ 2147483646 h 12941"/>
              <a:gd name="T68" fmla="*/ 2147483646 w 14525"/>
              <a:gd name="T69" fmla="*/ 2147483646 h 12941"/>
              <a:gd name="T70" fmla="*/ 2147483646 w 14525"/>
              <a:gd name="T71" fmla="*/ 2147483646 h 12941"/>
              <a:gd name="T72" fmla="*/ 2147483646 w 14525"/>
              <a:gd name="T73" fmla="*/ 2147483646 h 12941"/>
              <a:gd name="T74" fmla="*/ 2147483646 w 14525"/>
              <a:gd name="T75" fmla="*/ 2147483646 h 12941"/>
              <a:gd name="T76" fmla="*/ 2147483646 w 14525"/>
              <a:gd name="T77" fmla="*/ 2147483646 h 12941"/>
              <a:gd name="T78" fmla="*/ 2147483646 w 14525"/>
              <a:gd name="T79" fmla="*/ 2147483646 h 12941"/>
              <a:gd name="T80" fmla="*/ 2147483646 w 14525"/>
              <a:gd name="T81" fmla="*/ 2147483646 h 12941"/>
              <a:gd name="T82" fmla="*/ 2147483646 w 14525"/>
              <a:gd name="T83" fmla="*/ 2147483646 h 12941"/>
              <a:gd name="T84" fmla="*/ 2147483646 w 14525"/>
              <a:gd name="T85" fmla="*/ 2147483646 h 12941"/>
              <a:gd name="T86" fmla="*/ 2147483646 w 14525"/>
              <a:gd name="T87" fmla="*/ 2147483646 h 12941"/>
              <a:gd name="T88" fmla="*/ 2147483646 w 14525"/>
              <a:gd name="T89" fmla="*/ 2147483646 h 12941"/>
              <a:gd name="T90" fmla="*/ 2147483646 w 14525"/>
              <a:gd name="T91" fmla="*/ 2147483646 h 12941"/>
              <a:gd name="T92" fmla="*/ 2147483646 w 14525"/>
              <a:gd name="T93" fmla="*/ 2147483646 h 12941"/>
              <a:gd name="T94" fmla="*/ 2147483646 w 14525"/>
              <a:gd name="T95" fmla="*/ 2147483646 h 12941"/>
              <a:gd name="T96" fmla="*/ 2147483646 w 14525"/>
              <a:gd name="T97" fmla="*/ 2147483646 h 12941"/>
              <a:gd name="T98" fmla="*/ 2147483646 w 14525"/>
              <a:gd name="T99" fmla="*/ 2147483646 h 12941"/>
              <a:gd name="T100" fmla="*/ 2147483646 w 14525"/>
              <a:gd name="T101" fmla="*/ 2147483646 h 12941"/>
              <a:gd name="T102" fmla="*/ 2147483646 w 14525"/>
              <a:gd name="T103" fmla="*/ 2147483646 h 12941"/>
              <a:gd name="T104" fmla="*/ 2147483646 w 14525"/>
              <a:gd name="T105" fmla="*/ 2147483646 h 12941"/>
              <a:gd name="T106" fmla="*/ 2147483646 w 14525"/>
              <a:gd name="T107" fmla="*/ 2147483646 h 12941"/>
              <a:gd name="T108" fmla="*/ 2147483646 w 14525"/>
              <a:gd name="T109" fmla="*/ 2147483646 h 1294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525"/>
              <a:gd name="T166" fmla="*/ 0 h 12941"/>
              <a:gd name="T167" fmla="*/ 14525 w 14525"/>
              <a:gd name="T168" fmla="*/ 12941 h 1294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525" h="12941">
                <a:moveTo>
                  <a:pt x="11373" y="2413"/>
                </a:moveTo>
                <a:lnTo>
                  <a:pt x="11390" y="2419"/>
                </a:lnTo>
                <a:lnTo>
                  <a:pt x="11438" y="2434"/>
                </a:lnTo>
                <a:lnTo>
                  <a:pt x="11515" y="2460"/>
                </a:lnTo>
                <a:lnTo>
                  <a:pt x="11617" y="2495"/>
                </a:lnTo>
                <a:lnTo>
                  <a:pt x="11743" y="2542"/>
                </a:lnTo>
                <a:lnTo>
                  <a:pt x="11887" y="2598"/>
                </a:lnTo>
                <a:lnTo>
                  <a:pt x="12049" y="2666"/>
                </a:lnTo>
                <a:lnTo>
                  <a:pt x="12224" y="2743"/>
                </a:lnTo>
                <a:lnTo>
                  <a:pt x="12411" y="2830"/>
                </a:lnTo>
                <a:lnTo>
                  <a:pt x="12605" y="2927"/>
                </a:lnTo>
                <a:lnTo>
                  <a:pt x="12805" y="3035"/>
                </a:lnTo>
                <a:lnTo>
                  <a:pt x="13006" y="3153"/>
                </a:lnTo>
                <a:lnTo>
                  <a:pt x="13207" y="3282"/>
                </a:lnTo>
                <a:lnTo>
                  <a:pt x="13405" y="3421"/>
                </a:lnTo>
                <a:lnTo>
                  <a:pt x="13595" y="3569"/>
                </a:lnTo>
                <a:lnTo>
                  <a:pt x="13775" y="3728"/>
                </a:lnTo>
                <a:lnTo>
                  <a:pt x="13943" y="3898"/>
                </a:lnTo>
                <a:lnTo>
                  <a:pt x="14096" y="4078"/>
                </a:lnTo>
                <a:lnTo>
                  <a:pt x="14231" y="4268"/>
                </a:lnTo>
                <a:lnTo>
                  <a:pt x="14343" y="4469"/>
                </a:lnTo>
                <a:lnTo>
                  <a:pt x="14432" y="4680"/>
                </a:lnTo>
                <a:lnTo>
                  <a:pt x="14494" y="4900"/>
                </a:lnTo>
                <a:lnTo>
                  <a:pt x="14525" y="5131"/>
                </a:lnTo>
                <a:lnTo>
                  <a:pt x="14523" y="5372"/>
                </a:lnTo>
                <a:lnTo>
                  <a:pt x="14484" y="5625"/>
                </a:lnTo>
                <a:lnTo>
                  <a:pt x="14407" y="5886"/>
                </a:lnTo>
                <a:lnTo>
                  <a:pt x="14289" y="6158"/>
                </a:lnTo>
                <a:lnTo>
                  <a:pt x="14125" y="6441"/>
                </a:lnTo>
                <a:lnTo>
                  <a:pt x="13913" y="6734"/>
                </a:lnTo>
                <a:lnTo>
                  <a:pt x="13651" y="7037"/>
                </a:lnTo>
                <a:lnTo>
                  <a:pt x="13335" y="7351"/>
                </a:lnTo>
                <a:lnTo>
                  <a:pt x="12962" y="7674"/>
                </a:lnTo>
                <a:lnTo>
                  <a:pt x="12965" y="7690"/>
                </a:lnTo>
                <a:lnTo>
                  <a:pt x="12973" y="7737"/>
                </a:lnTo>
                <a:lnTo>
                  <a:pt x="12982" y="7812"/>
                </a:lnTo>
                <a:lnTo>
                  <a:pt x="12994" y="7913"/>
                </a:lnTo>
                <a:lnTo>
                  <a:pt x="13007" y="8037"/>
                </a:lnTo>
                <a:lnTo>
                  <a:pt x="13018" y="8182"/>
                </a:lnTo>
                <a:lnTo>
                  <a:pt x="13027" y="8346"/>
                </a:lnTo>
                <a:lnTo>
                  <a:pt x="13032" y="8526"/>
                </a:lnTo>
                <a:lnTo>
                  <a:pt x="13032" y="8721"/>
                </a:lnTo>
                <a:lnTo>
                  <a:pt x="13026" y="8927"/>
                </a:lnTo>
                <a:lnTo>
                  <a:pt x="13011" y="9142"/>
                </a:lnTo>
                <a:lnTo>
                  <a:pt x="12987" y="9365"/>
                </a:lnTo>
                <a:lnTo>
                  <a:pt x="12953" y="9592"/>
                </a:lnTo>
                <a:lnTo>
                  <a:pt x="12907" y="9820"/>
                </a:lnTo>
                <a:lnTo>
                  <a:pt x="12847" y="10049"/>
                </a:lnTo>
                <a:lnTo>
                  <a:pt x="12773" y="10275"/>
                </a:lnTo>
                <a:lnTo>
                  <a:pt x="12682" y="10497"/>
                </a:lnTo>
                <a:lnTo>
                  <a:pt x="12574" y="10711"/>
                </a:lnTo>
                <a:lnTo>
                  <a:pt x="12447" y="10915"/>
                </a:lnTo>
                <a:lnTo>
                  <a:pt x="12300" y="11107"/>
                </a:lnTo>
                <a:lnTo>
                  <a:pt x="12131" y="11285"/>
                </a:lnTo>
                <a:lnTo>
                  <a:pt x="11940" y="11446"/>
                </a:lnTo>
                <a:lnTo>
                  <a:pt x="11723" y="11587"/>
                </a:lnTo>
                <a:lnTo>
                  <a:pt x="11481" y="11708"/>
                </a:lnTo>
                <a:lnTo>
                  <a:pt x="11212" y="11804"/>
                </a:lnTo>
                <a:lnTo>
                  <a:pt x="10914" y="11875"/>
                </a:lnTo>
                <a:lnTo>
                  <a:pt x="10587" y="11916"/>
                </a:lnTo>
                <a:lnTo>
                  <a:pt x="10228" y="11927"/>
                </a:lnTo>
                <a:lnTo>
                  <a:pt x="9837" y="11904"/>
                </a:lnTo>
                <a:lnTo>
                  <a:pt x="9412" y="11845"/>
                </a:lnTo>
                <a:lnTo>
                  <a:pt x="8951" y="11748"/>
                </a:lnTo>
                <a:lnTo>
                  <a:pt x="8454" y="11611"/>
                </a:lnTo>
                <a:lnTo>
                  <a:pt x="8442" y="11622"/>
                </a:lnTo>
                <a:lnTo>
                  <a:pt x="8408" y="11654"/>
                </a:lnTo>
                <a:lnTo>
                  <a:pt x="8352" y="11701"/>
                </a:lnTo>
                <a:lnTo>
                  <a:pt x="8276" y="11766"/>
                </a:lnTo>
                <a:lnTo>
                  <a:pt x="8182" y="11843"/>
                </a:lnTo>
                <a:lnTo>
                  <a:pt x="8069" y="11930"/>
                </a:lnTo>
                <a:lnTo>
                  <a:pt x="7940" y="12025"/>
                </a:lnTo>
                <a:lnTo>
                  <a:pt x="7796" y="12127"/>
                </a:lnTo>
                <a:lnTo>
                  <a:pt x="7638" y="12232"/>
                </a:lnTo>
                <a:lnTo>
                  <a:pt x="7466" y="12338"/>
                </a:lnTo>
                <a:lnTo>
                  <a:pt x="7284" y="12442"/>
                </a:lnTo>
                <a:lnTo>
                  <a:pt x="7092" y="12543"/>
                </a:lnTo>
                <a:lnTo>
                  <a:pt x="6889" y="12637"/>
                </a:lnTo>
                <a:lnTo>
                  <a:pt x="6680" y="12723"/>
                </a:lnTo>
                <a:lnTo>
                  <a:pt x="6463" y="12798"/>
                </a:lnTo>
                <a:lnTo>
                  <a:pt x="6241" y="12860"/>
                </a:lnTo>
                <a:lnTo>
                  <a:pt x="6015" y="12906"/>
                </a:lnTo>
                <a:lnTo>
                  <a:pt x="5786" y="12934"/>
                </a:lnTo>
                <a:lnTo>
                  <a:pt x="5554" y="12941"/>
                </a:lnTo>
                <a:lnTo>
                  <a:pt x="5323" y="12926"/>
                </a:lnTo>
                <a:lnTo>
                  <a:pt x="5092" y="12885"/>
                </a:lnTo>
                <a:lnTo>
                  <a:pt x="4863" y="12817"/>
                </a:lnTo>
                <a:lnTo>
                  <a:pt x="4638" y="12719"/>
                </a:lnTo>
                <a:lnTo>
                  <a:pt x="4415" y="12588"/>
                </a:lnTo>
                <a:lnTo>
                  <a:pt x="4199" y="12423"/>
                </a:lnTo>
                <a:lnTo>
                  <a:pt x="3991" y="12220"/>
                </a:lnTo>
                <a:lnTo>
                  <a:pt x="3789" y="11978"/>
                </a:lnTo>
                <a:lnTo>
                  <a:pt x="3597" y="11693"/>
                </a:lnTo>
                <a:lnTo>
                  <a:pt x="3417" y="11365"/>
                </a:lnTo>
                <a:lnTo>
                  <a:pt x="3246" y="10990"/>
                </a:lnTo>
                <a:lnTo>
                  <a:pt x="3090" y="10565"/>
                </a:lnTo>
                <a:lnTo>
                  <a:pt x="2948" y="10089"/>
                </a:lnTo>
                <a:lnTo>
                  <a:pt x="2931" y="10085"/>
                </a:lnTo>
                <a:lnTo>
                  <a:pt x="2884" y="10075"/>
                </a:lnTo>
                <a:lnTo>
                  <a:pt x="2810" y="10055"/>
                </a:lnTo>
                <a:lnTo>
                  <a:pt x="2712" y="10028"/>
                </a:lnTo>
                <a:lnTo>
                  <a:pt x="2590" y="9993"/>
                </a:lnTo>
                <a:lnTo>
                  <a:pt x="2451" y="9948"/>
                </a:lnTo>
                <a:lnTo>
                  <a:pt x="2296" y="9895"/>
                </a:lnTo>
                <a:lnTo>
                  <a:pt x="2127" y="9832"/>
                </a:lnTo>
                <a:lnTo>
                  <a:pt x="1949" y="9759"/>
                </a:lnTo>
                <a:lnTo>
                  <a:pt x="1763" y="9676"/>
                </a:lnTo>
                <a:lnTo>
                  <a:pt x="1572" y="9583"/>
                </a:lnTo>
                <a:lnTo>
                  <a:pt x="1381" y="9479"/>
                </a:lnTo>
                <a:lnTo>
                  <a:pt x="1190" y="9363"/>
                </a:lnTo>
                <a:lnTo>
                  <a:pt x="1004" y="9237"/>
                </a:lnTo>
                <a:lnTo>
                  <a:pt x="826" y="9099"/>
                </a:lnTo>
                <a:lnTo>
                  <a:pt x="656" y="8948"/>
                </a:lnTo>
                <a:lnTo>
                  <a:pt x="501" y="8785"/>
                </a:lnTo>
                <a:lnTo>
                  <a:pt x="360" y="8609"/>
                </a:lnTo>
                <a:lnTo>
                  <a:pt x="239" y="8420"/>
                </a:lnTo>
                <a:lnTo>
                  <a:pt x="139" y="8219"/>
                </a:lnTo>
                <a:lnTo>
                  <a:pt x="65" y="8003"/>
                </a:lnTo>
                <a:lnTo>
                  <a:pt x="17" y="7773"/>
                </a:lnTo>
                <a:lnTo>
                  <a:pt x="0" y="7528"/>
                </a:lnTo>
                <a:lnTo>
                  <a:pt x="17" y="7270"/>
                </a:lnTo>
                <a:lnTo>
                  <a:pt x="69" y="6996"/>
                </a:lnTo>
                <a:lnTo>
                  <a:pt x="160" y="6707"/>
                </a:lnTo>
                <a:lnTo>
                  <a:pt x="294" y="6401"/>
                </a:lnTo>
                <a:lnTo>
                  <a:pt x="472" y="6081"/>
                </a:lnTo>
                <a:lnTo>
                  <a:pt x="698" y="5743"/>
                </a:lnTo>
                <a:lnTo>
                  <a:pt x="974" y="5390"/>
                </a:lnTo>
                <a:lnTo>
                  <a:pt x="1304" y="5018"/>
                </a:lnTo>
                <a:lnTo>
                  <a:pt x="1691" y="4631"/>
                </a:lnTo>
                <a:lnTo>
                  <a:pt x="1688" y="4619"/>
                </a:lnTo>
                <a:lnTo>
                  <a:pt x="1680" y="4588"/>
                </a:lnTo>
                <a:lnTo>
                  <a:pt x="1669" y="4537"/>
                </a:lnTo>
                <a:lnTo>
                  <a:pt x="1655" y="4469"/>
                </a:lnTo>
                <a:lnTo>
                  <a:pt x="1639" y="4384"/>
                </a:lnTo>
                <a:lnTo>
                  <a:pt x="1625" y="4284"/>
                </a:lnTo>
                <a:lnTo>
                  <a:pt x="1611" y="4171"/>
                </a:lnTo>
                <a:lnTo>
                  <a:pt x="1600" y="4045"/>
                </a:lnTo>
                <a:lnTo>
                  <a:pt x="1594" y="3909"/>
                </a:lnTo>
                <a:lnTo>
                  <a:pt x="1593" y="3763"/>
                </a:lnTo>
                <a:lnTo>
                  <a:pt x="1598" y="3611"/>
                </a:lnTo>
                <a:lnTo>
                  <a:pt x="1611" y="3451"/>
                </a:lnTo>
                <a:lnTo>
                  <a:pt x="1633" y="3287"/>
                </a:lnTo>
                <a:lnTo>
                  <a:pt x="1666" y="3119"/>
                </a:lnTo>
                <a:lnTo>
                  <a:pt x="1711" y="2948"/>
                </a:lnTo>
                <a:lnTo>
                  <a:pt x="1769" y="2778"/>
                </a:lnTo>
                <a:lnTo>
                  <a:pt x="1842" y="2608"/>
                </a:lnTo>
                <a:lnTo>
                  <a:pt x="1930" y="2440"/>
                </a:lnTo>
                <a:lnTo>
                  <a:pt x="2035" y="2276"/>
                </a:lnTo>
                <a:lnTo>
                  <a:pt x="2159" y="2116"/>
                </a:lnTo>
                <a:lnTo>
                  <a:pt x="2301" y="1965"/>
                </a:lnTo>
                <a:lnTo>
                  <a:pt x="2465" y="1819"/>
                </a:lnTo>
                <a:lnTo>
                  <a:pt x="2651" y="1684"/>
                </a:lnTo>
                <a:lnTo>
                  <a:pt x="2860" y="1560"/>
                </a:lnTo>
                <a:lnTo>
                  <a:pt x="3094" y="1447"/>
                </a:lnTo>
                <a:lnTo>
                  <a:pt x="3354" y="1349"/>
                </a:lnTo>
                <a:lnTo>
                  <a:pt x="3642" y="1266"/>
                </a:lnTo>
                <a:lnTo>
                  <a:pt x="3958" y="1198"/>
                </a:lnTo>
                <a:lnTo>
                  <a:pt x="4304" y="1149"/>
                </a:lnTo>
                <a:lnTo>
                  <a:pt x="4681" y="1119"/>
                </a:lnTo>
                <a:lnTo>
                  <a:pt x="5091" y="1110"/>
                </a:lnTo>
                <a:lnTo>
                  <a:pt x="5535" y="1123"/>
                </a:lnTo>
                <a:lnTo>
                  <a:pt x="5777" y="995"/>
                </a:lnTo>
                <a:lnTo>
                  <a:pt x="6017" y="871"/>
                </a:lnTo>
                <a:lnTo>
                  <a:pt x="6253" y="754"/>
                </a:lnTo>
                <a:lnTo>
                  <a:pt x="6485" y="642"/>
                </a:lnTo>
                <a:lnTo>
                  <a:pt x="6714" y="538"/>
                </a:lnTo>
                <a:lnTo>
                  <a:pt x="6939" y="440"/>
                </a:lnTo>
                <a:lnTo>
                  <a:pt x="7161" y="352"/>
                </a:lnTo>
                <a:lnTo>
                  <a:pt x="7379" y="271"/>
                </a:lnTo>
                <a:lnTo>
                  <a:pt x="7593" y="200"/>
                </a:lnTo>
                <a:lnTo>
                  <a:pt x="7803" y="139"/>
                </a:lnTo>
                <a:lnTo>
                  <a:pt x="8009" y="88"/>
                </a:lnTo>
                <a:lnTo>
                  <a:pt x="8212" y="47"/>
                </a:lnTo>
                <a:lnTo>
                  <a:pt x="8411" y="19"/>
                </a:lnTo>
                <a:lnTo>
                  <a:pt x="8605" y="3"/>
                </a:lnTo>
                <a:lnTo>
                  <a:pt x="8796" y="0"/>
                </a:lnTo>
                <a:lnTo>
                  <a:pt x="8982" y="9"/>
                </a:lnTo>
                <a:lnTo>
                  <a:pt x="9165" y="32"/>
                </a:lnTo>
                <a:lnTo>
                  <a:pt x="9343" y="69"/>
                </a:lnTo>
                <a:lnTo>
                  <a:pt x="9517" y="121"/>
                </a:lnTo>
                <a:lnTo>
                  <a:pt x="9687" y="190"/>
                </a:lnTo>
                <a:lnTo>
                  <a:pt x="9852" y="273"/>
                </a:lnTo>
                <a:lnTo>
                  <a:pt x="10013" y="374"/>
                </a:lnTo>
                <a:lnTo>
                  <a:pt x="10170" y="491"/>
                </a:lnTo>
                <a:lnTo>
                  <a:pt x="10322" y="626"/>
                </a:lnTo>
                <a:lnTo>
                  <a:pt x="10470" y="780"/>
                </a:lnTo>
                <a:lnTo>
                  <a:pt x="10613" y="952"/>
                </a:lnTo>
                <a:lnTo>
                  <a:pt x="10751" y="1144"/>
                </a:lnTo>
                <a:lnTo>
                  <a:pt x="10885" y="1355"/>
                </a:lnTo>
                <a:lnTo>
                  <a:pt x="11014" y="1588"/>
                </a:lnTo>
                <a:lnTo>
                  <a:pt x="11138" y="1841"/>
                </a:lnTo>
                <a:lnTo>
                  <a:pt x="11259" y="2116"/>
                </a:lnTo>
                <a:lnTo>
                  <a:pt x="11373" y="2413"/>
                </a:lnTo>
                <a:close/>
                <a:moveTo>
                  <a:pt x="10582" y="2503"/>
                </a:moveTo>
                <a:lnTo>
                  <a:pt x="10597" y="2507"/>
                </a:lnTo>
                <a:lnTo>
                  <a:pt x="10641" y="2521"/>
                </a:lnTo>
                <a:lnTo>
                  <a:pt x="10711" y="2544"/>
                </a:lnTo>
                <a:lnTo>
                  <a:pt x="10803" y="2576"/>
                </a:lnTo>
                <a:lnTo>
                  <a:pt x="10916" y="2619"/>
                </a:lnTo>
                <a:lnTo>
                  <a:pt x="11047" y="2670"/>
                </a:lnTo>
                <a:lnTo>
                  <a:pt x="11192" y="2730"/>
                </a:lnTo>
                <a:lnTo>
                  <a:pt x="11351" y="2800"/>
                </a:lnTo>
                <a:lnTo>
                  <a:pt x="11520" y="2879"/>
                </a:lnTo>
                <a:lnTo>
                  <a:pt x="11696" y="2967"/>
                </a:lnTo>
                <a:lnTo>
                  <a:pt x="11876" y="3065"/>
                </a:lnTo>
                <a:lnTo>
                  <a:pt x="12058" y="3171"/>
                </a:lnTo>
                <a:lnTo>
                  <a:pt x="12240" y="3288"/>
                </a:lnTo>
                <a:lnTo>
                  <a:pt x="12418" y="3412"/>
                </a:lnTo>
                <a:lnTo>
                  <a:pt x="12591" y="3547"/>
                </a:lnTo>
                <a:lnTo>
                  <a:pt x="12754" y="3691"/>
                </a:lnTo>
                <a:lnTo>
                  <a:pt x="12905" y="3844"/>
                </a:lnTo>
                <a:lnTo>
                  <a:pt x="13043" y="4008"/>
                </a:lnTo>
                <a:lnTo>
                  <a:pt x="13165" y="4179"/>
                </a:lnTo>
                <a:lnTo>
                  <a:pt x="13268" y="4361"/>
                </a:lnTo>
                <a:lnTo>
                  <a:pt x="13347" y="4551"/>
                </a:lnTo>
                <a:lnTo>
                  <a:pt x="13402" y="4750"/>
                </a:lnTo>
                <a:lnTo>
                  <a:pt x="13430" y="4959"/>
                </a:lnTo>
                <a:lnTo>
                  <a:pt x="13429" y="5178"/>
                </a:lnTo>
                <a:lnTo>
                  <a:pt x="13394" y="5405"/>
                </a:lnTo>
                <a:lnTo>
                  <a:pt x="13325" y="5642"/>
                </a:lnTo>
                <a:lnTo>
                  <a:pt x="13218" y="5888"/>
                </a:lnTo>
                <a:lnTo>
                  <a:pt x="13069" y="6144"/>
                </a:lnTo>
                <a:lnTo>
                  <a:pt x="12878" y="6409"/>
                </a:lnTo>
                <a:lnTo>
                  <a:pt x="12640" y="6683"/>
                </a:lnTo>
                <a:lnTo>
                  <a:pt x="12355" y="6965"/>
                </a:lnTo>
                <a:lnTo>
                  <a:pt x="12019" y="7258"/>
                </a:lnTo>
                <a:lnTo>
                  <a:pt x="12021" y="7273"/>
                </a:lnTo>
                <a:lnTo>
                  <a:pt x="12027" y="7315"/>
                </a:lnTo>
                <a:lnTo>
                  <a:pt x="12036" y="7383"/>
                </a:lnTo>
                <a:lnTo>
                  <a:pt x="12048" y="7474"/>
                </a:lnTo>
                <a:lnTo>
                  <a:pt x="12058" y="7586"/>
                </a:lnTo>
                <a:lnTo>
                  <a:pt x="12068" y="7717"/>
                </a:lnTo>
                <a:lnTo>
                  <a:pt x="12077" y="7866"/>
                </a:lnTo>
                <a:lnTo>
                  <a:pt x="12082" y="8029"/>
                </a:lnTo>
                <a:lnTo>
                  <a:pt x="12082" y="8205"/>
                </a:lnTo>
                <a:lnTo>
                  <a:pt x="12076" y="8391"/>
                </a:lnTo>
                <a:lnTo>
                  <a:pt x="12062" y="8586"/>
                </a:lnTo>
                <a:lnTo>
                  <a:pt x="12041" y="8787"/>
                </a:lnTo>
                <a:lnTo>
                  <a:pt x="12010" y="8992"/>
                </a:lnTo>
                <a:lnTo>
                  <a:pt x="11969" y="9199"/>
                </a:lnTo>
                <a:lnTo>
                  <a:pt x="11915" y="9406"/>
                </a:lnTo>
                <a:lnTo>
                  <a:pt x="11847" y="9611"/>
                </a:lnTo>
                <a:lnTo>
                  <a:pt x="11765" y="9810"/>
                </a:lnTo>
                <a:lnTo>
                  <a:pt x="11668" y="10003"/>
                </a:lnTo>
                <a:lnTo>
                  <a:pt x="11553" y="10188"/>
                </a:lnTo>
                <a:lnTo>
                  <a:pt x="11420" y="10362"/>
                </a:lnTo>
                <a:lnTo>
                  <a:pt x="11267" y="10523"/>
                </a:lnTo>
                <a:lnTo>
                  <a:pt x="11094" y="10668"/>
                </a:lnTo>
                <a:lnTo>
                  <a:pt x="10899" y="10797"/>
                </a:lnTo>
                <a:lnTo>
                  <a:pt x="10679" y="10905"/>
                </a:lnTo>
                <a:lnTo>
                  <a:pt x="10437" y="10992"/>
                </a:lnTo>
                <a:lnTo>
                  <a:pt x="10167" y="11055"/>
                </a:lnTo>
                <a:lnTo>
                  <a:pt x="9871" y="11094"/>
                </a:lnTo>
                <a:lnTo>
                  <a:pt x="9547" y="11103"/>
                </a:lnTo>
                <a:lnTo>
                  <a:pt x="9193" y="11082"/>
                </a:lnTo>
                <a:lnTo>
                  <a:pt x="8809" y="11029"/>
                </a:lnTo>
                <a:lnTo>
                  <a:pt x="8392" y="10942"/>
                </a:lnTo>
                <a:lnTo>
                  <a:pt x="7943" y="10818"/>
                </a:lnTo>
                <a:lnTo>
                  <a:pt x="7932" y="10828"/>
                </a:lnTo>
                <a:lnTo>
                  <a:pt x="7900" y="10856"/>
                </a:lnTo>
                <a:lnTo>
                  <a:pt x="7851" y="10900"/>
                </a:lnTo>
                <a:lnTo>
                  <a:pt x="7782" y="10958"/>
                </a:lnTo>
                <a:lnTo>
                  <a:pt x="7696" y="11027"/>
                </a:lnTo>
                <a:lnTo>
                  <a:pt x="7594" y="11106"/>
                </a:lnTo>
                <a:lnTo>
                  <a:pt x="7478" y="11192"/>
                </a:lnTo>
                <a:lnTo>
                  <a:pt x="7348" y="11284"/>
                </a:lnTo>
                <a:lnTo>
                  <a:pt x="7205" y="11379"/>
                </a:lnTo>
                <a:lnTo>
                  <a:pt x="7050" y="11475"/>
                </a:lnTo>
                <a:lnTo>
                  <a:pt x="6885" y="11569"/>
                </a:lnTo>
                <a:lnTo>
                  <a:pt x="6711" y="11660"/>
                </a:lnTo>
                <a:lnTo>
                  <a:pt x="6528" y="11746"/>
                </a:lnTo>
                <a:lnTo>
                  <a:pt x="6338" y="11823"/>
                </a:lnTo>
                <a:lnTo>
                  <a:pt x="6143" y="11891"/>
                </a:lnTo>
                <a:lnTo>
                  <a:pt x="5941" y="11946"/>
                </a:lnTo>
                <a:lnTo>
                  <a:pt x="5737" y="11989"/>
                </a:lnTo>
                <a:lnTo>
                  <a:pt x="5530" y="12014"/>
                </a:lnTo>
                <a:lnTo>
                  <a:pt x="5321" y="12021"/>
                </a:lnTo>
                <a:lnTo>
                  <a:pt x="5112" y="12007"/>
                </a:lnTo>
                <a:lnTo>
                  <a:pt x="4903" y="11970"/>
                </a:lnTo>
                <a:lnTo>
                  <a:pt x="4696" y="11908"/>
                </a:lnTo>
                <a:lnTo>
                  <a:pt x="4492" y="11820"/>
                </a:lnTo>
                <a:lnTo>
                  <a:pt x="4292" y="11701"/>
                </a:lnTo>
                <a:lnTo>
                  <a:pt x="4097" y="11552"/>
                </a:lnTo>
                <a:lnTo>
                  <a:pt x="3907" y="11368"/>
                </a:lnTo>
                <a:lnTo>
                  <a:pt x="3725" y="11149"/>
                </a:lnTo>
                <a:lnTo>
                  <a:pt x="3552" y="10892"/>
                </a:lnTo>
                <a:lnTo>
                  <a:pt x="3388" y="10595"/>
                </a:lnTo>
                <a:lnTo>
                  <a:pt x="3234" y="10256"/>
                </a:lnTo>
                <a:lnTo>
                  <a:pt x="3093" y="9872"/>
                </a:lnTo>
                <a:lnTo>
                  <a:pt x="2964" y="9442"/>
                </a:lnTo>
                <a:lnTo>
                  <a:pt x="2950" y="9438"/>
                </a:lnTo>
                <a:lnTo>
                  <a:pt x="2907" y="9429"/>
                </a:lnTo>
                <a:lnTo>
                  <a:pt x="2840" y="9411"/>
                </a:lnTo>
                <a:lnTo>
                  <a:pt x="2750" y="9387"/>
                </a:lnTo>
                <a:lnTo>
                  <a:pt x="2641" y="9355"/>
                </a:lnTo>
                <a:lnTo>
                  <a:pt x="2516" y="9315"/>
                </a:lnTo>
                <a:lnTo>
                  <a:pt x="2374" y="9266"/>
                </a:lnTo>
                <a:lnTo>
                  <a:pt x="2223" y="9209"/>
                </a:lnTo>
                <a:lnTo>
                  <a:pt x="2061" y="9143"/>
                </a:lnTo>
                <a:lnTo>
                  <a:pt x="1893" y="9069"/>
                </a:lnTo>
                <a:lnTo>
                  <a:pt x="1720" y="8984"/>
                </a:lnTo>
                <a:lnTo>
                  <a:pt x="1547" y="8890"/>
                </a:lnTo>
                <a:lnTo>
                  <a:pt x="1375" y="8786"/>
                </a:lnTo>
                <a:lnTo>
                  <a:pt x="1207" y="8671"/>
                </a:lnTo>
                <a:lnTo>
                  <a:pt x="1045" y="8546"/>
                </a:lnTo>
                <a:lnTo>
                  <a:pt x="892" y="8410"/>
                </a:lnTo>
                <a:lnTo>
                  <a:pt x="751" y="8263"/>
                </a:lnTo>
                <a:lnTo>
                  <a:pt x="625" y="8104"/>
                </a:lnTo>
                <a:lnTo>
                  <a:pt x="515" y="7933"/>
                </a:lnTo>
                <a:lnTo>
                  <a:pt x="425" y="7751"/>
                </a:lnTo>
                <a:lnTo>
                  <a:pt x="357" y="7555"/>
                </a:lnTo>
                <a:lnTo>
                  <a:pt x="315" y="7348"/>
                </a:lnTo>
                <a:lnTo>
                  <a:pt x="299" y="7127"/>
                </a:lnTo>
                <a:lnTo>
                  <a:pt x="314" y="6893"/>
                </a:lnTo>
                <a:lnTo>
                  <a:pt x="362" y="6646"/>
                </a:lnTo>
                <a:lnTo>
                  <a:pt x="444" y="6384"/>
                </a:lnTo>
                <a:lnTo>
                  <a:pt x="564" y="6108"/>
                </a:lnTo>
                <a:lnTo>
                  <a:pt x="726" y="5818"/>
                </a:lnTo>
                <a:lnTo>
                  <a:pt x="930" y="5512"/>
                </a:lnTo>
                <a:lnTo>
                  <a:pt x="1180" y="5193"/>
                </a:lnTo>
                <a:lnTo>
                  <a:pt x="1479" y="4857"/>
                </a:lnTo>
                <a:lnTo>
                  <a:pt x="1828" y="4506"/>
                </a:lnTo>
                <a:lnTo>
                  <a:pt x="1825" y="4497"/>
                </a:lnTo>
                <a:lnTo>
                  <a:pt x="1818" y="4469"/>
                </a:lnTo>
                <a:lnTo>
                  <a:pt x="1808" y="4422"/>
                </a:lnTo>
                <a:lnTo>
                  <a:pt x="1795" y="4361"/>
                </a:lnTo>
                <a:lnTo>
                  <a:pt x="1782" y="4284"/>
                </a:lnTo>
                <a:lnTo>
                  <a:pt x="1768" y="4193"/>
                </a:lnTo>
                <a:lnTo>
                  <a:pt x="1756" y="4091"/>
                </a:lnTo>
                <a:lnTo>
                  <a:pt x="1746" y="3977"/>
                </a:lnTo>
                <a:lnTo>
                  <a:pt x="1740" y="3854"/>
                </a:lnTo>
                <a:lnTo>
                  <a:pt x="1739" y="3723"/>
                </a:lnTo>
                <a:lnTo>
                  <a:pt x="1743" y="3585"/>
                </a:lnTo>
                <a:lnTo>
                  <a:pt x="1756" y="3440"/>
                </a:lnTo>
                <a:lnTo>
                  <a:pt x="1777" y="3292"/>
                </a:lnTo>
                <a:lnTo>
                  <a:pt x="1806" y="3139"/>
                </a:lnTo>
                <a:lnTo>
                  <a:pt x="1846" y="2986"/>
                </a:lnTo>
                <a:lnTo>
                  <a:pt x="1899" y="2831"/>
                </a:lnTo>
                <a:lnTo>
                  <a:pt x="1964" y="2678"/>
                </a:lnTo>
                <a:lnTo>
                  <a:pt x="2044" y="2527"/>
                </a:lnTo>
                <a:lnTo>
                  <a:pt x="2139" y="2378"/>
                </a:lnTo>
                <a:lnTo>
                  <a:pt x="2251" y="2234"/>
                </a:lnTo>
                <a:lnTo>
                  <a:pt x="2380" y="2096"/>
                </a:lnTo>
                <a:lnTo>
                  <a:pt x="2527" y="1965"/>
                </a:lnTo>
                <a:lnTo>
                  <a:pt x="2695" y="1843"/>
                </a:lnTo>
                <a:lnTo>
                  <a:pt x="2885" y="1730"/>
                </a:lnTo>
                <a:lnTo>
                  <a:pt x="3097" y="1629"/>
                </a:lnTo>
                <a:lnTo>
                  <a:pt x="3332" y="1540"/>
                </a:lnTo>
                <a:lnTo>
                  <a:pt x="3592" y="1464"/>
                </a:lnTo>
                <a:lnTo>
                  <a:pt x="3878" y="1403"/>
                </a:lnTo>
                <a:lnTo>
                  <a:pt x="4190" y="1359"/>
                </a:lnTo>
                <a:lnTo>
                  <a:pt x="4532" y="1332"/>
                </a:lnTo>
                <a:lnTo>
                  <a:pt x="4901" y="1324"/>
                </a:lnTo>
                <a:lnTo>
                  <a:pt x="5303" y="1335"/>
                </a:lnTo>
                <a:lnTo>
                  <a:pt x="5522" y="1219"/>
                </a:lnTo>
                <a:lnTo>
                  <a:pt x="5739" y="1107"/>
                </a:lnTo>
                <a:lnTo>
                  <a:pt x="5952" y="1001"/>
                </a:lnTo>
                <a:lnTo>
                  <a:pt x="6163" y="900"/>
                </a:lnTo>
                <a:lnTo>
                  <a:pt x="6369" y="806"/>
                </a:lnTo>
                <a:lnTo>
                  <a:pt x="6573" y="718"/>
                </a:lnTo>
                <a:lnTo>
                  <a:pt x="6773" y="637"/>
                </a:lnTo>
                <a:lnTo>
                  <a:pt x="6970" y="565"/>
                </a:lnTo>
                <a:lnTo>
                  <a:pt x="7163" y="501"/>
                </a:lnTo>
                <a:lnTo>
                  <a:pt x="7354" y="445"/>
                </a:lnTo>
                <a:lnTo>
                  <a:pt x="7540" y="400"/>
                </a:lnTo>
                <a:lnTo>
                  <a:pt x="7724" y="363"/>
                </a:lnTo>
                <a:lnTo>
                  <a:pt x="7904" y="337"/>
                </a:lnTo>
                <a:lnTo>
                  <a:pt x="8079" y="323"/>
                </a:lnTo>
                <a:lnTo>
                  <a:pt x="8251" y="320"/>
                </a:lnTo>
                <a:lnTo>
                  <a:pt x="8421" y="328"/>
                </a:lnTo>
                <a:lnTo>
                  <a:pt x="8586" y="349"/>
                </a:lnTo>
                <a:lnTo>
                  <a:pt x="8746" y="383"/>
                </a:lnTo>
                <a:lnTo>
                  <a:pt x="8903" y="430"/>
                </a:lnTo>
                <a:lnTo>
                  <a:pt x="9057" y="491"/>
                </a:lnTo>
                <a:lnTo>
                  <a:pt x="9206" y="567"/>
                </a:lnTo>
                <a:lnTo>
                  <a:pt x="9352" y="658"/>
                </a:lnTo>
                <a:lnTo>
                  <a:pt x="9494" y="764"/>
                </a:lnTo>
                <a:lnTo>
                  <a:pt x="9631" y="887"/>
                </a:lnTo>
                <a:lnTo>
                  <a:pt x="9765" y="1025"/>
                </a:lnTo>
                <a:lnTo>
                  <a:pt x="9895" y="1181"/>
                </a:lnTo>
                <a:lnTo>
                  <a:pt x="10019" y="1354"/>
                </a:lnTo>
                <a:lnTo>
                  <a:pt x="10141" y="1546"/>
                </a:lnTo>
                <a:lnTo>
                  <a:pt x="10257" y="1756"/>
                </a:lnTo>
                <a:lnTo>
                  <a:pt x="10370" y="1984"/>
                </a:lnTo>
                <a:lnTo>
                  <a:pt x="10478" y="2234"/>
                </a:lnTo>
                <a:lnTo>
                  <a:pt x="10582" y="250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3457361" y="2812972"/>
            <a:ext cx="2213616" cy="1106808"/>
            <a:chOff x="3706813" y="3897313"/>
            <a:chExt cx="1873250" cy="936625"/>
          </a:xfrm>
        </p:grpSpPr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4362238" y="3966213"/>
              <a:ext cx="465560" cy="286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IPv4</a:t>
              </a:r>
              <a:endPara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5" name="Freeform 164"/>
            <p:cNvSpPr>
              <a:spLocks noEditPoints="1"/>
            </p:cNvSpPr>
            <p:nvPr/>
          </p:nvSpPr>
          <p:spPr bwMode="auto">
            <a:xfrm>
              <a:off x="3706813" y="3897313"/>
              <a:ext cx="1873250" cy="936625"/>
            </a:xfrm>
            <a:custGeom>
              <a:avLst/>
              <a:gdLst>
                <a:gd name="T0" fmla="*/ 2147483646 w 14525"/>
                <a:gd name="T1" fmla="*/ 2147483646 h 12941"/>
                <a:gd name="T2" fmla="*/ 2147483646 w 14525"/>
                <a:gd name="T3" fmla="*/ 2147483646 h 12941"/>
                <a:gd name="T4" fmla="*/ 2147483646 w 14525"/>
                <a:gd name="T5" fmla="*/ 2147483646 h 12941"/>
                <a:gd name="T6" fmla="*/ 2147483646 w 14525"/>
                <a:gd name="T7" fmla="*/ 2147483646 h 12941"/>
                <a:gd name="T8" fmla="*/ 2147483646 w 14525"/>
                <a:gd name="T9" fmla="*/ 2147483646 h 12941"/>
                <a:gd name="T10" fmla="*/ 2147483646 w 14525"/>
                <a:gd name="T11" fmla="*/ 2147483646 h 12941"/>
                <a:gd name="T12" fmla="*/ 2147483646 w 14525"/>
                <a:gd name="T13" fmla="*/ 2147483646 h 12941"/>
                <a:gd name="T14" fmla="*/ 2147483646 w 14525"/>
                <a:gd name="T15" fmla="*/ 2147483646 h 12941"/>
                <a:gd name="T16" fmla="*/ 2147483646 w 14525"/>
                <a:gd name="T17" fmla="*/ 2147483646 h 12941"/>
                <a:gd name="T18" fmla="*/ 2147483646 w 14525"/>
                <a:gd name="T19" fmla="*/ 2147483646 h 12941"/>
                <a:gd name="T20" fmla="*/ 2147483646 w 14525"/>
                <a:gd name="T21" fmla="*/ 2147483646 h 12941"/>
                <a:gd name="T22" fmla="*/ 2147483646 w 14525"/>
                <a:gd name="T23" fmla="*/ 2147483646 h 12941"/>
                <a:gd name="T24" fmla="*/ 2147483646 w 14525"/>
                <a:gd name="T25" fmla="*/ 2147483646 h 12941"/>
                <a:gd name="T26" fmla="*/ 2147483646 w 14525"/>
                <a:gd name="T27" fmla="*/ 2147483646 h 12941"/>
                <a:gd name="T28" fmla="*/ 2147483646 w 14525"/>
                <a:gd name="T29" fmla="*/ 2147483646 h 12941"/>
                <a:gd name="T30" fmla="*/ 2147483646 w 14525"/>
                <a:gd name="T31" fmla="*/ 2147483646 h 12941"/>
                <a:gd name="T32" fmla="*/ 2147483646 w 14525"/>
                <a:gd name="T33" fmla="*/ 2147483646 h 12941"/>
                <a:gd name="T34" fmla="*/ 2147483646 w 14525"/>
                <a:gd name="T35" fmla="*/ 2147483646 h 12941"/>
                <a:gd name="T36" fmla="*/ 2147483646 w 14525"/>
                <a:gd name="T37" fmla="*/ 2147483646 h 12941"/>
                <a:gd name="T38" fmla="*/ 2147483646 w 14525"/>
                <a:gd name="T39" fmla="*/ 2147483646 h 12941"/>
                <a:gd name="T40" fmla="*/ 2147483646 w 14525"/>
                <a:gd name="T41" fmla="*/ 2147483646 h 12941"/>
                <a:gd name="T42" fmla="*/ 2147483646 w 14525"/>
                <a:gd name="T43" fmla="*/ 2147483646 h 12941"/>
                <a:gd name="T44" fmla="*/ 2147483646 w 14525"/>
                <a:gd name="T45" fmla="*/ 2147483646 h 12941"/>
                <a:gd name="T46" fmla="*/ 2147483646 w 14525"/>
                <a:gd name="T47" fmla="*/ 2147483646 h 12941"/>
                <a:gd name="T48" fmla="*/ 2147483646 w 14525"/>
                <a:gd name="T49" fmla="*/ 2147483646 h 12941"/>
                <a:gd name="T50" fmla="*/ 2147483646 w 14525"/>
                <a:gd name="T51" fmla="*/ 2147483646 h 12941"/>
                <a:gd name="T52" fmla="*/ 2147483646 w 14525"/>
                <a:gd name="T53" fmla="*/ 2147483646 h 12941"/>
                <a:gd name="T54" fmla="*/ 2147483646 w 14525"/>
                <a:gd name="T55" fmla="*/ 2147483646 h 12941"/>
                <a:gd name="T56" fmla="*/ 2147483646 w 14525"/>
                <a:gd name="T57" fmla="*/ 2147483646 h 12941"/>
                <a:gd name="T58" fmla="*/ 2147483646 w 14525"/>
                <a:gd name="T59" fmla="*/ 2147483646 h 12941"/>
                <a:gd name="T60" fmla="*/ 2147483646 w 14525"/>
                <a:gd name="T61" fmla="*/ 2147483646 h 12941"/>
                <a:gd name="T62" fmla="*/ 2147483646 w 14525"/>
                <a:gd name="T63" fmla="*/ 2147483646 h 12941"/>
                <a:gd name="T64" fmla="*/ 2147483646 w 14525"/>
                <a:gd name="T65" fmla="*/ 2147483646 h 12941"/>
                <a:gd name="T66" fmla="*/ 2147483646 w 14525"/>
                <a:gd name="T67" fmla="*/ 2147483646 h 12941"/>
                <a:gd name="T68" fmla="*/ 2147483646 w 14525"/>
                <a:gd name="T69" fmla="*/ 2147483646 h 12941"/>
                <a:gd name="T70" fmla="*/ 2147483646 w 14525"/>
                <a:gd name="T71" fmla="*/ 2147483646 h 12941"/>
                <a:gd name="T72" fmla="*/ 2147483646 w 14525"/>
                <a:gd name="T73" fmla="*/ 2147483646 h 12941"/>
                <a:gd name="T74" fmla="*/ 2147483646 w 14525"/>
                <a:gd name="T75" fmla="*/ 2147483646 h 12941"/>
                <a:gd name="T76" fmla="*/ 2147483646 w 14525"/>
                <a:gd name="T77" fmla="*/ 2147483646 h 12941"/>
                <a:gd name="T78" fmla="*/ 2147483646 w 14525"/>
                <a:gd name="T79" fmla="*/ 2147483646 h 12941"/>
                <a:gd name="T80" fmla="*/ 2147483646 w 14525"/>
                <a:gd name="T81" fmla="*/ 2147483646 h 12941"/>
                <a:gd name="T82" fmla="*/ 2147483646 w 14525"/>
                <a:gd name="T83" fmla="*/ 2147483646 h 12941"/>
                <a:gd name="T84" fmla="*/ 2147483646 w 14525"/>
                <a:gd name="T85" fmla="*/ 2147483646 h 12941"/>
                <a:gd name="T86" fmla="*/ 2147483646 w 14525"/>
                <a:gd name="T87" fmla="*/ 2147483646 h 12941"/>
                <a:gd name="T88" fmla="*/ 2147483646 w 14525"/>
                <a:gd name="T89" fmla="*/ 2147483646 h 12941"/>
                <a:gd name="T90" fmla="*/ 2147483646 w 14525"/>
                <a:gd name="T91" fmla="*/ 2147483646 h 12941"/>
                <a:gd name="T92" fmla="*/ 2147483646 w 14525"/>
                <a:gd name="T93" fmla="*/ 2147483646 h 12941"/>
                <a:gd name="T94" fmla="*/ 2147483646 w 14525"/>
                <a:gd name="T95" fmla="*/ 2147483646 h 12941"/>
                <a:gd name="T96" fmla="*/ 2147483646 w 14525"/>
                <a:gd name="T97" fmla="*/ 2147483646 h 12941"/>
                <a:gd name="T98" fmla="*/ 2147483646 w 14525"/>
                <a:gd name="T99" fmla="*/ 2147483646 h 12941"/>
                <a:gd name="T100" fmla="*/ 2147483646 w 14525"/>
                <a:gd name="T101" fmla="*/ 2147483646 h 12941"/>
                <a:gd name="T102" fmla="*/ 2147483646 w 14525"/>
                <a:gd name="T103" fmla="*/ 2147483646 h 12941"/>
                <a:gd name="T104" fmla="*/ 2147483646 w 14525"/>
                <a:gd name="T105" fmla="*/ 2147483646 h 12941"/>
                <a:gd name="T106" fmla="*/ 2147483646 w 14525"/>
                <a:gd name="T107" fmla="*/ 2147483646 h 12941"/>
                <a:gd name="T108" fmla="*/ 2147483646 w 14525"/>
                <a:gd name="T109" fmla="*/ 2147483646 h 129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4525"/>
                <a:gd name="T166" fmla="*/ 0 h 12941"/>
                <a:gd name="T167" fmla="*/ 14525 w 14525"/>
                <a:gd name="T168" fmla="*/ 12941 h 1294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4525" h="12941">
                  <a:moveTo>
                    <a:pt x="11373" y="2413"/>
                  </a:moveTo>
                  <a:lnTo>
                    <a:pt x="11390" y="2419"/>
                  </a:lnTo>
                  <a:lnTo>
                    <a:pt x="11438" y="2434"/>
                  </a:lnTo>
                  <a:lnTo>
                    <a:pt x="11515" y="2460"/>
                  </a:lnTo>
                  <a:lnTo>
                    <a:pt x="11617" y="2495"/>
                  </a:lnTo>
                  <a:lnTo>
                    <a:pt x="11743" y="2542"/>
                  </a:lnTo>
                  <a:lnTo>
                    <a:pt x="11887" y="2598"/>
                  </a:lnTo>
                  <a:lnTo>
                    <a:pt x="12049" y="2666"/>
                  </a:lnTo>
                  <a:lnTo>
                    <a:pt x="12224" y="2743"/>
                  </a:lnTo>
                  <a:lnTo>
                    <a:pt x="12411" y="2830"/>
                  </a:lnTo>
                  <a:lnTo>
                    <a:pt x="12605" y="2927"/>
                  </a:lnTo>
                  <a:lnTo>
                    <a:pt x="12805" y="3035"/>
                  </a:lnTo>
                  <a:lnTo>
                    <a:pt x="13006" y="3153"/>
                  </a:lnTo>
                  <a:lnTo>
                    <a:pt x="13207" y="3282"/>
                  </a:lnTo>
                  <a:lnTo>
                    <a:pt x="13405" y="3421"/>
                  </a:lnTo>
                  <a:lnTo>
                    <a:pt x="13595" y="3569"/>
                  </a:lnTo>
                  <a:lnTo>
                    <a:pt x="13775" y="3728"/>
                  </a:lnTo>
                  <a:lnTo>
                    <a:pt x="13943" y="3898"/>
                  </a:lnTo>
                  <a:lnTo>
                    <a:pt x="14096" y="4078"/>
                  </a:lnTo>
                  <a:lnTo>
                    <a:pt x="14231" y="4268"/>
                  </a:lnTo>
                  <a:lnTo>
                    <a:pt x="14343" y="4469"/>
                  </a:lnTo>
                  <a:lnTo>
                    <a:pt x="14432" y="4680"/>
                  </a:lnTo>
                  <a:lnTo>
                    <a:pt x="14494" y="4900"/>
                  </a:lnTo>
                  <a:lnTo>
                    <a:pt x="14525" y="5131"/>
                  </a:lnTo>
                  <a:lnTo>
                    <a:pt x="14523" y="5372"/>
                  </a:lnTo>
                  <a:lnTo>
                    <a:pt x="14484" y="5625"/>
                  </a:lnTo>
                  <a:lnTo>
                    <a:pt x="14407" y="5886"/>
                  </a:lnTo>
                  <a:lnTo>
                    <a:pt x="14289" y="6158"/>
                  </a:lnTo>
                  <a:lnTo>
                    <a:pt x="14125" y="6441"/>
                  </a:lnTo>
                  <a:lnTo>
                    <a:pt x="13913" y="6734"/>
                  </a:lnTo>
                  <a:lnTo>
                    <a:pt x="13651" y="7037"/>
                  </a:lnTo>
                  <a:lnTo>
                    <a:pt x="13335" y="7351"/>
                  </a:lnTo>
                  <a:lnTo>
                    <a:pt x="12962" y="7674"/>
                  </a:lnTo>
                  <a:lnTo>
                    <a:pt x="12965" y="7690"/>
                  </a:lnTo>
                  <a:lnTo>
                    <a:pt x="12973" y="7737"/>
                  </a:lnTo>
                  <a:lnTo>
                    <a:pt x="12982" y="7812"/>
                  </a:lnTo>
                  <a:lnTo>
                    <a:pt x="12994" y="7913"/>
                  </a:lnTo>
                  <a:lnTo>
                    <a:pt x="13007" y="8037"/>
                  </a:lnTo>
                  <a:lnTo>
                    <a:pt x="13018" y="8182"/>
                  </a:lnTo>
                  <a:lnTo>
                    <a:pt x="13027" y="8346"/>
                  </a:lnTo>
                  <a:lnTo>
                    <a:pt x="13032" y="8526"/>
                  </a:lnTo>
                  <a:lnTo>
                    <a:pt x="13032" y="8721"/>
                  </a:lnTo>
                  <a:lnTo>
                    <a:pt x="13026" y="8927"/>
                  </a:lnTo>
                  <a:lnTo>
                    <a:pt x="13011" y="9142"/>
                  </a:lnTo>
                  <a:lnTo>
                    <a:pt x="12987" y="9365"/>
                  </a:lnTo>
                  <a:lnTo>
                    <a:pt x="12953" y="9592"/>
                  </a:lnTo>
                  <a:lnTo>
                    <a:pt x="12907" y="9820"/>
                  </a:lnTo>
                  <a:lnTo>
                    <a:pt x="12847" y="10049"/>
                  </a:lnTo>
                  <a:lnTo>
                    <a:pt x="12773" y="10275"/>
                  </a:lnTo>
                  <a:lnTo>
                    <a:pt x="12682" y="10497"/>
                  </a:lnTo>
                  <a:lnTo>
                    <a:pt x="12574" y="10711"/>
                  </a:lnTo>
                  <a:lnTo>
                    <a:pt x="12447" y="10915"/>
                  </a:lnTo>
                  <a:lnTo>
                    <a:pt x="12300" y="11107"/>
                  </a:lnTo>
                  <a:lnTo>
                    <a:pt x="12131" y="11285"/>
                  </a:lnTo>
                  <a:lnTo>
                    <a:pt x="11940" y="11446"/>
                  </a:lnTo>
                  <a:lnTo>
                    <a:pt x="11723" y="11587"/>
                  </a:lnTo>
                  <a:lnTo>
                    <a:pt x="11481" y="11708"/>
                  </a:lnTo>
                  <a:lnTo>
                    <a:pt x="11212" y="11804"/>
                  </a:lnTo>
                  <a:lnTo>
                    <a:pt x="10914" y="11875"/>
                  </a:lnTo>
                  <a:lnTo>
                    <a:pt x="10587" y="11916"/>
                  </a:lnTo>
                  <a:lnTo>
                    <a:pt x="10228" y="11927"/>
                  </a:lnTo>
                  <a:lnTo>
                    <a:pt x="9837" y="11904"/>
                  </a:lnTo>
                  <a:lnTo>
                    <a:pt x="9412" y="11845"/>
                  </a:lnTo>
                  <a:lnTo>
                    <a:pt x="8951" y="11748"/>
                  </a:lnTo>
                  <a:lnTo>
                    <a:pt x="8454" y="11611"/>
                  </a:lnTo>
                  <a:lnTo>
                    <a:pt x="8442" y="11622"/>
                  </a:lnTo>
                  <a:lnTo>
                    <a:pt x="8408" y="11654"/>
                  </a:lnTo>
                  <a:lnTo>
                    <a:pt x="8352" y="11701"/>
                  </a:lnTo>
                  <a:lnTo>
                    <a:pt x="8276" y="11766"/>
                  </a:lnTo>
                  <a:lnTo>
                    <a:pt x="8182" y="11843"/>
                  </a:lnTo>
                  <a:lnTo>
                    <a:pt x="8069" y="11930"/>
                  </a:lnTo>
                  <a:lnTo>
                    <a:pt x="7940" y="12025"/>
                  </a:lnTo>
                  <a:lnTo>
                    <a:pt x="7796" y="12127"/>
                  </a:lnTo>
                  <a:lnTo>
                    <a:pt x="7638" y="12232"/>
                  </a:lnTo>
                  <a:lnTo>
                    <a:pt x="7466" y="12338"/>
                  </a:lnTo>
                  <a:lnTo>
                    <a:pt x="7284" y="12442"/>
                  </a:lnTo>
                  <a:lnTo>
                    <a:pt x="7092" y="12543"/>
                  </a:lnTo>
                  <a:lnTo>
                    <a:pt x="6889" y="12637"/>
                  </a:lnTo>
                  <a:lnTo>
                    <a:pt x="6680" y="12723"/>
                  </a:lnTo>
                  <a:lnTo>
                    <a:pt x="6463" y="12798"/>
                  </a:lnTo>
                  <a:lnTo>
                    <a:pt x="6241" y="12860"/>
                  </a:lnTo>
                  <a:lnTo>
                    <a:pt x="6015" y="12906"/>
                  </a:lnTo>
                  <a:lnTo>
                    <a:pt x="5786" y="12934"/>
                  </a:lnTo>
                  <a:lnTo>
                    <a:pt x="5554" y="12941"/>
                  </a:lnTo>
                  <a:lnTo>
                    <a:pt x="5323" y="12926"/>
                  </a:lnTo>
                  <a:lnTo>
                    <a:pt x="5092" y="12885"/>
                  </a:lnTo>
                  <a:lnTo>
                    <a:pt x="4863" y="12817"/>
                  </a:lnTo>
                  <a:lnTo>
                    <a:pt x="4638" y="12719"/>
                  </a:lnTo>
                  <a:lnTo>
                    <a:pt x="4415" y="12588"/>
                  </a:lnTo>
                  <a:lnTo>
                    <a:pt x="4199" y="12423"/>
                  </a:lnTo>
                  <a:lnTo>
                    <a:pt x="3991" y="12220"/>
                  </a:lnTo>
                  <a:lnTo>
                    <a:pt x="3789" y="11978"/>
                  </a:lnTo>
                  <a:lnTo>
                    <a:pt x="3597" y="11693"/>
                  </a:lnTo>
                  <a:lnTo>
                    <a:pt x="3417" y="11365"/>
                  </a:lnTo>
                  <a:lnTo>
                    <a:pt x="3246" y="10990"/>
                  </a:lnTo>
                  <a:lnTo>
                    <a:pt x="3090" y="10565"/>
                  </a:lnTo>
                  <a:lnTo>
                    <a:pt x="2948" y="10089"/>
                  </a:lnTo>
                  <a:lnTo>
                    <a:pt x="2931" y="10085"/>
                  </a:lnTo>
                  <a:lnTo>
                    <a:pt x="2884" y="10075"/>
                  </a:lnTo>
                  <a:lnTo>
                    <a:pt x="2810" y="10055"/>
                  </a:lnTo>
                  <a:lnTo>
                    <a:pt x="2712" y="10028"/>
                  </a:lnTo>
                  <a:lnTo>
                    <a:pt x="2590" y="9993"/>
                  </a:lnTo>
                  <a:lnTo>
                    <a:pt x="2451" y="9948"/>
                  </a:lnTo>
                  <a:lnTo>
                    <a:pt x="2296" y="9895"/>
                  </a:lnTo>
                  <a:lnTo>
                    <a:pt x="2127" y="9832"/>
                  </a:lnTo>
                  <a:lnTo>
                    <a:pt x="1949" y="9759"/>
                  </a:lnTo>
                  <a:lnTo>
                    <a:pt x="1763" y="9676"/>
                  </a:lnTo>
                  <a:lnTo>
                    <a:pt x="1572" y="9583"/>
                  </a:lnTo>
                  <a:lnTo>
                    <a:pt x="1381" y="9479"/>
                  </a:lnTo>
                  <a:lnTo>
                    <a:pt x="1190" y="9363"/>
                  </a:lnTo>
                  <a:lnTo>
                    <a:pt x="1004" y="9237"/>
                  </a:lnTo>
                  <a:lnTo>
                    <a:pt x="826" y="9099"/>
                  </a:lnTo>
                  <a:lnTo>
                    <a:pt x="656" y="8948"/>
                  </a:lnTo>
                  <a:lnTo>
                    <a:pt x="501" y="8785"/>
                  </a:lnTo>
                  <a:lnTo>
                    <a:pt x="360" y="8609"/>
                  </a:lnTo>
                  <a:lnTo>
                    <a:pt x="239" y="8420"/>
                  </a:lnTo>
                  <a:lnTo>
                    <a:pt x="139" y="8219"/>
                  </a:lnTo>
                  <a:lnTo>
                    <a:pt x="65" y="8003"/>
                  </a:lnTo>
                  <a:lnTo>
                    <a:pt x="17" y="7773"/>
                  </a:lnTo>
                  <a:lnTo>
                    <a:pt x="0" y="7528"/>
                  </a:lnTo>
                  <a:lnTo>
                    <a:pt x="17" y="7270"/>
                  </a:lnTo>
                  <a:lnTo>
                    <a:pt x="69" y="6996"/>
                  </a:lnTo>
                  <a:lnTo>
                    <a:pt x="160" y="6707"/>
                  </a:lnTo>
                  <a:lnTo>
                    <a:pt x="294" y="6401"/>
                  </a:lnTo>
                  <a:lnTo>
                    <a:pt x="472" y="6081"/>
                  </a:lnTo>
                  <a:lnTo>
                    <a:pt x="698" y="5743"/>
                  </a:lnTo>
                  <a:lnTo>
                    <a:pt x="974" y="5390"/>
                  </a:lnTo>
                  <a:lnTo>
                    <a:pt x="1304" y="5018"/>
                  </a:lnTo>
                  <a:lnTo>
                    <a:pt x="1691" y="4631"/>
                  </a:lnTo>
                  <a:lnTo>
                    <a:pt x="1688" y="4619"/>
                  </a:lnTo>
                  <a:lnTo>
                    <a:pt x="1680" y="4588"/>
                  </a:lnTo>
                  <a:lnTo>
                    <a:pt x="1669" y="4537"/>
                  </a:lnTo>
                  <a:lnTo>
                    <a:pt x="1655" y="4469"/>
                  </a:lnTo>
                  <a:lnTo>
                    <a:pt x="1639" y="4384"/>
                  </a:lnTo>
                  <a:lnTo>
                    <a:pt x="1625" y="4284"/>
                  </a:lnTo>
                  <a:lnTo>
                    <a:pt x="1611" y="4171"/>
                  </a:lnTo>
                  <a:lnTo>
                    <a:pt x="1600" y="4045"/>
                  </a:lnTo>
                  <a:lnTo>
                    <a:pt x="1594" y="3909"/>
                  </a:lnTo>
                  <a:lnTo>
                    <a:pt x="1593" y="3763"/>
                  </a:lnTo>
                  <a:lnTo>
                    <a:pt x="1598" y="3611"/>
                  </a:lnTo>
                  <a:lnTo>
                    <a:pt x="1611" y="3451"/>
                  </a:lnTo>
                  <a:lnTo>
                    <a:pt x="1633" y="3287"/>
                  </a:lnTo>
                  <a:lnTo>
                    <a:pt x="1666" y="3119"/>
                  </a:lnTo>
                  <a:lnTo>
                    <a:pt x="1711" y="2948"/>
                  </a:lnTo>
                  <a:lnTo>
                    <a:pt x="1769" y="2778"/>
                  </a:lnTo>
                  <a:lnTo>
                    <a:pt x="1842" y="2608"/>
                  </a:lnTo>
                  <a:lnTo>
                    <a:pt x="1930" y="2440"/>
                  </a:lnTo>
                  <a:lnTo>
                    <a:pt x="2035" y="2276"/>
                  </a:lnTo>
                  <a:lnTo>
                    <a:pt x="2159" y="2116"/>
                  </a:lnTo>
                  <a:lnTo>
                    <a:pt x="2301" y="1965"/>
                  </a:lnTo>
                  <a:lnTo>
                    <a:pt x="2465" y="1819"/>
                  </a:lnTo>
                  <a:lnTo>
                    <a:pt x="2651" y="1684"/>
                  </a:lnTo>
                  <a:lnTo>
                    <a:pt x="2860" y="1560"/>
                  </a:lnTo>
                  <a:lnTo>
                    <a:pt x="3094" y="1447"/>
                  </a:lnTo>
                  <a:lnTo>
                    <a:pt x="3354" y="1349"/>
                  </a:lnTo>
                  <a:lnTo>
                    <a:pt x="3642" y="1266"/>
                  </a:lnTo>
                  <a:lnTo>
                    <a:pt x="3958" y="1198"/>
                  </a:lnTo>
                  <a:lnTo>
                    <a:pt x="4304" y="1149"/>
                  </a:lnTo>
                  <a:lnTo>
                    <a:pt x="4681" y="1119"/>
                  </a:lnTo>
                  <a:lnTo>
                    <a:pt x="5091" y="1110"/>
                  </a:lnTo>
                  <a:lnTo>
                    <a:pt x="5535" y="1123"/>
                  </a:lnTo>
                  <a:lnTo>
                    <a:pt x="5777" y="995"/>
                  </a:lnTo>
                  <a:lnTo>
                    <a:pt x="6017" y="871"/>
                  </a:lnTo>
                  <a:lnTo>
                    <a:pt x="6253" y="754"/>
                  </a:lnTo>
                  <a:lnTo>
                    <a:pt x="6485" y="642"/>
                  </a:lnTo>
                  <a:lnTo>
                    <a:pt x="6714" y="538"/>
                  </a:lnTo>
                  <a:lnTo>
                    <a:pt x="6939" y="440"/>
                  </a:lnTo>
                  <a:lnTo>
                    <a:pt x="7161" y="352"/>
                  </a:lnTo>
                  <a:lnTo>
                    <a:pt x="7379" y="271"/>
                  </a:lnTo>
                  <a:lnTo>
                    <a:pt x="7593" y="200"/>
                  </a:lnTo>
                  <a:lnTo>
                    <a:pt x="7803" y="139"/>
                  </a:lnTo>
                  <a:lnTo>
                    <a:pt x="8009" y="88"/>
                  </a:lnTo>
                  <a:lnTo>
                    <a:pt x="8212" y="47"/>
                  </a:lnTo>
                  <a:lnTo>
                    <a:pt x="8411" y="19"/>
                  </a:lnTo>
                  <a:lnTo>
                    <a:pt x="8605" y="3"/>
                  </a:lnTo>
                  <a:lnTo>
                    <a:pt x="8796" y="0"/>
                  </a:lnTo>
                  <a:lnTo>
                    <a:pt x="8982" y="9"/>
                  </a:lnTo>
                  <a:lnTo>
                    <a:pt x="9165" y="32"/>
                  </a:lnTo>
                  <a:lnTo>
                    <a:pt x="9343" y="69"/>
                  </a:lnTo>
                  <a:lnTo>
                    <a:pt x="9517" y="121"/>
                  </a:lnTo>
                  <a:lnTo>
                    <a:pt x="9687" y="190"/>
                  </a:lnTo>
                  <a:lnTo>
                    <a:pt x="9852" y="273"/>
                  </a:lnTo>
                  <a:lnTo>
                    <a:pt x="10013" y="374"/>
                  </a:lnTo>
                  <a:lnTo>
                    <a:pt x="10170" y="491"/>
                  </a:lnTo>
                  <a:lnTo>
                    <a:pt x="10322" y="626"/>
                  </a:lnTo>
                  <a:lnTo>
                    <a:pt x="10470" y="780"/>
                  </a:lnTo>
                  <a:lnTo>
                    <a:pt x="10613" y="952"/>
                  </a:lnTo>
                  <a:lnTo>
                    <a:pt x="10751" y="1144"/>
                  </a:lnTo>
                  <a:lnTo>
                    <a:pt x="10885" y="1355"/>
                  </a:lnTo>
                  <a:lnTo>
                    <a:pt x="11014" y="1588"/>
                  </a:lnTo>
                  <a:lnTo>
                    <a:pt x="11138" y="1841"/>
                  </a:lnTo>
                  <a:lnTo>
                    <a:pt x="11259" y="2116"/>
                  </a:lnTo>
                  <a:lnTo>
                    <a:pt x="11373" y="2413"/>
                  </a:lnTo>
                  <a:close/>
                  <a:moveTo>
                    <a:pt x="10582" y="2503"/>
                  </a:moveTo>
                  <a:lnTo>
                    <a:pt x="10597" y="2507"/>
                  </a:lnTo>
                  <a:lnTo>
                    <a:pt x="10641" y="2521"/>
                  </a:lnTo>
                  <a:lnTo>
                    <a:pt x="10711" y="2544"/>
                  </a:lnTo>
                  <a:lnTo>
                    <a:pt x="10803" y="2576"/>
                  </a:lnTo>
                  <a:lnTo>
                    <a:pt x="10916" y="2619"/>
                  </a:lnTo>
                  <a:lnTo>
                    <a:pt x="11047" y="2670"/>
                  </a:lnTo>
                  <a:lnTo>
                    <a:pt x="11192" y="2730"/>
                  </a:lnTo>
                  <a:lnTo>
                    <a:pt x="11351" y="2800"/>
                  </a:lnTo>
                  <a:lnTo>
                    <a:pt x="11520" y="2879"/>
                  </a:lnTo>
                  <a:lnTo>
                    <a:pt x="11696" y="2967"/>
                  </a:lnTo>
                  <a:lnTo>
                    <a:pt x="11876" y="3065"/>
                  </a:lnTo>
                  <a:lnTo>
                    <a:pt x="12058" y="3171"/>
                  </a:lnTo>
                  <a:lnTo>
                    <a:pt x="12240" y="3288"/>
                  </a:lnTo>
                  <a:lnTo>
                    <a:pt x="12418" y="3412"/>
                  </a:lnTo>
                  <a:lnTo>
                    <a:pt x="12591" y="3547"/>
                  </a:lnTo>
                  <a:lnTo>
                    <a:pt x="12754" y="3691"/>
                  </a:lnTo>
                  <a:lnTo>
                    <a:pt x="12905" y="3844"/>
                  </a:lnTo>
                  <a:lnTo>
                    <a:pt x="13043" y="4008"/>
                  </a:lnTo>
                  <a:lnTo>
                    <a:pt x="13165" y="4179"/>
                  </a:lnTo>
                  <a:lnTo>
                    <a:pt x="13268" y="4361"/>
                  </a:lnTo>
                  <a:lnTo>
                    <a:pt x="13347" y="4551"/>
                  </a:lnTo>
                  <a:lnTo>
                    <a:pt x="13402" y="4750"/>
                  </a:lnTo>
                  <a:lnTo>
                    <a:pt x="13430" y="4959"/>
                  </a:lnTo>
                  <a:lnTo>
                    <a:pt x="13429" y="5178"/>
                  </a:lnTo>
                  <a:lnTo>
                    <a:pt x="13394" y="5405"/>
                  </a:lnTo>
                  <a:lnTo>
                    <a:pt x="13325" y="5642"/>
                  </a:lnTo>
                  <a:lnTo>
                    <a:pt x="13218" y="5888"/>
                  </a:lnTo>
                  <a:lnTo>
                    <a:pt x="13069" y="6144"/>
                  </a:lnTo>
                  <a:lnTo>
                    <a:pt x="12878" y="6409"/>
                  </a:lnTo>
                  <a:lnTo>
                    <a:pt x="12640" y="6683"/>
                  </a:lnTo>
                  <a:lnTo>
                    <a:pt x="12355" y="6965"/>
                  </a:lnTo>
                  <a:lnTo>
                    <a:pt x="12019" y="7258"/>
                  </a:lnTo>
                  <a:lnTo>
                    <a:pt x="12021" y="7273"/>
                  </a:lnTo>
                  <a:lnTo>
                    <a:pt x="12027" y="7315"/>
                  </a:lnTo>
                  <a:lnTo>
                    <a:pt x="12036" y="7383"/>
                  </a:lnTo>
                  <a:lnTo>
                    <a:pt x="12048" y="7474"/>
                  </a:lnTo>
                  <a:lnTo>
                    <a:pt x="12058" y="7586"/>
                  </a:lnTo>
                  <a:lnTo>
                    <a:pt x="12068" y="7717"/>
                  </a:lnTo>
                  <a:lnTo>
                    <a:pt x="12077" y="7866"/>
                  </a:lnTo>
                  <a:lnTo>
                    <a:pt x="12082" y="8029"/>
                  </a:lnTo>
                  <a:lnTo>
                    <a:pt x="12082" y="8205"/>
                  </a:lnTo>
                  <a:lnTo>
                    <a:pt x="12076" y="8391"/>
                  </a:lnTo>
                  <a:lnTo>
                    <a:pt x="12062" y="8586"/>
                  </a:lnTo>
                  <a:lnTo>
                    <a:pt x="12041" y="8787"/>
                  </a:lnTo>
                  <a:lnTo>
                    <a:pt x="12010" y="8992"/>
                  </a:lnTo>
                  <a:lnTo>
                    <a:pt x="11969" y="9199"/>
                  </a:lnTo>
                  <a:lnTo>
                    <a:pt x="11915" y="9406"/>
                  </a:lnTo>
                  <a:lnTo>
                    <a:pt x="11847" y="9611"/>
                  </a:lnTo>
                  <a:lnTo>
                    <a:pt x="11765" y="9810"/>
                  </a:lnTo>
                  <a:lnTo>
                    <a:pt x="11668" y="10003"/>
                  </a:lnTo>
                  <a:lnTo>
                    <a:pt x="11553" y="10188"/>
                  </a:lnTo>
                  <a:lnTo>
                    <a:pt x="11420" y="10362"/>
                  </a:lnTo>
                  <a:lnTo>
                    <a:pt x="11267" y="10523"/>
                  </a:lnTo>
                  <a:lnTo>
                    <a:pt x="11094" y="10668"/>
                  </a:lnTo>
                  <a:lnTo>
                    <a:pt x="10899" y="10797"/>
                  </a:lnTo>
                  <a:lnTo>
                    <a:pt x="10679" y="10905"/>
                  </a:lnTo>
                  <a:lnTo>
                    <a:pt x="10437" y="10992"/>
                  </a:lnTo>
                  <a:lnTo>
                    <a:pt x="10167" y="11055"/>
                  </a:lnTo>
                  <a:lnTo>
                    <a:pt x="9871" y="11094"/>
                  </a:lnTo>
                  <a:lnTo>
                    <a:pt x="9547" y="11103"/>
                  </a:lnTo>
                  <a:lnTo>
                    <a:pt x="9193" y="11082"/>
                  </a:lnTo>
                  <a:lnTo>
                    <a:pt x="8809" y="11029"/>
                  </a:lnTo>
                  <a:lnTo>
                    <a:pt x="8392" y="10942"/>
                  </a:lnTo>
                  <a:lnTo>
                    <a:pt x="7943" y="10818"/>
                  </a:lnTo>
                  <a:lnTo>
                    <a:pt x="7932" y="10828"/>
                  </a:lnTo>
                  <a:lnTo>
                    <a:pt x="7900" y="10856"/>
                  </a:lnTo>
                  <a:lnTo>
                    <a:pt x="7851" y="10900"/>
                  </a:lnTo>
                  <a:lnTo>
                    <a:pt x="7782" y="10958"/>
                  </a:lnTo>
                  <a:lnTo>
                    <a:pt x="7696" y="11027"/>
                  </a:lnTo>
                  <a:lnTo>
                    <a:pt x="7594" y="11106"/>
                  </a:lnTo>
                  <a:lnTo>
                    <a:pt x="7478" y="11192"/>
                  </a:lnTo>
                  <a:lnTo>
                    <a:pt x="7348" y="11284"/>
                  </a:lnTo>
                  <a:lnTo>
                    <a:pt x="7205" y="11379"/>
                  </a:lnTo>
                  <a:lnTo>
                    <a:pt x="7050" y="11475"/>
                  </a:lnTo>
                  <a:lnTo>
                    <a:pt x="6885" y="11569"/>
                  </a:lnTo>
                  <a:lnTo>
                    <a:pt x="6711" y="11660"/>
                  </a:lnTo>
                  <a:lnTo>
                    <a:pt x="6528" y="11746"/>
                  </a:lnTo>
                  <a:lnTo>
                    <a:pt x="6338" y="11823"/>
                  </a:lnTo>
                  <a:lnTo>
                    <a:pt x="6143" y="11891"/>
                  </a:lnTo>
                  <a:lnTo>
                    <a:pt x="5941" y="11946"/>
                  </a:lnTo>
                  <a:lnTo>
                    <a:pt x="5737" y="11989"/>
                  </a:lnTo>
                  <a:lnTo>
                    <a:pt x="5530" y="12014"/>
                  </a:lnTo>
                  <a:lnTo>
                    <a:pt x="5321" y="12021"/>
                  </a:lnTo>
                  <a:lnTo>
                    <a:pt x="5112" y="12007"/>
                  </a:lnTo>
                  <a:lnTo>
                    <a:pt x="4903" y="11970"/>
                  </a:lnTo>
                  <a:lnTo>
                    <a:pt x="4696" y="11908"/>
                  </a:lnTo>
                  <a:lnTo>
                    <a:pt x="4492" y="11820"/>
                  </a:lnTo>
                  <a:lnTo>
                    <a:pt x="4292" y="11701"/>
                  </a:lnTo>
                  <a:lnTo>
                    <a:pt x="4097" y="11552"/>
                  </a:lnTo>
                  <a:lnTo>
                    <a:pt x="3907" y="11368"/>
                  </a:lnTo>
                  <a:lnTo>
                    <a:pt x="3725" y="11149"/>
                  </a:lnTo>
                  <a:lnTo>
                    <a:pt x="3552" y="10892"/>
                  </a:lnTo>
                  <a:lnTo>
                    <a:pt x="3388" y="10595"/>
                  </a:lnTo>
                  <a:lnTo>
                    <a:pt x="3234" y="10256"/>
                  </a:lnTo>
                  <a:lnTo>
                    <a:pt x="3093" y="9872"/>
                  </a:lnTo>
                  <a:lnTo>
                    <a:pt x="2964" y="9442"/>
                  </a:lnTo>
                  <a:lnTo>
                    <a:pt x="2950" y="9438"/>
                  </a:lnTo>
                  <a:lnTo>
                    <a:pt x="2907" y="9429"/>
                  </a:lnTo>
                  <a:lnTo>
                    <a:pt x="2840" y="9411"/>
                  </a:lnTo>
                  <a:lnTo>
                    <a:pt x="2750" y="9387"/>
                  </a:lnTo>
                  <a:lnTo>
                    <a:pt x="2641" y="9355"/>
                  </a:lnTo>
                  <a:lnTo>
                    <a:pt x="2516" y="9315"/>
                  </a:lnTo>
                  <a:lnTo>
                    <a:pt x="2374" y="9266"/>
                  </a:lnTo>
                  <a:lnTo>
                    <a:pt x="2223" y="9209"/>
                  </a:lnTo>
                  <a:lnTo>
                    <a:pt x="2061" y="9143"/>
                  </a:lnTo>
                  <a:lnTo>
                    <a:pt x="1893" y="9069"/>
                  </a:lnTo>
                  <a:lnTo>
                    <a:pt x="1720" y="8984"/>
                  </a:lnTo>
                  <a:lnTo>
                    <a:pt x="1547" y="8890"/>
                  </a:lnTo>
                  <a:lnTo>
                    <a:pt x="1375" y="8786"/>
                  </a:lnTo>
                  <a:lnTo>
                    <a:pt x="1207" y="8671"/>
                  </a:lnTo>
                  <a:lnTo>
                    <a:pt x="1045" y="8546"/>
                  </a:lnTo>
                  <a:lnTo>
                    <a:pt x="892" y="8410"/>
                  </a:lnTo>
                  <a:lnTo>
                    <a:pt x="751" y="8263"/>
                  </a:lnTo>
                  <a:lnTo>
                    <a:pt x="625" y="8104"/>
                  </a:lnTo>
                  <a:lnTo>
                    <a:pt x="515" y="7933"/>
                  </a:lnTo>
                  <a:lnTo>
                    <a:pt x="425" y="7751"/>
                  </a:lnTo>
                  <a:lnTo>
                    <a:pt x="357" y="7555"/>
                  </a:lnTo>
                  <a:lnTo>
                    <a:pt x="315" y="7348"/>
                  </a:lnTo>
                  <a:lnTo>
                    <a:pt x="299" y="7127"/>
                  </a:lnTo>
                  <a:lnTo>
                    <a:pt x="314" y="6893"/>
                  </a:lnTo>
                  <a:lnTo>
                    <a:pt x="362" y="6646"/>
                  </a:lnTo>
                  <a:lnTo>
                    <a:pt x="444" y="6384"/>
                  </a:lnTo>
                  <a:lnTo>
                    <a:pt x="564" y="6108"/>
                  </a:lnTo>
                  <a:lnTo>
                    <a:pt x="726" y="5818"/>
                  </a:lnTo>
                  <a:lnTo>
                    <a:pt x="930" y="5512"/>
                  </a:lnTo>
                  <a:lnTo>
                    <a:pt x="1180" y="5193"/>
                  </a:lnTo>
                  <a:lnTo>
                    <a:pt x="1479" y="4857"/>
                  </a:lnTo>
                  <a:lnTo>
                    <a:pt x="1828" y="4506"/>
                  </a:lnTo>
                  <a:lnTo>
                    <a:pt x="1825" y="4497"/>
                  </a:lnTo>
                  <a:lnTo>
                    <a:pt x="1818" y="4469"/>
                  </a:lnTo>
                  <a:lnTo>
                    <a:pt x="1808" y="4422"/>
                  </a:lnTo>
                  <a:lnTo>
                    <a:pt x="1795" y="4361"/>
                  </a:lnTo>
                  <a:lnTo>
                    <a:pt x="1782" y="4284"/>
                  </a:lnTo>
                  <a:lnTo>
                    <a:pt x="1768" y="4193"/>
                  </a:lnTo>
                  <a:lnTo>
                    <a:pt x="1756" y="4091"/>
                  </a:lnTo>
                  <a:lnTo>
                    <a:pt x="1746" y="3977"/>
                  </a:lnTo>
                  <a:lnTo>
                    <a:pt x="1740" y="3854"/>
                  </a:lnTo>
                  <a:lnTo>
                    <a:pt x="1739" y="3723"/>
                  </a:lnTo>
                  <a:lnTo>
                    <a:pt x="1743" y="3585"/>
                  </a:lnTo>
                  <a:lnTo>
                    <a:pt x="1756" y="3440"/>
                  </a:lnTo>
                  <a:lnTo>
                    <a:pt x="1777" y="3292"/>
                  </a:lnTo>
                  <a:lnTo>
                    <a:pt x="1806" y="3139"/>
                  </a:lnTo>
                  <a:lnTo>
                    <a:pt x="1846" y="2986"/>
                  </a:lnTo>
                  <a:lnTo>
                    <a:pt x="1899" y="2831"/>
                  </a:lnTo>
                  <a:lnTo>
                    <a:pt x="1964" y="2678"/>
                  </a:lnTo>
                  <a:lnTo>
                    <a:pt x="2044" y="2527"/>
                  </a:lnTo>
                  <a:lnTo>
                    <a:pt x="2139" y="2378"/>
                  </a:lnTo>
                  <a:lnTo>
                    <a:pt x="2251" y="2234"/>
                  </a:lnTo>
                  <a:lnTo>
                    <a:pt x="2380" y="2096"/>
                  </a:lnTo>
                  <a:lnTo>
                    <a:pt x="2527" y="1965"/>
                  </a:lnTo>
                  <a:lnTo>
                    <a:pt x="2695" y="1843"/>
                  </a:lnTo>
                  <a:lnTo>
                    <a:pt x="2885" y="1730"/>
                  </a:lnTo>
                  <a:lnTo>
                    <a:pt x="3097" y="1629"/>
                  </a:lnTo>
                  <a:lnTo>
                    <a:pt x="3332" y="1540"/>
                  </a:lnTo>
                  <a:lnTo>
                    <a:pt x="3592" y="1464"/>
                  </a:lnTo>
                  <a:lnTo>
                    <a:pt x="3878" y="1403"/>
                  </a:lnTo>
                  <a:lnTo>
                    <a:pt x="4190" y="1359"/>
                  </a:lnTo>
                  <a:lnTo>
                    <a:pt x="4532" y="1332"/>
                  </a:lnTo>
                  <a:lnTo>
                    <a:pt x="4901" y="1324"/>
                  </a:lnTo>
                  <a:lnTo>
                    <a:pt x="5303" y="1335"/>
                  </a:lnTo>
                  <a:lnTo>
                    <a:pt x="5522" y="1219"/>
                  </a:lnTo>
                  <a:lnTo>
                    <a:pt x="5739" y="1107"/>
                  </a:lnTo>
                  <a:lnTo>
                    <a:pt x="5952" y="1001"/>
                  </a:lnTo>
                  <a:lnTo>
                    <a:pt x="6163" y="900"/>
                  </a:lnTo>
                  <a:lnTo>
                    <a:pt x="6369" y="806"/>
                  </a:lnTo>
                  <a:lnTo>
                    <a:pt x="6573" y="718"/>
                  </a:lnTo>
                  <a:lnTo>
                    <a:pt x="6773" y="637"/>
                  </a:lnTo>
                  <a:lnTo>
                    <a:pt x="6970" y="565"/>
                  </a:lnTo>
                  <a:lnTo>
                    <a:pt x="7163" y="501"/>
                  </a:lnTo>
                  <a:lnTo>
                    <a:pt x="7354" y="445"/>
                  </a:lnTo>
                  <a:lnTo>
                    <a:pt x="7540" y="400"/>
                  </a:lnTo>
                  <a:lnTo>
                    <a:pt x="7724" y="363"/>
                  </a:lnTo>
                  <a:lnTo>
                    <a:pt x="7904" y="337"/>
                  </a:lnTo>
                  <a:lnTo>
                    <a:pt x="8079" y="323"/>
                  </a:lnTo>
                  <a:lnTo>
                    <a:pt x="8251" y="320"/>
                  </a:lnTo>
                  <a:lnTo>
                    <a:pt x="8421" y="328"/>
                  </a:lnTo>
                  <a:lnTo>
                    <a:pt x="8586" y="349"/>
                  </a:lnTo>
                  <a:lnTo>
                    <a:pt x="8746" y="383"/>
                  </a:lnTo>
                  <a:lnTo>
                    <a:pt x="8903" y="430"/>
                  </a:lnTo>
                  <a:lnTo>
                    <a:pt x="9057" y="491"/>
                  </a:lnTo>
                  <a:lnTo>
                    <a:pt x="9206" y="567"/>
                  </a:lnTo>
                  <a:lnTo>
                    <a:pt x="9352" y="658"/>
                  </a:lnTo>
                  <a:lnTo>
                    <a:pt x="9494" y="764"/>
                  </a:lnTo>
                  <a:lnTo>
                    <a:pt x="9631" y="887"/>
                  </a:lnTo>
                  <a:lnTo>
                    <a:pt x="9765" y="1025"/>
                  </a:lnTo>
                  <a:lnTo>
                    <a:pt x="9895" y="1181"/>
                  </a:lnTo>
                  <a:lnTo>
                    <a:pt x="10019" y="1354"/>
                  </a:lnTo>
                  <a:lnTo>
                    <a:pt x="10141" y="1546"/>
                  </a:lnTo>
                  <a:lnTo>
                    <a:pt x="10257" y="1756"/>
                  </a:lnTo>
                  <a:lnTo>
                    <a:pt x="10370" y="1984"/>
                  </a:lnTo>
                  <a:lnTo>
                    <a:pt x="10478" y="2234"/>
                  </a:lnTo>
                  <a:lnTo>
                    <a:pt x="10582" y="2503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0" name="矩形 135"/>
          <p:cNvSpPr>
            <a:spLocks noChangeArrowheads="1"/>
          </p:cNvSpPr>
          <p:nvPr/>
        </p:nvSpPr>
        <p:spPr bwMode="auto">
          <a:xfrm>
            <a:off x="225106" y="3557722"/>
            <a:ext cx="1446355" cy="4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latin typeface="+mn-lt"/>
                <a:ea typeface="+mn-ea"/>
              </a:rPr>
              <a:t>PC1</a:t>
            </a:r>
            <a:endParaRPr lang="en-US" altLang="zh-CN" sz="1600" dirty="0">
              <a:latin typeface="+mn-lt"/>
              <a:ea typeface="+mn-ea"/>
            </a:endParaRPr>
          </a:p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latin typeface="+mn-lt"/>
                <a:ea typeface="+mn-ea"/>
              </a:rPr>
              <a:t>IPv6</a:t>
            </a:r>
            <a:r>
              <a:rPr lang="zh-CN" altLang="en-US" sz="1600" dirty="0">
                <a:latin typeface="+mn-lt"/>
                <a:ea typeface="+mn-ea"/>
              </a:rPr>
              <a:t>主机</a:t>
            </a:r>
            <a:endParaRPr lang="en-US" altLang="zh-CN" sz="1600" dirty="0">
              <a:latin typeface="+mn-lt"/>
              <a:ea typeface="+mn-ea"/>
            </a:endParaRPr>
          </a:p>
        </p:txBody>
      </p:sp>
      <p:sp>
        <p:nvSpPr>
          <p:cNvPr id="22" name="矩形 137"/>
          <p:cNvSpPr>
            <a:spLocks noChangeArrowheads="1"/>
          </p:cNvSpPr>
          <p:nvPr/>
        </p:nvSpPr>
        <p:spPr bwMode="auto">
          <a:xfrm>
            <a:off x="7458751" y="3557722"/>
            <a:ext cx="1446355" cy="4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PC2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IPv6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主机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圆柱形 139"/>
          <p:cNvSpPr/>
          <p:nvPr/>
        </p:nvSpPr>
        <p:spPr bwMode="auto">
          <a:xfrm rot="5400000">
            <a:off x="4397675" y="2217828"/>
            <a:ext cx="341422" cy="2297095"/>
          </a:xfrm>
          <a:prstGeom prst="can">
            <a:avLst>
              <a:gd name="adj" fmla="val 5318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eaLnBrk="1" hangingPunct="1">
              <a:defRPr/>
            </a:pPr>
            <a:r>
              <a:rPr lang="en-US" altLang="zh-CN" sz="2000" dirty="0"/>
              <a:t>IPv6 over IPv4</a:t>
            </a:r>
            <a:endParaRPr lang="zh-CN" altLang="en-US" sz="2000" dirty="0"/>
          </a:p>
        </p:txBody>
      </p:sp>
      <p:grpSp>
        <p:nvGrpSpPr>
          <p:cNvPr id="56" name="Group 55"/>
          <p:cNvGrpSpPr/>
          <p:nvPr/>
        </p:nvGrpSpPr>
        <p:grpSpPr>
          <a:xfrm>
            <a:off x="2456531" y="3199012"/>
            <a:ext cx="4303546" cy="941291"/>
            <a:chOff x="2859871" y="4223995"/>
            <a:chExt cx="3641833" cy="796558"/>
          </a:xfrm>
        </p:grpSpPr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859871" y="4527550"/>
              <a:ext cx="1085850" cy="493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050" tIns="44633" rIns="91050" bIns="44633">
              <a:spAutoFit/>
            </a:bodyPr>
            <a:lstStyle>
              <a:lvl1pPr defTabSz="78930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8930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8930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8930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8930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R1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双栈路由器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5269804" y="4527550"/>
              <a:ext cx="1231900" cy="493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050" tIns="44633" rIns="91050" bIns="44633">
              <a:spAutoFit/>
            </a:bodyPr>
            <a:lstStyle>
              <a:lvl1pPr defTabSz="78930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8930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8930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8930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8930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R2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双栈路由器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3147655" y="4223995"/>
              <a:ext cx="510282" cy="283261"/>
              <a:chOff x="7493876" y="2774731"/>
              <a:chExt cx="1481958" cy="894622"/>
            </a:xfrm>
          </p:grpSpPr>
          <p:sp>
            <p:nvSpPr>
              <p:cNvPr id="35" name="Freeform 23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-1" fmla="*/ 8187558 w 8187558"/>
                  <a:gd name="connsiteY0-2" fmla="*/ 0 h 2617076"/>
                  <a:gd name="connsiteX1-3" fmla="*/ 8187558 w 8187558"/>
                  <a:gd name="connsiteY1-4" fmla="*/ 1271752 h 2617076"/>
                  <a:gd name="connsiteX2-5" fmla="*/ 4025462 w 8187558"/>
                  <a:gd name="connsiteY2-6" fmla="*/ 2617076 h 2617076"/>
                  <a:gd name="connsiteX3-7" fmla="*/ 0 w 8187558"/>
                  <a:gd name="connsiteY3-8" fmla="*/ 1229711 h 2617076"/>
                  <a:gd name="connsiteX4-9" fmla="*/ 31531 w 8187558"/>
                  <a:gd name="connsiteY4-10" fmla="*/ 147145 h 2617076"/>
                  <a:gd name="connsiteX5-11" fmla="*/ 4046482 w 8187558"/>
                  <a:gd name="connsiteY5-12" fmla="*/ 1576552 h 2617076"/>
                  <a:gd name="connsiteX6-13" fmla="*/ 8187558 w 8187558"/>
                  <a:gd name="connsiteY6-14" fmla="*/ 0 h 2617076"/>
                  <a:gd name="connsiteX0-15" fmla="*/ 8187558 w 8187558"/>
                  <a:gd name="connsiteY0-16" fmla="*/ 0 h 2617076"/>
                  <a:gd name="connsiteX1-17" fmla="*/ 8187558 w 8187558"/>
                  <a:gd name="connsiteY1-18" fmla="*/ 1271752 h 2617076"/>
                  <a:gd name="connsiteX2-19" fmla="*/ 4025462 w 8187558"/>
                  <a:gd name="connsiteY2-20" fmla="*/ 2617076 h 2617076"/>
                  <a:gd name="connsiteX3-21" fmla="*/ 0 w 8187558"/>
                  <a:gd name="connsiteY3-22" fmla="*/ 1229711 h 2617076"/>
                  <a:gd name="connsiteX4-23" fmla="*/ 31531 w 8187558"/>
                  <a:gd name="connsiteY4-24" fmla="*/ 147145 h 2617076"/>
                  <a:gd name="connsiteX5-25" fmla="*/ 4046482 w 8187558"/>
                  <a:gd name="connsiteY5-26" fmla="*/ 1576552 h 2617076"/>
                  <a:gd name="connsiteX6-27" fmla="*/ 8187558 w 8187558"/>
                  <a:gd name="connsiteY6-28" fmla="*/ 0 h 2617076"/>
                  <a:gd name="connsiteX0-29" fmla="*/ 8187558 w 8187558"/>
                  <a:gd name="connsiteY0-30" fmla="*/ 0 h 2617076"/>
                  <a:gd name="connsiteX1-31" fmla="*/ 8187558 w 8187558"/>
                  <a:gd name="connsiteY1-32" fmla="*/ 1271752 h 2617076"/>
                  <a:gd name="connsiteX2-33" fmla="*/ 4025462 w 8187558"/>
                  <a:gd name="connsiteY2-34" fmla="*/ 2617076 h 2617076"/>
                  <a:gd name="connsiteX3-35" fmla="*/ 0 w 8187558"/>
                  <a:gd name="connsiteY3-36" fmla="*/ 1229711 h 2617076"/>
                  <a:gd name="connsiteX4-37" fmla="*/ 31531 w 8187558"/>
                  <a:gd name="connsiteY4-38" fmla="*/ 147145 h 2617076"/>
                  <a:gd name="connsiteX5-39" fmla="*/ 4046482 w 8187558"/>
                  <a:gd name="connsiteY5-40" fmla="*/ 1576552 h 2617076"/>
                  <a:gd name="connsiteX6-41" fmla="*/ 8187558 w 8187558"/>
                  <a:gd name="connsiteY6-42" fmla="*/ 0 h 2617076"/>
                  <a:gd name="connsiteX0-43" fmla="*/ 8187558 w 8187558"/>
                  <a:gd name="connsiteY0-44" fmla="*/ 0 h 2617076"/>
                  <a:gd name="connsiteX1-45" fmla="*/ 8187558 w 8187558"/>
                  <a:gd name="connsiteY1-46" fmla="*/ 1271752 h 2617076"/>
                  <a:gd name="connsiteX2-47" fmla="*/ 4025462 w 8187558"/>
                  <a:gd name="connsiteY2-48" fmla="*/ 2617076 h 2617076"/>
                  <a:gd name="connsiteX3-49" fmla="*/ 0 w 8187558"/>
                  <a:gd name="connsiteY3-50" fmla="*/ 1229711 h 2617076"/>
                  <a:gd name="connsiteX4-51" fmla="*/ 31531 w 8187558"/>
                  <a:gd name="connsiteY4-52" fmla="*/ 147145 h 2617076"/>
                  <a:gd name="connsiteX5-53" fmla="*/ 4046482 w 8187558"/>
                  <a:gd name="connsiteY5-54" fmla="*/ 1576552 h 2617076"/>
                  <a:gd name="connsiteX6-55" fmla="*/ 8187558 w 8187558"/>
                  <a:gd name="connsiteY6-56" fmla="*/ 0 h 2617076"/>
                  <a:gd name="connsiteX0-57" fmla="*/ 8187558 w 8187558"/>
                  <a:gd name="connsiteY0-58" fmla="*/ 0 h 2617076"/>
                  <a:gd name="connsiteX1-59" fmla="*/ 8187558 w 8187558"/>
                  <a:gd name="connsiteY1-60" fmla="*/ 1271752 h 2617076"/>
                  <a:gd name="connsiteX2-61" fmla="*/ 4025462 w 8187558"/>
                  <a:gd name="connsiteY2-62" fmla="*/ 2617076 h 2617076"/>
                  <a:gd name="connsiteX3-63" fmla="*/ 0 w 8187558"/>
                  <a:gd name="connsiteY3-64" fmla="*/ 1229711 h 2617076"/>
                  <a:gd name="connsiteX4-65" fmla="*/ 31531 w 8187558"/>
                  <a:gd name="connsiteY4-66" fmla="*/ 147145 h 2617076"/>
                  <a:gd name="connsiteX5-67" fmla="*/ 4046482 w 8187558"/>
                  <a:gd name="connsiteY5-68" fmla="*/ 1576552 h 2617076"/>
                  <a:gd name="connsiteX6-69" fmla="*/ 8187558 w 8187558"/>
                  <a:gd name="connsiteY6-70" fmla="*/ 0 h 2617076"/>
                  <a:gd name="connsiteX0-71" fmla="*/ 8187558 w 8187558"/>
                  <a:gd name="connsiteY0-72" fmla="*/ 0 h 2617076"/>
                  <a:gd name="connsiteX1-73" fmla="*/ 8187558 w 8187558"/>
                  <a:gd name="connsiteY1-74" fmla="*/ 1271752 h 2617076"/>
                  <a:gd name="connsiteX2-75" fmla="*/ 4025462 w 8187558"/>
                  <a:gd name="connsiteY2-76" fmla="*/ 2617076 h 2617076"/>
                  <a:gd name="connsiteX3-77" fmla="*/ 0 w 8187558"/>
                  <a:gd name="connsiteY3-78" fmla="*/ 1229711 h 2617076"/>
                  <a:gd name="connsiteX4-79" fmla="*/ 31531 w 8187558"/>
                  <a:gd name="connsiteY4-80" fmla="*/ 147145 h 2617076"/>
                  <a:gd name="connsiteX5-81" fmla="*/ 4046482 w 8187558"/>
                  <a:gd name="connsiteY5-82" fmla="*/ 1576552 h 2617076"/>
                  <a:gd name="connsiteX6-83" fmla="*/ 8187558 w 8187558"/>
                  <a:gd name="connsiteY6-84" fmla="*/ 0 h 2617076"/>
                  <a:gd name="connsiteX0-85" fmla="*/ 8187558 w 8187558"/>
                  <a:gd name="connsiteY0-86" fmla="*/ 0 h 2638097"/>
                  <a:gd name="connsiteX1-87" fmla="*/ 8187558 w 8187558"/>
                  <a:gd name="connsiteY1-88" fmla="*/ 1271752 h 2638097"/>
                  <a:gd name="connsiteX2-89" fmla="*/ 4099035 w 8187558"/>
                  <a:gd name="connsiteY2-90" fmla="*/ 2638097 h 2638097"/>
                  <a:gd name="connsiteX3-91" fmla="*/ 0 w 8187558"/>
                  <a:gd name="connsiteY3-92" fmla="*/ 1229711 h 2638097"/>
                  <a:gd name="connsiteX4-93" fmla="*/ 31531 w 8187558"/>
                  <a:gd name="connsiteY4-94" fmla="*/ 147145 h 2638097"/>
                  <a:gd name="connsiteX5-95" fmla="*/ 4046482 w 8187558"/>
                  <a:gd name="connsiteY5-96" fmla="*/ 1576552 h 2638097"/>
                  <a:gd name="connsiteX6-97" fmla="*/ 8187558 w 8187558"/>
                  <a:gd name="connsiteY6-98" fmla="*/ 0 h 2638097"/>
                  <a:gd name="connsiteX0-99" fmla="*/ 8187558 w 8187558"/>
                  <a:gd name="connsiteY0-100" fmla="*/ 0 h 2638097"/>
                  <a:gd name="connsiteX1-101" fmla="*/ 8187558 w 8187558"/>
                  <a:gd name="connsiteY1-102" fmla="*/ 1271752 h 2638097"/>
                  <a:gd name="connsiteX2-103" fmla="*/ 4099035 w 8187558"/>
                  <a:gd name="connsiteY2-104" fmla="*/ 2638097 h 2638097"/>
                  <a:gd name="connsiteX3-105" fmla="*/ 0 w 8187558"/>
                  <a:gd name="connsiteY3-106" fmla="*/ 1229711 h 2638097"/>
                  <a:gd name="connsiteX4-107" fmla="*/ 31531 w 8187558"/>
                  <a:gd name="connsiteY4-108" fmla="*/ 147145 h 2638097"/>
                  <a:gd name="connsiteX5-109" fmla="*/ 4046482 w 8187558"/>
                  <a:gd name="connsiteY5-110" fmla="*/ 1576552 h 2638097"/>
                  <a:gd name="connsiteX6-111" fmla="*/ 8187558 w 8187558"/>
                  <a:gd name="connsiteY6-112" fmla="*/ 0 h 2638097"/>
                  <a:gd name="connsiteX0-113" fmla="*/ 8187558 w 8187558"/>
                  <a:gd name="connsiteY0-114" fmla="*/ 0 h 2638097"/>
                  <a:gd name="connsiteX1-115" fmla="*/ 8187558 w 8187558"/>
                  <a:gd name="connsiteY1-116" fmla="*/ 1271752 h 2638097"/>
                  <a:gd name="connsiteX2-117" fmla="*/ 4099035 w 8187558"/>
                  <a:gd name="connsiteY2-118" fmla="*/ 2638097 h 2638097"/>
                  <a:gd name="connsiteX3-119" fmla="*/ 0 w 8187558"/>
                  <a:gd name="connsiteY3-120" fmla="*/ 1229711 h 2638097"/>
                  <a:gd name="connsiteX4-121" fmla="*/ 31531 w 8187558"/>
                  <a:gd name="connsiteY4-122" fmla="*/ 147145 h 2638097"/>
                  <a:gd name="connsiteX5-123" fmla="*/ 4046482 w 8187558"/>
                  <a:gd name="connsiteY5-124" fmla="*/ 1576552 h 2638097"/>
                  <a:gd name="connsiteX6-125" fmla="*/ 8187558 w 8187558"/>
                  <a:gd name="connsiteY6-126" fmla="*/ 0 h 2638097"/>
                  <a:gd name="connsiteX0-127" fmla="*/ 8187558 w 8187558"/>
                  <a:gd name="connsiteY0-128" fmla="*/ 0 h 2638097"/>
                  <a:gd name="connsiteX1-129" fmla="*/ 8187558 w 8187558"/>
                  <a:gd name="connsiteY1-130" fmla="*/ 1271752 h 2638097"/>
                  <a:gd name="connsiteX2-131" fmla="*/ 4099035 w 8187558"/>
                  <a:gd name="connsiteY2-132" fmla="*/ 2638097 h 2638097"/>
                  <a:gd name="connsiteX3-133" fmla="*/ 0 w 8187558"/>
                  <a:gd name="connsiteY3-134" fmla="*/ 1229711 h 2638097"/>
                  <a:gd name="connsiteX4-135" fmla="*/ 31531 w 8187558"/>
                  <a:gd name="connsiteY4-136" fmla="*/ 147145 h 2638097"/>
                  <a:gd name="connsiteX5-137" fmla="*/ 4046482 w 8187558"/>
                  <a:gd name="connsiteY5-138" fmla="*/ 1576552 h 2638097"/>
                  <a:gd name="connsiteX6-139" fmla="*/ 8187558 w 8187558"/>
                  <a:gd name="connsiteY6-140" fmla="*/ 0 h 2638097"/>
                  <a:gd name="connsiteX0-141" fmla="*/ 8187558 w 8187558"/>
                  <a:gd name="connsiteY0-142" fmla="*/ 0 h 2638097"/>
                  <a:gd name="connsiteX1-143" fmla="*/ 8187558 w 8187558"/>
                  <a:gd name="connsiteY1-144" fmla="*/ 1271752 h 2638097"/>
                  <a:gd name="connsiteX2-145" fmla="*/ 4099035 w 8187558"/>
                  <a:gd name="connsiteY2-146" fmla="*/ 2638097 h 2638097"/>
                  <a:gd name="connsiteX3-147" fmla="*/ 0 w 8187558"/>
                  <a:gd name="connsiteY3-148" fmla="*/ 1229711 h 2638097"/>
                  <a:gd name="connsiteX4-149" fmla="*/ 31531 w 8187558"/>
                  <a:gd name="connsiteY4-150" fmla="*/ 147145 h 2638097"/>
                  <a:gd name="connsiteX5-151" fmla="*/ 4088524 w 8187558"/>
                  <a:gd name="connsiteY5-152" fmla="*/ 1597573 h 2638097"/>
                  <a:gd name="connsiteX6-153" fmla="*/ 8187558 w 8187558"/>
                  <a:gd name="connsiteY6-154" fmla="*/ 0 h 2638097"/>
                  <a:gd name="connsiteX0-155" fmla="*/ 8187558 w 8187558"/>
                  <a:gd name="connsiteY0-156" fmla="*/ 0 h 2638097"/>
                  <a:gd name="connsiteX1-157" fmla="*/ 8187558 w 8187558"/>
                  <a:gd name="connsiteY1-158" fmla="*/ 1271752 h 2638097"/>
                  <a:gd name="connsiteX2-159" fmla="*/ 4099035 w 8187558"/>
                  <a:gd name="connsiteY2-160" fmla="*/ 2638097 h 2638097"/>
                  <a:gd name="connsiteX3-161" fmla="*/ 0 w 8187558"/>
                  <a:gd name="connsiteY3-162" fmla="*/ 1229711 h 2638097"/>
                  <a:gd name="connsiteX4-163" fmla="*/ 31531 w 8187558"/>
                  <a:gd name="connsiteY4-164" fmla="*/ 147145 h 2638097"/>
                  <a:gd name="connsiteX5-165" fmla="*/ 4088524 w 8187558"/>
                  <a:gd name="connsiteY5-166" fmla="*/ 1597573 h 2638097"/>
                  <a:gd name="connsiteX6-167" fmla="*/ 8187558 w 8187558"/>
                  <a:gd name="connsiteY6-168" fmla="*/ 0 h 2638097"/>
                  <a:gd name="connsiteX0-169" fmla="*/ 8187558 w 8187558"/>
                  <a:gd name="connsiteY0-170" fmla="*/ 0 h 2638097"/>
                  <a:gd name="connsiteX1-171" fmla="*/ 8187558 w 8187558"/>
                  <a:gd name="connsiteY1-172" fmla="*/ 1271752 h 2638097"/>
                  <a:gd name="connsiteX2-173" fmla="*/ 4099035 w 8187558"/>
                  <a:gd name="connsiteY2-174" fmla="*/ 2638097 h 2638097"/>
                  <a:gd name="connsiteX3-175" fmla="*/ 0 w 8187558"/>
                  <a:gd name="connsiteY3-176" fmla="*/ 1229711 h 2638097"/>
                  <a:gd name="connsiteX4-177" fmla="*/ 31531 w 8187558"/>
                  <a:gd name="connsiteY4-178" fmla="*/ 147145 h 2638097"/>
                  <a:gd name="connsiteX5-179" fmla="*/ 4099035 w 8187558"/>
                  <a:gd name="connsiteY5-180" fmla="*/ 1566042 h 2638097"/>
                  <a:gd name="connsiteX6-181" fmla="*/ 8187558 w 8187558"/>
                  <a:gd name="connsiteY6-182" fmla="*/ 0 h 2638097"/>
                  <a:gd name="connsiteX0-183" fmla="*/ 8187558 w 8187558"/>
                  <a:gd name="connsiteY0-184" fmla="*/ 0 h 2638097"/>
                  <a:gd name="connsiteX1-185" fmla="*/ 8187558 w 8187558"/>
                  <a:gd name="connsiteY1-186" fmla="*/ 1271752 h 2638097"/>
                  <a:gd name="connsiteX2-187" fmla="*/ 4099035 w 8187558"/>
                  <a:gd name="connsiteY2-188" fmla="*/ 2638097 h 2638097"/>
                  <a:gd name="connsiteX3-189" fmla="*/ 0 w 8187558"/>
                  <a:gd name="connsiteY3-190" fmla="*/ 1229711 h 2638097"/>
                  <a:gd name="connsiteX4-191" fmla="*/ 31531 w 8187558"/>
                  <a:gd name="connsiteY4-192" fmla="*/ 147145 h 2638097"/>
                  <a:gd name="connsiteX5-193" fmla="*/ 4099035 w 8187558"/>
                  <a:gd name="connsiteY5-194" fmla="*/ 1566042 h 2638097"/>
                  <a:gd name="connsiteX6-195" fmla="*/ 8187558 w 8187558"/>
                  <a:gd name="connsiteY6-196" fmla="*/ 0 h 2638097"/>
                  <a:gd name="connsiteX0-197" fmla="*/ 8187558 w 8187558"/>
                  <a:gd name="connsiteY0-198" fmla="*/ 0 h 2638097"/>
                  <a:gd name="connsiteX1-199" fmla="*/ 8187558 w 8187558"/>
                  <a:gd name="connsiteY1-200" fmla="*/ 1271752 h 2638097"/>
                  <a:gd name="connsiteX2-201" fmla="*/ 4099035 w 8187558"/>
                  <a:gd name="connsiteY2-202" fmla="*/ 2638097 h 2638097"/>
                  <a:gd name="connsiteX3-203" fmla="*/ 0 w 8187558"/>
                  <a:gd name="connsiteY3-204" fmla="*/ 1229711 h 2638097"/>
                  <a:gd name="connsiteX4-205" fmla="*/ 31531 w 8187558"/>
                  <a:gd name="connsiteY4-206" fmla="*/ 147145 h 2638097"/>
                  <a:gd name="connsiteX5-207" fmla="*/ 4099035 w 8187558"/>
                  <a:gd name="connsiteY5-208" fmla="*/ 1566042 h 2638097"/>
                  <a:gd name="connsiteX6-209" fmla="*/ 8187558 w 8187558"/>
                  <a:gd name="connsiteY6-210" fmla="*/ 0 h 2638097"/>
                  <a:gd name="connsiteX0-211" fmla="*/ 8187558 w 8187558"/>
                  <a:gd name="connsiteY0-212" fmla="*/ 0 h 2638097"/>
                  <a:gd name="connsiteX1-213" fmla="*/ 8187558 w 8187558"/>
                  <a:gd name="connsiteY1-214" fmla="*/ 1271752 h 2638097"/>
                  <a:gd name="connsiteX2-215" fmla="*/ 4099035 w 8187558"/>
                  <a:gd name="connsiteY2-216" fmla="*/ 2638097 h 2638097"/>
                  <a:gd name="connsiteX3-217" fmla="*/ 0 w 8187558"/>
                  <a:gd name="connsiteY3-218" fmla="*/ 1229711 h 2638097"/>
                  <a:gd name="connsiteX4-219" fmla="*/ 31531 w 8187558"/>
                  <a:gd name="connsiteY4-220" fmla="*/ 147145 h 2638097"/>
                  <a:gd name="connsiteX5-221" fmla="*/ 4099035 w 8187558"/>
                  <a:gd name="connsiteY5-222" fmla="*/ 1566042 h 2638097"/>
                  <a:gd name="connsiteX6-223" fmla="*/ 8187558 w 8187558"/>
                  <a:gd name="connsiteY6-224" fmla="*/ 0 h 2638097"/>
                  <a:gd name="connsiteX0-225" fmla="*/ 8187558 w 8187558"/>
                  <a:gd name="connsiteY0-226" fmla="*/ 0 h 2638097"/>
                  <a:gd name="connsiteX1-227" fmla="*/ 8187558 w 8187558"/>
                  <a:gd name="connsiteY1-228" fmla="*/ 1271752 h 2638097"/>
                  <a:gd name="connsiteX2-229" fmla="*/ 4099035 w 8187558"/>
                  <a:gd name="connsiteY2-230" fmla="*/ 2638097 h 2638097"/>
                  <a:gd name="connsiteX3-231" fmla="*/ 0 w 8187558"/>
                  <a:gd name="connsiteY3-232" fmla="*/ 1229711 h 2638097"/>
                  <a:gd name="connsiteX4-233" fmla="*/ 31531 w 8187558"/>
                  <a:gd name="connsiteY4-234" fmla="*/ 147145 h 2638097"/>
                  <a:gd name="connsiteX5-235" fmla="*/ 4099035 w 8187558"/>
                  <a:gd name="connsiteY5-236" fmla="*/ 1566042 h 2638097"/>
                  <a:gd name="connsiteX6-237" fmla="*/ 8187558 w 8187558"/>
                  <a:gd name="connsiteY6-238" fmla="*/ 0 h 2638097"/>
                  <a:gd name="connsiteX0-239" fmla="*/ 8187558 w 8187558"/>
                  <a:gd name="connsiteY0-240" fmla="*/ 0 h 2638097"/>
                  <a:gd name="connsiteX1-241" fmla="*/ 8187558 w 8187558"/>
                  <a:gd name="connsiteY1-242" fmla="*/ 1271752 h 2638097"/>
                  <a:gd name="connsiteX2-243" fmla="*/ 4099035 w 8187558"/>
                  <a:gd name="connsiteY2-244" fmla="*/ 2638097 h 2638097"/>
                  <a:gd name="connsiteX3-245" fmla="*/ 0 w 8187558"/>
                  <a:gd name="connsiteY3-246" fmla="*/ 1229711 h 2638097"/>
                  <a:gd name="connsiteX4-247" fmla="*/ 31531 w 8187558"/>
                  <a:gd name="connsiteY4-248" fmla="*/ 147145 h 2638097"/>
                  <a:gd name="connsiteX5-249" fmla="*/ 4099035 w 8187558"/>
                  <a:gd name="connsiteY5-250" fmla="*/ 1566042 h 2638097"/>
                  <a:gd name="connsiteX6-251" fmla="*/ 8187558 w 8187558"/>
                  <a:gd name="connsiteY6-252" fmla="*/ 0 h 2638097"/>
                  <a:gd name="connsiteX0-253" fmla="*/ 8187558 w 8187558"/>
                  <a:gd name="connsiteY0-254" fmla="*/ 0 h 2638097"/>
                  <a:gd name="connsiteX1-255" fmla="*/ 8187558 w 8187558"/>
                  <a:gd name="connsiteY1-256" fmla="*/ 1271752 h 2638097"/>
                  <a:gd name="connsiteX2-257" fmla="*/ 4099035 w 8187558"/>
                  <a:gd name="connsiteY2-258" fmla="*/ 2638097 h 2638097"/>
                  <a:gd name="connsiteX3-259" fmla="*/ 0 w 8187558"/>
                  <a:gd name="connsiteY3-260" fmla="*/ 1229711 h 2638097"/>
                  <a:gd name="connsiteX4-261" fmla="*/ 31531 w 8187558"/>
                  <a:gd name="connsiteY4-262" fmla="*/ 147145 h 2638097"/>
                  <a:gd name="connsiteX5-263" fmla="*/ 4099035 w 8187558"/>
                  <a:gd name="connsiteY5-264" fmla="*/ 1566042 h 2638097"/>
                  <a:gd name="connsiteX6-265" fmla="*/ 8187558 w 8187558"/>
                  <a:gd name="connsiteY6-266" fmla="*/ 0 h 2638097"/>
                  <a:gd name="connsiteX0-267" fmla="*/ 8187558 w 8187558"/>
                  <a:gd name="connsiteY0-268" fmla="*/ 0 h 2638097"/>
                  <a:gd name="connsiteX1-269" fmla="*/ 8187558 w 8187558"/>
                  <a:gd name="connsiteY1-270" fmla="*/ 1271752 h 2638097"/>
                  <a:gd name="connsiteX2-271" fmla="*/ 4099035 w 8187558"/>
                  <a:gd name="connsiteY2-272" fmla="*/ 2638097 h 2638097"/>
                  <a:gd name="connsiteX3-273" fmla="*/ 0 w 8187558"/>
                  <a:gd name="connsiteY3-274" fmla="*/ 1229711 h 2638097"/>
                  <a:gd name="connsiteX4-275" fmla="*/ 31531 w 8187558"/>
                  <a:gd name="connsiteY4-276" fmla="*/ 147145 h 2638097"/>
                  <a:gd name="connsiteX5-277" fmla="*/ 4099035 w 8187558"/>
                  <a:gd name="connsiteY5-278" fmla="*/ 1566042 h 2638097"/>
                  <a:gd name="connsiteX6-279" fmla="*/ 8187558 w 8187558"/>
                  <a:gd name="connsiteY6-280" fmla="*/ 0 h 2638097"/>
                  <a:gd name="connsiteX0-281" fmla="*/ 8187558 w 8187558"/>
                  <a:gd name="connsiteY0-282" fmla="*/ 0 h 2638097"/>
                  <a:gd name="connsiteX1-283" fmla="*/ 8187558 w 8187558"/>
                  <a:gd name="connsiteY1-284" fmla="*/ 1271752 h 2638097"/>
                  <a:gd name="connsiteX2-285" fmla="*/ 4099035 w 8187558"/>
                  <a:gd name="connsiteY2-286" fmla="*/ 2638097 h 2638097"/>
                  <a:gd name="connsiteX3-287" fmla="*/ 0 w 8187558"/>
                  <a:gd name="connsiteY3-288" fmla="*/ 1229711 h 2638097"/>
                  <a:gd name="connsiteX4-289" fmla="*/ 31531 w 8187558"/>
                  <a:gd name="connsiteY4-290" fmla="*/ 147145 h 2638097"/>
                  <a:gd name="connsiteX5-291" fmla="*/ 4099035 w 8187558"/>
                  <a:gd name="connsiteY5-292" fmla="*/ 1566042 h 2638097"/>
                  <a:gd name="connsiteX6-293" fmla="*/ 8187558 w 8187558"/>
                  <a:gd name="connsiteY6-294" fmla="*/ 0 h 2638097"/>
                  <a:gd name="connsiteX0-295" fmla="*/ 8176538 w 8176538"/>
                  <a:gd name="connsiteY0-296" fmla="*/ 0 h 2638097"/>
                  <a:gd name="connsiteX1-297" fmla="*/ 8176538 w 8176538"/>
                  <a:gd name="connsiteY1-298" fmla="*/ 1271752 h 2638097"/>
                  <a:gd name="connsiteX2-299" fmla="*/ 4088015 w 8176538"/>
                  <a:gd name="connsiteY2-300" fmla="*/ 2638097 h 2638097"/>
                  <a:gd name="connsiteX3-301" fmla="*/ 0 w 8176538"/>
                  <a:gd name="connsiteY3-302" fmla="*/ 1269888 h 2638097"/>
                  <a:gd name="connsiteX4-303" fmla="*/ 20511 w 8176538"/>
                  <a:gd name="connsiteY4-304" fmla="*/ 147145 h 2638097"/>
                  <a:gd name="connsiteX5-305" fmla="*/ 4088015 w 8176538"/>
                  <a:gd name="connsiteY5-306" fmla="*/ 1566042 h 2638097"/>
                  <a:gd name="connsiteX6-307" fmla="*/ 8176538 w 8176538"/>
                  <a:gd name="connsiteY6-308" fmla="*/ 0 h 2638097"/>
                  <a:gd name="connsiteX0-309" fmla="*/ 8176538 w 8176538"/>
                  <a:gd name="connsiteY0-310" fmla="*/ 0 h 2772020"/>
                  <a:gd name="connsiteX1-311" fmla="*/ 8176538 w 8176538"/>
                  <a:gd name="connsiteY1-312" fmla="*/ 1271752 h 2772020"/>
                  <a:gd name="connsiteX2-313" fmla="*/ 4099034 w 8176538"/>
                  <a:gd name="connsiteY2-314" fmla="*/ 2772020 h 2772020"/>
                  <a:gd name="connsiteX3-315" fmla="*/ 0 w 8176538"/>
                  <a:gd name="connsiteY3-316" fmla="*/ 1269888 h 2772020"/>
                  <a:gd name="connsiteX4-317" fmla="*/ 20511 w 8176538"/>
                  <a:gd name="connsiteY4-318" fmla="*/ 147145 h 2772020"/>
                  <a:gd name="connsiteX5-319" fmla="*/ 4088015 w 8176538"/>
                  <a:gd name="connsiteY5-320" fmla="*/ 1566042 h 2772020"/>
                  <a:gd name="connsiteX6-321" fmla="*/ 8176538 w 8176538"/>
                  <a:gd name="connsiteY6-322" fmla="*/ 0 h 2772020"/>
                  <a:gd name="connsiteX0-323" fmla="*/ 8176538 w 8176538"/>
                  <a:gd name="connsiteY0-324" fmla="*/ 0 h 2772339"/>
                  <a:gd name="connsiteX1-325" fmla="*/ 8176538 w 8176538"/>
                  <a:gd name="connsiteY1-326" fmla="*/ 1378890 h 2772339"/>
                  <a:gd name="connsiteX2-327" fmla="*/ 4099034 w 8176538"/>
                  <a:gd name="connsiteY2-328" fmla="*/ 2772020 h 2772339"/>
                  <a:gd name="connsiteX3-329" fmla="*/ 0 w 8176538"/>
                  <a:gd name="connsiteY3-330" fmla="*/ 1269888 h 2772339"/>
                  <a:gd name="connsiteX4-331" fmla="*/ 20511 w 8176538"/>
                  <a:gd name="connsiteY4-332" fmla="*/ 147145 h 2772339"/>
                  <a:gd name="connsiteX5-333" fmla="*/ 4088015 w 8176538"/>
                  <a:gd name="connsiteY5-334" fmla="*/ 1566042 h 2772339"/>
                  <a:gd name="connsiteX6-335" fmla="*/ 8176538 w 8176538"/>
                  <a:gd name="connsiteY6-336" fmla="*/ 0 h 2772339"/>
                  <a:gd name="connsiteX0-337" fmla="*/ 8176538 w 8176538"/>
                  <a:gd name="connsiteY0-338" fmla="*/ 0 h 2825888"/>
                  <a:gd name="connsiteX1-339" fmla="*/ 8176538 w 8176538"/>
                  <a:gd name="connsiteY1-340" fmla="*/ 1378890 h 2825888"/>
                  <a:gd name="connsiteX2-341" fmla="*/ 4099034 w 8176538"/>
                  <a:gd name="connsiteY2-342" fmla="*/ 2825590 h 2825888"/>
                  <a:gd name="connsiteX3-343" fmla="*/ 0 w 8176538"/>
                  <a:gd name="connsiteY3-344" fmla="*/ 1269888 h 2825888"/>
                  <a:gd name="connsiteX4-345" fmla="*/ 20511 w 8176538"/>
                  <a:gd name="connsiteY4-346" fmla="*/ 147145 h 2825888"/>
                  <a:gd name="connsiteX5-347" fmla="*/ 4088015 w 8176538"/>
                  <a:gd name="connsiteY5-348" fmla="*/ 1566042 h 2825888"/>
                  <a:gd name="connsiteX6-349" fmla="*/ 8176538 w 8176538"/>
                  <a:gd name="connsiteY6-350" fmla="*/ 0 h 2825888"/>
                  <a:gd name="connsiteX0-351" fmla="*/ 8165518 w 8165518"/>
                  <a:gd name="connsiteY0-352" fmla="*/ 0 h 2825606"/>
                  <a:gd name="connsiteX1-353" fmla="*/ 8165518 w 8165518"/>
                  <a:gd name="connsiteY1-354" fmla="*/ 1378890 h 2825606"/>
                  <a:gd name="connsiteX2-355" fmla="*/ 4088014 w 8165518"/>
                  <a:gd name="connsiteY2-356" fmla="*/ 2825590 h 2825606"/>
                  <a:gd name="connsiteX3-357" fmla="*/ 0 w 8165518"/>
                  <a:gd name="connsiteY3-358" fmla="*/ 1403811 h 2825606"/>
                  <a:gd name="connsiteX4-359" fmla="*/ 9491 w 8165518"/>
                  <a:gd name="connsiteY4-360" fmla="*/ 147145 h 2825606"/>
                  <a:gd name="connsiteX5-361" fmla="*/ 4076995 w 8165518"/>
                  <a:gd name="connsiteY5-362" fmla="*/ 1566042 h 2825606"/>
                  <a:gd name="connsiteX6-363" fmla="*/ 8165518 w 8165518"/>
                  <a:gd name="connsiteY6-364" fmla="*/ 0 h 2825606"/>
                  <a:gd name="connsiteX0-365" fmla="*/ 8165518 w 8165518"/>
                  <a:gd name="connsiteY0-366" fmla="*/ 0 h 2879174"/>
                  <a:gd name="connsiteX1-367" fmla="*/ 8165518 w 8165518"/>
                  <a:gd name="connsiteY1-368" fmla="*/ 1378890 h 2879174"/>
                  <a:gd name="connsiteX2-369" fmla="*/ 4132092 w 8165518"/>
                  <a:gd name="connsiteY2-370" fmla="*/ 2879159 h 2879174"/>
                  <a:gd name="connsiteX3-371" fmla="*/ 0 w 8165518"/>
                  <a:gd name="connsiteY3-372" fmla="*/ 1403811 h 2879174"/>
                  <a:gd name="connsiteX4-373" fmla="*/ 9491 w 8165518"/>
                  <a:gd name="connsiteY4-374" fmla="*/ 147145 h 2879174"/>
                  <a:gd name="connsiteX5-375" fmla="*/ 4076995 w 8165518"/>
                  <a:gd name="connsiteY5-376" fmla="*/ 1566042 h 2879174"/>
                  <a:gd name="connsiteX6-377" fmla="*/ 8165518 w 8165518"/>
                  <a:gd name="connsiteY6-378" fmla="*/ 0 h 2879174"/>
                  <a:gd name="connsiteX0-379" fmla="*/ 8165518 w 8176537"/>
                  <a:gd name="connsiteY0-380" fmla="*/ 0 h 2879410"/>
                  <a:gd name="connsiteX1-381" fmla="*/ 8176537 w 8176537"/>
                  <a:gd name="connsiteY1-382" fmla="*/ 1499420 h 2879410"/>
                  <a:gd name="connsiteX2-383" fmla="*/ 4132092 w 8176537"/>
                  <a:gd name="connsiteY2-384" fmla="*/ 2879159 h 2879410"/>
                  <a:gd name="connsiteX3-385" fmla="*/ 0 w 8176537"/>
                  <a:gd name="connsiteY3-386" fmla="*/ 1403811 h 2879410"/>
                  <a:gd name="connsiteX4-387" fmla="*/ 9491 w 8176537"/>
                  <a:gd name="connsiteY4-388" fmla="*/ 147145 h 2879410"/>
                  <a:gd name="connsiteX5-389" fmla="*/ 4076995 w 8176537"/>
                  <a:gd name="connsiteY5-390" fmla="*/ 1566042 h 2879410"/>
                  <a:gd name="connsiteX6-391" fmla="*/ 8165518 w 8176537"/>
                  <a:gd name="connsiteY6-392" fmla="*/ 0 h 2879410"/>
                  <a:gd name="connsiteX0-393" fmla="*/ 8165518 w 8176537"/>
                  <a:gd name="connsiteY0-394" fmla="*/ 0 h 2879262"/>
                  <a:gd name="connsiteX1-395" fmla="*/ 8176537 w 8176537"/>
                  <a:gd name="connsiteY1-396" fmla="*/ 1499420 h 2879262"/>
                  <a:gd name="connsiteX2-397" fmla="*/ 4132092 w 8176537"/>
                  <a:gd name="connsiteY2-398" fmla="*/ 2879159 h 2879262"/>
                  <a:gd name="connsiteX3-399" fmla="*/ 0 w 8176537"/>
                  <a:gd name="connsiteY3-400" fmla="*/ 1403811 h 2879262"/>
                  <a:gd name="connsiteX4-401" fmla="*/ 9491 w 8176537"/>
                  <a:gd name="connsiteY4-402" fmla="*/ 147145 h 2879262"/>
                  <a:gd name="connsiteX5-403" fmla="*/ 4076995 w 8176537"/>
                  <a:gd name="connsiteY5-404" fmla="*/ 1566042 h 2879262"/>
                  <a:gd name="connsiteX6-405" fmla="*/ 8165518 w 8176537"/>
                  <a:gd name="connsiteY6-406" fmla="*/ 0 h 2879262"/>
                  <a:gd name="connsiteX0-407" fmla="*/ 8165518 w 8176537"/>
                  <a:gd name="connsiteY0-408" fmla="*/ 0 h 2879163"/>
                  <a:gd name="connsiteX1-409" fmla="*/ 8176537 w 8176537"/>
                  <a:gd name="connsiteY1-410" fmla="*/ 1499420 h 2879163"/>
                  <a:gd name="connsiteX2-411" fmla="*/ 4132092 w 8176537"/>
                  <a:gd name="connsiteY2-412" fmla="*/ 2879159 h 2879163"/>
                  <a:gd name="connsiteX3-413" fmla="*/ 0 w 8176537"/>
                  <a:gd name="connsiteY3-414" fmla="*/ 1510948 h 2879163"/>
                  <a:gd name="connsiteX4-415" fmla="*/ 9491 w 8176537"/>
                  <a:gd name="connsiteY4-416" fmla="*/ 147145 h 2879163"/>
                  <a:gd name="connsiteX5-417" fmla="*/ 4076995 w 8176537"/>
                  <a:gd name="connsiteY5-418" fmla="*/ 1566042 h 2879163"/>
                  <a:gd name="connsiteX6-419" fmla="*/ 8165518 w 8176537"/>
                  <a:gd name="connsiteY6-420" fmla="*/ 0 h 2879163"/>
                  <a:gd name="connsiteX0-421" fmla="*/ 8165518 w 8198577"/>
                  <a:gd name="connsiteY0-422" fmla="*/ 0 h 2879451"/>
                  <a:gd name="connsiteX1-423" fmla="*/ 8198577 w 8198577"/>
                  <a:gd name="connsiteY1-424" fmla="*/ 1606558 h 2879451"/>
                  <a:gd name="connsiteX2-425" fmla="*/ 4132092 w 8198577"/>
                  <a:gd name="connsiteY2-426" fmla="*/ 2879159 h 2879451"/>
                  <a:gd name="connsiteX3-427" fmla="*/ 0 w 8198577"/>
                  <a:gd name="connsiteY3-428" fmla="*/ 1510948 h 2879451"/>
                  <a:gd name="connsiteX4-429" fmla="*/ 9491 w 8198577"/>
                  <a:gd name="connsiteY4-430" fmla="*/ 147145 h 2879451"/>
                  <a:gd name="connsiteX5-431" fmla="*/ 4076995 w 8198577"/>
                  <a:gd name="connsiteY5-432" fmla="*/ 1566042 h 2879451"/>
                  <a:gd name="connsiteX6-433" fmla="*/ 8165518 w 8198577"/>
                  <a:gd name="connsiteY6-434" fmla="*/ 0 h 2879451"/>
                  <a:gd name="connsiteX0-435" fmla="*/ 8165518 w 8165518"/>
                  <a:gd name="connsiteY0-436" fmla="*/ 0 h 2880066"/>
                  <a:gd name="connsiteX1-437" fmla="*/ 8165518 w 8165518"/>
                  <a:gd name="connsiteY1-438" fmla="*/ 1673520 h 2880066"/>
                  <a:gd name="connsiteX2-439" fmla="*/ 4132092 w 8165518"/>
                  <a:gd name="connsiteY2-440" fmla="*/ 2879159 h 2880066"/>
                  <a:gd name="connsiteX3-441" fmla="*/ 0 w 8165518"/>
                  <a:gd name="connsiteY3-442" fmla="*/ 1510948 h 2880066"/>
                  <a:gd name="connsiteX4-443" fmla="*/ 9491 w 8165518"/>
                  <a:gd name="connsiteY4-444" fmla="*/ 147145 h 2880066"/>
                  <a:gd name="connsiteX5-445" fmla="*/ 4076995 w 8165518"/>
                  <a:gd name="connsiteY5-446" fmla="*/ 1566042 h 2880066"/>
                  <a:gd name="connsiteX6-447" fmla="*/ 8165518 w 8165518"/>
                  <a:gd name="connsiteY6-448" fmla="*/ 0 h 2880066"/>
                  <a:gd name="connsiteX0-449" fmla="*/ 8156794 w 8156794"/>
                  <a:gd name="connsiteY0-450" fmla="*/ 0 h 2879270"/>
                  <a:gd name="connsiteX1-451" fmla="*/ 8156794 w 8156794"/>
                  <a:gd name="connsiteY1-452" fmla="*/ 1673520 h 2879270"/>
                  <a:gd name="connsiteX2-453" fmla="*/ 4123368 w 8156794"/>
                  <a:gd name="connsiteY2-454" fmla="*/ 2879159 h 2879270"/>
                  <a:gd name="connsiteX3-455" fmla="*/ 2295 w 8156794"/>
                  <a:gd name="connsiteY3-456" fmla="*/ 1618086 h 2879270"/>
                  <a:gd name="connsiteX4-457" fmla="*/ 767 w 8156794"/>
                  <a:gd name="connsiteY4-458" fmla="*/ 147145 h 2879270"/>
                  <a:gd name="connsiteX5-459" fmla="*/ 4068271 w 8156794"/>
                  <a:gd name="connsiteY5-460" fmla="*/ 1566042 h 2879270"/>
                  <a:gd name="connsiteX6-461" fmla="*/ 8156794 w 8156794"/>
                  <a:gd name="connsiteY6-462" fmla="*/ 0 h 2879270"/>
                  <a:gd name="connsiteX0-463" fmla="*/ 8156794 w 8156794"/>
                  <a:gd name="connsiteY0-464" fmla="*/ 0 h 2973000"/>
                  <a:gd name="connsiteX1-465" fmla="*/ 8156794 w 8156794"/>
                  <a:gd name="connsiteY1-466" fmla="*/ 1673520 h 2973000"/>
                  <a:gd name="connsiteX2-467" fmla="*/ 4134388 w 8156794"/>
                  <a:gd name="connsiteY2-468" fmla="*/ 2972904 h 2973000"/>
                  <a:gd name="connsiteX3-469" fmla="*/ 2295 w 8156794"/>
                  <a:gd name="connsiteY3-470" fmla="*/ 1618086 h 2973000"/>
                  <a:gd name="connsiteX4-471" fmla="*/ 767 w 8156794"/>
                  <a:gd name="connsiteY4-472" fmla="*/ 147145 h 2973000"/>
                  <a:gd name="connsiteX5-473" fmla="*/ 4068271 w 8156794"/>
                  <a:gd name="connsiteY5-474" fmla="*/ 1566042 h 2973000"/>
                  <a:gd name="connsiteX6-475" fmla="*/ 8156794 w 8156794"/>
                  <a:gd name="connsiteY6-476" fmla="*/ 0 h 2973000"/>
                  <a:gd name="connsiteX0-477" fmla="*/ 8156794 w 8156794"/>
                  <a:gd name="connsiteY0-478" fmla="*/ 0 h 2973000"/>
                  <a:gd name="connsiteX1-479" fmla="*/ 8156794 w 8156794"/>
                  <a:gd name="connsiteY1-480" fmla="*/ 1673520 h 2973000"/>
                  <a:gd name="connsiteX2-481" fmla="*/ 4134388 w 8156794"/>
                  <a:gd name="connsiteY2-482" fmla="*/ 2972904 h 2973000"/>
                  <a:gd name="connsiteX3-483" fmla="*/ 2295 w 8156794"/>
                  <a:gd name="connsiteY3-484" fmla="*/ 1618086 h 2973000"/>
                  <a:gd name="connsiteX4-485" fmla="*/ 767 w 8156794"/>
                  <a:gd name="connsiteY4-486" fmla="*/ 147145 h 2973000"/>
                  <a:gd name="connsiteX5-487" fmla="*/ 4068271 w 8156794"/>
                  <a:gd name="connsiteY5-488" fmla="*/ 1566042 h 2973000"/>
                  <a:gd name="connsiteX6-489" fmla="*/ 8156794 w 8156794"/>
                  <a:gd name="connsiteY6-490" fmla="*/ 0 h 2973000"/>
                  <a:gd name="connsiteX0-491" fmla="*/ 8156794 w 8156794"/>
                  <a:gd name="connsiteY0-492" fmla="*/ 0 h 2973000"/>
                  <a:gd name="connsiteX1-493" fmla="*/ 8156794 w 8156794"/>
                  <a:gd name="connsiteY1-494" fmla="*/ 1673520 h 2973000"/>
                  <a:gd name="connsiteX2-495" fmla="*/ 4134388 w 8156794"/>
                  <a:gd name="connsiteY2-496" fmla="*/ 2972904 h 2973000"/>
                  <a:gd name="connsiteX3-497" fmla="*/ 2295 w 8156794"/>
                  <a:gd name="connsiteY3-498" fmla="*/ 1618086 h 2973000"/>
                  <a:gd name="connsiteX4-499" fmla="*/ 767 w 8156794"/>
                  <a:gd name="connsiteY4-500" fmla="*/ 147145 h 2973000"/>
                  <a:gd name="connsiteX5-501" fmla="*/ 4068271 w 8156794"/>
                  <a:gd name="connsiteY5-502" fmla="*/ 1566042 h 2973000"/>
                  <a:gd name="connsiteX6-503" fmla="*/ 8156794 w 8156794"/>
                  <a:gd name="connsiteY6-504" fmla="*/ 0 h 2973000"/>
                  <a:gd name="connsiteX0-505" fmla="*/ 8156794 w 8156794"/>
                  <a:gd name="connsiteY0-506" fmla="*/ 0 h 2973020"/>
                  <a:gd name="connsiteX1-507" fmla="*/ 8156794 w 8156794"/>
                  <a:gd name="connsiteY1-508" fmla="*/ 1673520 h 2973020"/>
                  <a:gd name="connsiteX2-509" fmla="*/ 4134388 w 8156794"/>
                  <a:gd name="connsiteY2-510" fmla="*/ 2972904 h 2973020"/>
                  <a:gd name="connsiteX3-511" fmla="*/ 2295 w 8156794"/>
                  <a:gd name="connsiteY3-512" fmla="*/ 1618086 h 2973020"/>
                  <a:gd name="connsiteX4-513" fmla="*/ 767 w 8156794"/>
                  <a:gd name="connsiteY4-514" fmla="*/ 147145 h 2973020"/>
                  <a:gd name="connsiteX5-515" fmla="*/ 4068271 w 8156794"/>
                  <a:gd name="connsiteY5-516" fmla="*/ 1566042 h 2973020"/>
                  <a:gd name="connsiteX6-517" fmla="*/ 8156794 w 8156794"/>
                  <a:gd name="connsiteY6-518" fmla="*/ 0 h 2973020"/>
                  <a:gd name="connsiteX0-519" fmla="*/ 8156794 w 8156794"/>
                  <a:gd name="connsiteY0-520" fmla="*/ 0 h 2973021"/>
                  <a:gd name="connsiteX1-521" fmla="*/ 8156794 w 8156794"/>
                  <a:gd name="connsiteY1-522" fmla="*/ 1673520 h 2973021"/>
                  <a:gd name="connsiteX2-523" fmla="*/ 4134388 w 8156794"/>
                  <a:gd name="connsiteY2-524" fmla="*/ 2972904 h 2973021"/>
                  <a:gd name="connsiteX3-525" fmla="*/ 2295 w 8156794"/>
                  <a:gd name="connsiteY3-526" fmla="*/ 1618086 h 2973021"/>
                  <a:gd name="connsiteX4-527" fmla="*/ 767 w 8156794"/>
                  <a:gd name="connsiteY4-528" fmla="*/ 147145 h 2973021"/>
                  <a:gd name="connsiteX5-529" fmla="*/ 4068271 w 8156794"/>
                  <a:gd name="connsiteY5-530" fmla="*/ 1566042 h 2973021"/>
                  <a:gd name="connsiteX6-531" fmla="*/ 8156794 w 8156794"/>
                  <a:gd name="connsiteY6-532" fmla="*/ 0 h 2973021"/>
                  <a:gd name="connsiteX0-533" fmla="*/ 8156794 w 8156794"/>
                  <a:gd name="connsiteY0-534" fmla="*/ 0 h 2973021"/>
                  <a:gd name="connsiteX1-535" fmla="*/ 8156794 w 8156794"/>
                  <a:gd name="connsiteY1-536" fmla="*/ 1673520 h 2973021"/>
                  <a:gd name="connsiteX2-537" fmla="*/ 4134388 w 8156794"/>
                  <a:gd name="connsiteY2-538" fmla="*/ 2972904 h 2973021"/>
                  <a:gd name="connsiteX3-539" fmla="*/ 2295 w 8156794"/>
                  <a:gd name="connsiteY3-540" fmla="*/ 1618086 h 2973021"/>
                  <a:gd name="connsiteX4-541" fmla="*/ 767 w 8156794"/>
                  <a:gd name="connsiteY4-542" fmla="*/ 147145 h 2973021"/>
                  <a:gd name="connsiteX5-543" fmla="*/ 4068271 w 8156794"/>
                  <a:gd name="connsiteY5-544" fmla="*/ 1566042 h 2973021"/>
                  <a:gd name="connsiteX6-545" fmla="*/ 8156794 w 8156794"/>
                  <a:gd name="connsiteY6-546" fmla="*/ 0 h 2973021"/>
                  <a:gd name="connsiteX0-547" fmla="*/ 8156794 w 8156794"/>
                  <a:gd name="connsiteY0-548" fmla="*/ 0 h 2973021"/>
                  <a:gd name="connsiteX1-549" fmla="*/ 8156794 w 8156794"/>
                  <a:gd name="connsiteY1-550" fmla="*/ 1673520 h 2973021"/>
                  <a:gd name="connsiteX2-551" fmla="*/ 4134388 w 8156794"/>
                  <a:gd name="connsiteY2-552" fmla="*/ 2972904 h 2973021"/>
                  <a:gd name="connsiteX3-553" fmla="*/ 2295 w 8156794"/>
                  <a:gd name="connsiteY3-554" fmla="*/ 1618086 h 2973021"/>
                  <a:gd name="connsiteX4-555" fmla="*/ 767 w 8156794"/>
                  <a:gd name="connsiteY4-556" fmla="*/ 147145 h 2973021"/>
                  <a:gd name="connsiteX5-557" fmla="*/ 4068271 w 8156794"/>
                  <a:gd name="connsiteY5-558" fmla="*/ 1566042 h 2973021"/>
                  <a:gd name="connsiteX6-559" fmla="*/ 8156794 w 8156794"/>
                  <a:gd name="connsiteY6-560" fmla="*/ 0 h 2973021"/>
                  <a:gd name="connsiteX0-561" fmla="*/ 8156794 w 8156794"/>
                  <a:gd name="connsiteY0-562" fmla="*/ 0 h 2973021"/>
                  <a:gd name="connsiteX1-563" fmla="*/ 8156794 w 8156794"/>
                  <a:gd name="connsiteY1-564" fmla="*/ 1673520 h 2973021"/>
                  <a:gd name="connsiteX2-565" fmla="*/ 4134388 w 8156794"/>
                  <a:gd name="connsiteY2-566" fmla="*/ 2972904 h 2973021"/>
                  <a:gd name="connsiteX3-567" fmla="*/ 2295 w 8156794"/>
                  <a:gd name="connsiteY3-568" fmla="*/ 1618086 h 2973021"/>
                  <a:gd name="connsiteX4-569" fmla="*/ 767 w 8156794"/>
                  <a:gd name="connsiteY4-570" fmla="*/ 147145 h 2973021"/>
                  <a:gd name="connsiteX5-571" fmla="*/ 4068271 w 8156794"/>
                  <a:gd name="connsiteY5-572" fmla="*/ 1566042 h 2973021"/>
                  <a:gd name="connsiteX6-573" fmla="*/ 8156794 w 8156794"/>
                  <a:gd name="connsiteY6-574" fmla="*/ 0 h 2973021"/>
                  <a:gd name="connsiteX0-575" fmla="*/ 8156794 w 8156794"/>
                  <a:gd name="connsiteY0-576" fmla="*/ 0 h 2973141"/>
                  <a:gd name="connsiteX1-577" fmla="*/ 8156794 w 8156794"/>
                  <a:gd name="connsiteY1-578" fmla="*/ 1673520 h 2973141"/>
                  <a:gd name="connsiteX2-579" fmla="*/ 4134388 w 8156794"/>
                  <a:gd name="connsiteY2-580" fmla="*/ 2972904 h 2973141"/>
                  <a:gd name="connsiteX3-581" fmla="*/ 2295 w 8156794"/>
                  <a:gd name="connsiteY3-582" fmla="*/ 1618086 h 2973141"/>
                  <a:gd name="connsiteX4-583" fmla="*/ 767 w 8156794"/>
                  <a:gd name="connsiteY4-584" fmla="*/ 147145 h 2973141"/>
                  <a:gd name="connsiteX5-585" fmla="*/ 4068271 w 8156794"/>
                  <a:gd name="connsiteY5-586" fmla="*/ 1566042 h 2973141"/>
                  <a:gd name="connsiteX6-587" fmla="*/ 8156794 w 8156794"/>
                  <a:gd name="connsiteY6-588" fmla="*/ 0 h 2973141"/>
                  <a:gd name="connsiteX0-589" fmla="*/ 8156794 w 8156794"/>
                  <a:gd name="connsiteY0-590" fmla="*/ 0 h 3066827"/>
                  <a:gd name="connsiteX1-591" fmla="*/ 8156794 w 8156794"/>
                  <a:gd name="connsiteY1-592" fmla="*/ 1673520 h 3066827"/>
                  <a:gd name="connsiteX2-593" fmla="*/ 4123353 w 8156794"/>
                  <a:gd name="connsiteY2-594" fmla="*/ 3066650 h 3066827"/>
                  <a:gd name="connsiteX3-595" fmla="*/ 2295 w 8156794"/>
                  <a:gd name="connsiteY3-596" fmla="*/ 1618086 h 3066827"/>
                  <a:gd name="connsiteX4-597" fmla="*/ 767 w 8156794"/>
                  <a:gd name="connsiteY4-598" fmla="*/ 147145 h 3066827"/>
                  <a:gd name="connsiteX5-599" fmla="*/ 4068271 w 8156794"/>
                  <a:gd name="connsiteY5-600" fmla="*/ 1566042 h 3066827"/>
                  <a:gd name="connsiteX6-601" fmla="*/ 8156794 w 8156794"/>
                  <a:gd name="connsiteY6-602" fmla="*/ 0 h 3066827"/>
                  <a:gd name="connsiteX0-603" fmla="*/ 8123689 w 8156794"/>
                  <a:gd name="connsiteY0-604" fmla="*/ 0 h 2999866"/>
                  <a:gd name="connsiteX1-605" fmla="*/ 8156794 w 8156794"/>
                  <a:gd name="connsiteY1-606" fmla="*/ 1606559 h 2999866"/>
                  <a:gd name="connsiteX2-607" fmla="*/ 4123353 w 8156794"/>
                  <a:gd name="connsiteY2-608" fmla="*/ 2999689 h 2999866"/>
                  <a:gd name="connsiteX3-609" fmla="*/ 2295 w 8156794"/>
                  <a:gd name="connsiteY3-610" fmla="*/ 1551125 h 2999866"/>
                  <a:gd name="connsiteX4-611" fmla="*/ 767 w 8156794"/>
                  <a:gd name="connsiteY4-612" fmla="*/ 80184 h 2999866"/>
                  <a:gd name="connsiteX5-613" fmla="*/ 4068271 w 8156794"/>
                  <a:gd name="connsiteY5-614" fmla="*/ 1499081 h 2999866"/>
                  <a:gd name="connsiteX6-615" fmla="*/ 8123689 w 8156794"/>
                  <a:gd name="connsiteY6-616" fmla="*/ 0 h 2999866"/>
                  <a:gd name="connsiteX0-617" fmla="*/ 8167828 w 8167828"/>
                  <a:gd name="connsiteY0-618" fmla="*/ 0 h 3026651"/>
                  <a:gd name="connsiteX1-619" fmla="*/ 8156794 w 8167828"/>
                  <a:gd name="connsiteY1-620" fmla="*/ 1633344 h 3026651"/>
                  <a:gd name="connsiteX2-621" fmla="*/ 4123353 w 8167828"/>
                  <a:gd name="connsiteY2-622" fmla="*/ 3026474 h 3026651"/>
                  <a:gd name="connsiteX3-623" fmla="*/ 2295 w 8167828"/>
                  <a:gd name="connsiteY3-624" fmla="*/ 1577910 h 3026651"/>
                  <a:gd name="connsiteX4-625" fmla="*/ 767 w 8167828"/>
                  <a:gd name="connsiteY4-626" fmla="*/ 106969 h 3026651"/>
                  <a:gd name="connsiteX5-627" fmla="*/ 4068271 w 8167828"/>
                  <a:gd name="connsiteY5-628" fmla="*/ 1525866 h 3026651"/>
                  <a:gd name="connsiteX6-629" fmla="*/ 8167828 w 8167828"/>
                  <a:gd name="connsiteY6-630" fmla="*/ 0 h 3026651"/>
                  <a:gd name="connsiteX0-631" fmla="*/ 8167828 w 8167828"/>
                  <a:gd name="connsiteY0-632" fmla="*/ 0 h 3027228"/>
                  <a:gd name="connsiteX1-633" fmla="*/ 8145760 w 8167828"/>
                  <a:gd name="connsiteY1-634" fmla="*/ 1686913 h 3027228"/>
                  <a:gd name="connsiteX2-635" fmla="*/ 4123353 w 8167828"/>
                  <a:gd name="connsiteY2-636" fmla="*/ 3026474 h 3027228"/>
                  <a:gd name="connsiteX3-637" fmla="*/ 2295 w 8167828"/>
                  <a:gd name="connsiteY3-638" fmla="*/ 1577910 h 3027228"/>
                  <a:gd name="connsiteX4-639" fmla="*/ 767 w 8167828"/>
                  <a:gd name="connsiteY4-640" fmla="*/ 106969 h 3027228"/>
                  <a:gd name="connsiteX5-641" fmla="*/ 4068271 w 8167828"/>
                  <a:gd name="connsiteY5-642" fmla="*/ 1525866 h 3027228"/>
                  <a:gd name="connsiteX6-643" fmla="*/ 8167828 w 8167828"/>
                  <a:gd name="connsiteY6-644" fmla="*/ 0 h 3027228"/>
                  <a:gd name="connsiteX0-645" fmla="*/ 8156794 w 8156794"/>
                  <a:gd name="connsiteY0-646" fmla="*/ 0 h 2933483"/>
                  <a:gd name="connsiteX1-647" fmla="*/ 8145760 w 8156794"/>
                  <a:gd name="connsiteY1-648" fmla="*/ 1593168 h 2933483"/>
                  <a:gd name="connsiteX2-649" fmla="*/ 4123353 w 8156794"/>
                  <a:gd name="connsiteY2-650" fmla="*/ 2932729 h 2933483"/>
                  <a:gd name="connsiteX3-651" fmla="*/ 2295 w 8156794"/>
                  <a:gd name="connsiteY3-652" fmla="*/ 1484165 h 2933483"/>
                  <a:gd name="connsiteX4-653" fmla="*/ 767 w 8156794"/>
                  <a:gd name="connsiteY4-654" fmla="*/ 13224 h 2933483"/>
                  <a:gd name="connsiteX5-655" fmla="*/ 4068271 w 8156794"/>
                  <a:gd name="connsiteY5-656" fmla="*/ 1432121 h 2933483"/>
                  <a:gd name="connsiteX6-657" fmla="*/ 8156794 w 8156794"/>
                  <a:gd name="connsiteY6-658" fmla="*/ 0 h 2933483"/>
                  <a:gd name="connsiteX0-659" fmla="*/ 8156794 w 8156794"/>
                  <a:gd name="connsiteY0-660" fmla="*/ 0 h 2933483"/>
                  <a:gd name="connsiteX1-661" fmla="*/ 8145760 w 8156794"/>
                  <a:gd name="connsiteY1-662" fmla="*/ 1593168 h 2933483"/>
                  <a:gd name="connsiteX2-663" fmla="*/ 4123353 w 8156794"/>
                  <a:gd name="connsiteY2-664" fmla="*/ 2932729 h 2933483"/>
                  <a:gd name="connsiteX3-665" fmla="*/ 2295 w 8156794"/>
                  <a:gd name="connsiteY3-666" fmla="*/ 1484165 h 2933483"/>
                  <a:gd name="connsiteX4-667" fmla="*/ 767 w 8156794"/>
                  <a:gd name="connsiteY4-668" fmla="*/ 13224 h 2933483"/>
                  <a:gd name="connsiteX5-669" fmla="*/ 4068271 w 8156794"/>
                  <a:gd name="connsiteY5-670" fmla="*/ 1432121 h 2933483"/>
                  <a:gd name="connsiteX6-671" fmla="*/ 8156794 w 8156794"/>
                  <a:gd name="connsiteY6-672" fmla="*/ 0 h 2933483"/>
                  <a:gd name="connsiteX0-673" fmla="*/ 8123689 w 8145760"/>
                  <a:gd name="connsiteY0-674" fmla="*/ 13560 h 2920259"/>
                  <a:gd name="connsiteX1-675" fmla="*/ 8145760 w 8145760"/>
                  <a:gd name="connsiteY1-676" fmla="*/ 1579944 h 2920259"/>
                  <a:gd name="connsiteX2-677" fmla="*/ 4123353 w 8145760"/>
                  <a:gd name="connsiteY2-678" fmla="*/ 2919505 h 2920259"/>
                  <a:gd name="connsiteX3-679" fmla="*/ 2295 w 8145760"/>
                  <a:gd name="connsiteY3-680" fmla="*/ 1470941 h 2920259"/>
                  <a:gd name="connsiteX4-681" fmla="*/ 767 w 8145760"/>
                  <a:gd name="connsiteY4-682" fmla="*/ 0 h 2920259"/>
                  <a:gd name="connsiteX5-683" fmla="*/ 4068271 w 8145760"/>
                  <a:gd name="connsiteY5-684" fmla="*/ 1418897 h 2920259"/>
                  <a:gd name="connsiteX6-685" fmla="*/ 8123689 w 8145760"/>
                  <a:gd name="connsiteY6-686" fmla="*/ 13560 h 2920259"/>
                  <a:gd name="connsiteX0-687" fmla="*/ 8178863 w 8178863"/>
                  <a:gd name="connsiteY0-688" fmla="*/ 26952 h 2920259"/>
                  <a:gd name="connsiteX1-689" fmla="*/ 8145760 w 8178863"/>
                  <a:gd name="connsiteY1-690" fmla="*/ 1579944 h 2920259"/>
                  <a:gd name="connsiteX2-691" fmla="*/ 4123353 w 8178863"/>
                  <a:gd name="connsiteY2-692" fmla="*/ 2919505 h 2920259"/>
                  <a:gd name="connsiteX3-693" fmla="*/ 2295 w 8178863"/>
                  <a:gd name="connsiteY3-694" fmla="*/ 1470941 h 2920259"/>
                  <a:gd name="connsiteX4-695" fmla="*/ 767 w 8178863"/>
                  <a:gd name="connsiteY4-696" fmla="*/ 0 h 2920259"/>
                  <a:gd name="connsiteX5-697" fmla="*/ 4068271 w 8178863"/>
                  <a:gd name="connsiteY5-698" fmla="*/ 1418897 h 2920259"/>
                  <a:gd name="connsiteX6-699" fmla="*/ 8178863 w 8178863"/>
                  <a:gd name="connsiteY6-700" fmla="*/ 26952 h 2920259"/>
                  <a:gd name="connsiteX0-701" fmla="*/ 8167827 w 8167827"/>
                  <a:gd name="connsiteY0-702" fmla="*/ 40343 h 2920259"/>
                  <a:gd name="connsiteX1-703" fmla="*/ 8145760 w 8167827"/>
                  <a:gd name="connsiteY1-704" fmla="*/ 1579944 h 2920259"/>
                  <a:gd name="connsiteX2-705" fmla="*/ 4123353 w 8167827"/>
                  <a:gd name="connsiteY2-706" fmla="*/ 2919505 h 2920259"/>
                  <a:gd name="connsiteX3-707" fmla="*/ 2295 w 8167827"/>
                  <a:gd name="connsiteY3-708" fmla="*/ 1470941 h 2920259"/>
                  <a:gd name="connsiteX4-709" fmla="*/ 767 w 8167827"/>
                  <a:gd name="connsiteY4-710" fmla="*/ 0 h 2920259"/>
                  <a:gd name="connsiteX5-711" fmla="*/ 4068271 w 8167827"/>
                  <a:gd name="connsiteY5-712" fmla="*/ 1418897 h 2920259"/>
                  <a:gd name="connsiteX6-713" fmla="*/ 8167827 w 8167827"/>
                  <a:gd name="connsiteY6-714" fmla="*/ 40343 h 2920259"/>
                  <a:gd name="connsiteX0-715" fmla="*/ 8123687 w 8145760"/>
                  <a:gd name="connsiteY0-716" fmla="*/ 53735 h 2920259"/>
                  <a:gd name="connsiteX1-717" fmla="*/ 8145760 w 8145760"/>
                  <a:gd name="connsiteY1-718" fmla="*/ 1579944 h 2920259"/>
                  <a:gd name="connsiteX2-719" fmla="*/ 4123353 w 8145760"/>
                  <a:gd name="connsiteY2-720" fmla="*/ 2919505 h 2920259"/>
                  <a:gd name="connsiteX3-721" fmla="*/ 2295 w 8145760"/>
                  <a:gd name="connsiteY3-722" fmla="*/ 1470941 h 2920259"/>
                  <a:gd name="connsiteX4-723" fmla="*/ 767 w 8145760"/>
                  <a:gd name="connsiteY4-724" fmla="*/ 0 h 2920259"/>
                  <a:gd name="connsiteX5-725" fmla="*/ 4068271 w 8145760"/>
                  <a:gd name="connsiteY5-726" fmla="*/ 1418897 h 2920259"/>
                  <a:gd name="connsiteX6-727" fmla="*/ 8123687 w 8145760"/>
                  <a:gd name="connsiteY6-728" fmla="*/ 53735 h 2920259"/>
                  <a:gd name="connsiteX0-729" fmla="*/ 8161918 w 8161918"/>
                  <a:gd name="connsiteY0-730" fmla="*/ 0 h 2943855"/>
                  <a:gd name="connsiteX1-731" fmla="*/ 8145760 w 8161918"/>
                  <a:gd name="connsiteY1-732" fmla="*/ 1603540 h 2943855"/>
                  <a:gd name="connsiteX2-733" fmla="*/ 4123353 w 8161918"/>
                  <a:gd name="connsiteY2-734" fmla="*/ 2943101 h 2943855"/>
                  <a:gd name="connsiteX3-735" fmla="*/ 2295 w 8161918"/>
                  <a:gd name="connsiteY3-736" fmla="*/ 1494537 h 2943855"/>
                  <a:gd name="connsiteX4-737" fmla="*/ 767 w 8161918"/>
                  <a:gd name="connsiteY4-738" fmla="*/ 23596 h 2943855"/>
                  <a:gd name="connsiteX5-739" fmla="*/ 4068271 w 8161918"/>
                  <a:gd name="connsiteY5-740" fmla="*/ 1442493 h 2943855"/>
                  <a:gd name="connsiteX6-741" fmla="*/ 8161918 w 8161918"/>
                  <a:gd name="connsiteY6-742" fmla="*/ 0 h 2943855"/>
                  <a:gd name="connsiteX0-743" fmla="*/ 8144926 w 8145760"/>
                  <a:gd name="connsiteY0-744" fmla="*/ 43424 h 2920259"/>
                  <a:gd name="connsiteX1-745" fmla="*/ 8145760 w 8145760"/>
                  <a:gd name="connsiteY1-746" fmla="*/ 1579944 h 2920259"/>
                  <a:gd name="connsiteX2-747" fmla="*/ 4123353 w 8145760"/>
                  <a:gd name="connsiteY2-748" fmla="*/ 2919505 h 2920259"/>
                  <a:gd name="connsiteX3-749" fmla="*/ 2295 w 8145760"/>
                  <a:gd name="connsiteY3-750" fmla="*/ 1470941 h 2920259"/>
                  <a:gd name="connsiteX4-751" fmla="*/ 767 w 8145760"/>
                  <a:gd name="connsiteY4-752" fmla="*/ 0 h 2920259"/>
                  <a:gd name="connsiteX5-753" fmla="*/ 4068271 w 8145760"/>
                  <a:gd name="connsiteY5-754" fmla="*/ 1418897 h 2920259"/>
                  <a:gd name="connsiteX6-755" fmla="*/ 8144926 w 8145760"/>
                  <a:gd name="connsiteY6-756" fmla="*/ 43424 h 2920259"/>
                  <a:gd name="connsiteX0-757" fmla="*/ 8161918 w 8161918"/>
                  <a:gd name="connsiteY0-758" fmla="*/ 0 h 2959321"/>
                  <a:gd name="connsiteX1-759" fmla="*/ 8145760 w 8161918"/>
                  <a:gd name="connsiteY1-760" fmla="*/ 1619006 h 2959321"/>
                  <a:gd name="connsiteX2-761" fmla="*/ 4123353 w 8161918"/>
                  <a:gd name="connsiteY2-762" fmla="*/ 2958567 h 2959321"/>
                  <a:gd name="connsiteX3-763" fmla="*/ 2295 w 8161918"/>
                  <a:gd name="connsiteY3-764" fmla="*/ 1510003 h 2959321"/>
                  <a:gd name="connsiteX4-765" fmla="*/ 767 w 8161918"/>
                  <a:gd name="connsiteY4-766" fmla="*/ 39062 h 2959321"/>
                  <a:gd name="connsiteX5-767" fmla="*/ 4068271 w 8161918"/>
                  <a:gd name="connsiteY5-768" fmla="*/ 1457959 h 2959321"/>
                  <a:gd name="connsiteX6-769" fmla="*/ 8161918 w 8161918"/>
                  <a:gd name="connsiteY6-770" fmla="*/ 0 h 2959321"/>
                  <a:gd name="connsiteX0-771" fmla="*/ 8161918 w 8162752"/>
                  <a:gd name="connsiteY0-772" fmla="*/ 0 h 2959488"/>
                  <a:gd name="connsiteX1-773" fmla="*/ 8162752 w 8162752"/>
                  <a:gd name="connsiteY1-774" fmla="*/ 1629317 h 2959488"/>
                  <a:gd name="connsiteX2-775" fmla="*/ 4123353 w 8162752"/>
                  <a:gd name="connsiteY2-776" fmla="*/ 2958567 h 2959488"/>
                  <a:gd name="connsiteX3-777" fmla="*/ 2295 w 8162752"/>
                  <a:gd name="connsiteY3-778" fmla="*/ 1510003 h 2959488"/>
                  <a:gd name="connsiteX4-779" fmla="*/ 767 w 8162752"/>
                  <a:gd name="connsiteY4-780" fmla="*/ 39062 h 2959488"/>
                  <a:gd name="connsiteX5-781" fmla="*/ 4068271 w 8162752"/>
                  <a:gd name="connsiteY5-782" fmla="*/ 1457959 h 2959488"/>
                  <a:gd name="connsiteX6-783" fmla="*/ 8161918 w 8162752"/>
                  <a:gd name="connsiteY6-784" fmla="*/ 0 h 2959488"/>
                  <a:gd name="connsiteX0-785" fmla="*/ 8165930 w 8166764"/>
                  <a:gd name="connsiteY0-786" fmla="*/ 7337 h 2966825"/>
                  <a:gd name="connsiteX1-787" fmla="*/ 8166764 w 8166764"/>
                  <a:gd name="connsiteY1-788" fmla="*/ 1636654 h 2966825"/>
                  <a:gd name="connsiteX2-789" fmla="*/ 4127365 w 8166764"/>
                  <a:gd name="connsiteY2-790" fmla="*/ 2965904 h 2966825"/>
                  <a:gd name="connsiteX3-791" fmla="*/ 6307 w 8166764"/>
                  <a:gd name="connsiteY3-792" fmla="*/ 1517340 h 2966825"/>
                  <a:gd name="connsiteX4-793" fmla="*/ 532 w 8166764"/>
                  <a:gd name="connsiteY4-794" fmla="*/ 0 h 2966825"/>
                  <a:gd name="connsiteX5-795" fmla="*/ 4072283 w 8166764"/>
                  <a:gd name="connsiteY5-796" fmla="*/ 1465296 h 2966825"/>
                  <a:gd name="connsiteX6-797" fmla="*/ 8165930 w 8166764"/>
                  <a:gd name="connsiteY6-798" fmla="*/ 7337 h 2966825"/>
                  <a:gd name="connsiteX0-799" fmla="*/ 8168119 w 8168953"/>
                  <a:gd name="connsiteY0-800" fmla="*/ 7337 h 2966682"/>
                  <a:gd name="connsiteX1-801" fmla="*/ 8168953 w 8168953"/>
                  <a:gd name="connsiteY1-802" fmla="*/ 1636654 h 2966682"/>
                  <a:gd name="connsiteX2-803" fmla="*/ 4129554 w 8168953"/>
                  <a:gd name="connsiteY2-804" fmla="*/ 2965904 h 2966682"/>
                  <a:gd name="connsiteX3-805" fmla="*/ 0 w 8168953"/>
                  <a:gd name="connsiteY3-806" fmla="*/ 1527651 h 2966682"/>
                  <a:gd name="connsiteX4-807" fmla="*/ 2721 w 8168953"/>
                  <a:gd name="connsiteY4-808" fmla="*/ 0 h 2966682"/>
                  <a:gd name="connsiteX5-809" fmla="*/ 4074472 w 8168953"/>
                  <a:gd name="connsiteY5-810" fmla="*/ 1465296 h 2966682"/>
                  <a:gd name="connsiteX6-811" fmla="*/ 8168119 w 8168953"/>
                  <a:gd name="connsiteY6-812" fmla="*/ 7337 h 2966682"/>
                  <a:gd name="connsiteX0-813" fmla="*/ 8168119 w 8168953"/>
                  <a:gd name="connsiteY0-814" fmla="*/ 7337 h 3100377"/>
                  <a:gd name="connsiteX1-815" fmla="*/ 8168953 w 8168953"/>
                  <a:gd name="connsiteY1-816" fmla="*/ 1636654 h 3100377"/>
                  <a:gd name="connsiteX2-817" fmla="*/ 4118520 w 8168953"/>
                  <a:gd name="connsiteY2-818" fmla="*/ 3099826 h 3100377"/>
                  <a:gd name="connsiteX3-819" fmla="*/ 0 w 8168953"/>
                  <a:gd name="connsiteY3-820" fmla="*/ 1527651 h 3100377"/>
                  <a:gd name="connsiteX4-821" fmla="*/ 2721 w 8168953"/>
                  <a:gd name="connsiteY4-822" fmla="*/ 0 h 3100377"/>
                  <a:gd name="connsiteX5-823" fmla="*/ 4074472 w 8168953"/>
                  <a:gd name="connsiteY5-824" fmla="*/ 1465296 h 3100377"/>
                  <a:gd name="connsiteX6-825" fmla="*/ 8168119 w 8168953"/>
                  <a:gd name="connsiteY6-826" fmla="*/ 7337 h 3100377"/>
                  <a:gd name="connsiteX0-827" fmla="*/ 8168119 w 8168953"/>
                  <a:gd name="connsiteY0-828" fmla="*/ 7337 h 3100429"/>
                  <a:gd name="connsiteX1-829" fmla="*/ 8168953 w 8168953"/>
                  <a:gd name="connsiteY1-830" fmla="*/ 1636654 h 3100429"/>
                  <a:gd name="connsiteX2-831" fmla="*/ 4118520 w 8168953"/>
                  <a:gd name="connsiteY2-832" fmla="*/ 3099826 h 3100429"/>
                  <a:gd name="connsiteX3-833" fmla="*/ 0 w 8168953"/>
                  <a:gd name="connsiteY3-834" fmla="*/ 1527651 h 3100429"/>
                  <a:gd name="connsiteX4-835" fmla="*/ 2721 w 8168953"/>
                  <a:gd name="connsiteY4-836" fmla="*/ 0 h 3100429"/>
                  <a:gd name="connsiteX5-837" fmla="*/ 4074472 w 8168953"/>
                  <a:gd name="connsiteY5-838" fmla="*/ 1465296 h 3100429"/>
                  <a:gd name="connsiteX6-839" fmla="*/ 8168119 w 8168953"/>
                  <a:gd name="connsiteY6-840" fmla="*/ 7337 h 3100429"/>
                  <a:gd name="connsiteX0-841" fmla="*/ 8165849 w 8166683"/>
                  <a:gd name="connsiteY0-842" fmla="*/ 7337 h 3099826"/>
                  <a:gd name="connsiteX1-843" fmla="*/ 8166683 w 8166683"/>
                  <a:gd name="connsiteY1-844" fmla="*/ 1636654 h 3099826"/>
                  <a:gd name="connsiteX2-845" fmla="*/ 4116250 w 8166683"/>
                  <a:gd name="connsiteY2-846" fmla="*/ 3099826 h 3099826"/>
                  <a:gd name="connsiteX3-847" fmla="*/ 8764 w 8166683"/>
                  <a:gd name="connsiteY3-848" fmla="*/ 1634789 h 3099826"/>
                  <a:gd name="connsiteX4-849" fmla="*/ 451 w 8166683"/>
                  <a:gd name="connsiteY4-850" fmla="*/ 0 h 3099826"/>
                  <a:gd name="connsiteX5-851" fmla="*/ 4072202 w 8166683"/>
                  <a:gd name="connsiteY5-852" fmla="*/ 1465296 h 3099826"/>
                  <a:gd name="connsiteX6-853" fmla="*/ 8165849 w 8166683"/>
                  <a:gd name="connsiteY6-854" fmla="*/ 7337 h 3099826"/>
                  <a:gd name="connsiteX0-855" fmla="*/ 8165849 w 8166683"/>
                  <a:gd name="connsiteY0-856" fmla="*/ 7337 h 3099826"/>
                  <a:gd name="connsiteX1-857" fmla="*/ 8166683 w 8166683"/>
                  <a:gd name="connsiteY1-858" fmla="*/ 1636654 h 3099826"/>
                  <a:gd name="connsiteX2-859" fmla="*/ 4116250 w 8166683"/>
                  <a:gd name="connsiteY2-860" fmla="*/ 3099826 h 3099826"/>
                  <a:gd name="connsiteX3-861" fmla="*/ 8764 w 8166683"/>
                  <a:gd name="connsiteY3-862" fmla="*/ 1634789 h 3099826"/>
                  <a:gd name="connsiteX4-863" fmla="*/ 451 w 8166683"/>
                  <a:gd name="connsiteY4-864" fmla="*/ 0 h 3099826"/>
                  <a:gd name="connsiteX5-865" fmla="*/ 4072202 w 8166683"/>
                  <a:gd name="connsiteY5-866" fmla="*/ 1465296 h 3099826"/>
                  <a:gd name="connsiteX6-867" fmla="*/ 8165849 w 8166683"/>
                  <a:gd name="connsiteY6-868" fmla="*/ 7337 h 3099826"/>
                  <a:gd name="connsiteX0-869" fmla="*/ 8165849 w 8166683"/>
                  <a:gd name="connsiteY0-870" fmla="*/ 7337 h 3099826"/>
                  <a:gd name="connsiteX1-871" fmla="*/ 8166683 w 8166683"/>
                  <a:gd name="connsiteY1-872" fmla="*/ 1636654 h 3099826"/>
                  <a:gd name="connsiteX2-873" fmla="*/ 4116250 w 8166683"/>
                  <a:gd name="connsiteY2-874" fmla="*/ 3099826 h 3099826"/>
                  <a:gd name="connsiteX3-875" fmla="*/ 8764 w 8166683"/>
                  <a:gd name="connsiteY3-876" fmla="*/ 1634789 h 3099826"/>
                  <a:gd name="connsiteX4-877" fmla="*/ 451 w 8166683"/>
                  <a:gd name="connsiteY4-878" fmla="*/ 0 h 3099826"/>
                  <a:gd name="connsiteX5-879" fmla="*/ 4061168 w 8166683"/>
                  <a:gd name="connsiteY5-880" fmla="*/ 1438511 h 3099826"/>
                  <a:gd name="connsiteX6-881" fmla="*/ 8165849 w 8166683"/>
                  <a:gd name="connsiteY6-882" fmla="*/ 7337 h 3099826"/>
                  <a:gd name="connsiteX0-883" fmla="*/ 8165849 w 8166683"/>
                  <a:gd name="connsiteY0-884" fmla="*/ 7337 h 3099826"/>
                  <a:gd name="connsiteX1-885" fmla="*/ 8166683 w 8166683"/>
                  <a:gd name="connsiteY1-886" fmla="*/ 1636654 h 3099826"/>
                  <a:gd name="connsiteX2-887" fmla="*/ 4116250 w 8166683"/>
                  <a:gd name="connsiteY2-888" fmla="*/ 3099826 h 3099826"/>
                  <a:gd name="connsiteX3-889" fmla="*/ 8764 w 8166683"/>
                  <a:gd name="connsiteY3-890" fmla="*/ 1634789 h 3099826"/>
                  <a:gd name="connsiteX4-891" fmla="*/ 451 w 8166683"/>
                  <a:gd name="connsiteY4-892" fmla="*/ 0 h 3099826"/>
                  <a:gd name="connsiteX5-893" fmla="*/ 4061168 w 8166683"/>
                  <a:gd name="connsiteY5-894" fmla="*/ 1438511 h 3099826"/>
                  <a:gd name="connsiteX6-895" fmla="*/ 8165849 w 8166683"/>
                  <a:gd name="connsiteY6-896" fmla="*/ 7337 h 309982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37" name="Group 3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" name="Freeform 23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-1" fmla="*/ 3725333 w 4641485"/>
                    <a:gd name="connsiteY0-2" fmla="*/ 0 h 1049866"/>
                    <a:gd name="connsiteX1-3" fmla="*/ 4641485 w 4641485"/>
                    <a:gd name="connsiteY1-4" fmla="*/ 239402 h 1049866"/>
                    <a:gd name="connsiteX2-5" fmla="*/ 3962400 w 4641485"/>
                    <a:gd name="connsiteY2-6" fmla="*/ 541866 h 1049866"/>
                    <a:gd name="connsiteX3-7" fmla="*/ 3742267 w 4641485"/>
                    <a:gd name="connsiteY3-8" fmla="*/ 457200 h 1049866"/>
                    <a:gd name="connsiteX4-9" fmla="*/ 2269067 w 4641485"/>
                    <a:gd name="connsiteY4-10" fmla="*/ 1049866 h 1049866"/>
                    <a:gd name="connsiteX5-11" fmla="*/ 880533 w 4641485"/>
                    <a:gd name="connsiteY5-12" fmla="*/ 457200 h 1049866"/>
                    <a:gd name="connsiteX6-13" fmla="*/ 592667 w 4641485"/>
                    <a:gd name="connsiteY6-14" fmla="*/ 541866 h 1049866"/>
                    <a:gd name="connsiteX7-15" fmla="*/ 0 w 4641485"/>
                    <a:gd name="connsiteY7-16" fmla="*/ 254000 h 1049866"/>
                    <a:gd name="connsiteX8-17" fmla="*/ 880533 w 4641485"/>
                    <a:gd name="connsiteY8-18" fmla="*/ 16933 h 1049866"/>
                    <a:gd name="connsiteX9-19" fmla="*/ 2302933 w 4641485"/>
                    <a:gd name="connsiteY9-20" fmla="*/ 626533 h 1049866"/>
                    <a:gd name="connsiteX10-21" fmla="*/ 3725333 w 4641485"/>
                    <a:gd name="connsiteY10-22" fmla="*/ 0 h 1049866"/>
                    <a:gd name="connsiteX0-23" fmla="*/ 3756864 w 4673016"/>
                    <a:gd name="connsiteY0-24" fmla="*/ 0 h 1049866"/>
                    <a:gd name="connsiteX1-25" fmla="*/ 4673016 w 4673016"/>
                    <a:gd name="connsiteY1-26" fmla="*/ 239402 h 1049866"/>
                    <a:gd name="connsiteX2-27" fmla="*/ 3993931 w 4673016"/>
                    <a:gd name="connsiteY2-28" fmla="*/ 541866 h 1049866"/>
                    <a:gd name="connsiteX3-29" fmla="*/ 3773798 w 4673016"/>
                    <a:gd name="connsiteY3-30" fmla="*/ 457200 h 1049866"/>
                    <a:gd name="connsiteX4-31" fmla="*/ 2300598 w 4673016"/>
                    <a:gd name="connsiteY4-32" fmla="*/ 1049866 h 1049866"/>
                    <a:gd name="connsiteX5-33" fmla="*/ 912064 w 4673016"/>
                    <a:gd name="connsiteY5-34" fmla="*/ 457200 h 1049866"/>
                    <a:gd name="connsiteX6-35" fmla="*/ 624198 w 4673016"/>
                    <a:gd name="connsiteY6-36" fmla="*/ 541866 h 1049866"/>
                    <a:gd name="connsiteX7-37" fmla="*/ 0 w 4673016"/>
                    <a:gd name="connsiteY7-38" fmla="*/ 232979 h 1049866"/>
                    <a:gd name="connsiteX8-39" fmla="*/ 912064 w 4673016"/>
                    <a:gd name="connsiteY8-40" fmla="*/ 16933 h 1049866"/>
                    <a:gd name="connsiteX9-41" fmla="*/ 2334464 w 4673016"/>
                    <a:gd name="connsiteY9-42" fmla="*/ 626533 h 1049866"/>
                    <a:gd name="connsiteX10-43" fmla="*/ 3756864 w 4673016"/>
                    <a:gd name="connsiteY10-44" fmla="*/ 0 h 1049866"/>
                    <a:gd name="connsiteX0-45" fmla="*/ 3756864 w 4673016"/>
                    <a:gd name="connsiteY0-46" fmla="*/ 0 h 1049866"/>
                    <a:gd name="connsiteX1-47" fmla="*/ 4673016 w 4673016"/>
                    <a:gd name="connsiteY1-48" fmla="*/ 239402 h 1049866"/>
                    <a:gd name="connsiteX2-49" fmla="*/ 3993931 w 4673016"/>
                    <a:gd name="connsiteY2-50" fmla="*/ 541866 h 1049866"/>
                    <a:gd name="connsiteX3-51" fmla="*/ 3784308 w 4673016"/>
                    <a:gd name="connsiteY3-52" fmla="*/ 404648 h 1049866"/>
                    <a:gd name="connsiteX4-53" fmla="*/ 2300598 w 4673016"/>
                    <a:gd name="connsiteY4-54" fmla="*/ 1049866 h 1049866"/>
                    <a:gd name="connsiteX5-55" fmla="*/ 912064 w 4673016"/>
                    <a:gd name="connsiteY5-56" fmla="*/ 457200 h 1049866"/>
                    <a:gd name="connsiteX6-57" fmla="*/ 624198 w 4673016"/>
                    <a:gd name="connsiteY6-58" fmla="*/ 541866 h 1049866"/>
                    <a:gd name="connsiteX7-59" fmla="*/ 0 w 4673016"/>
                    <a:gd name="connsiteY7-60" fmla="*/ 232979 h 1049866"/>
                    <a:gd name="connsiteX8-61" fmla="*/ 912064 w 4673016"/>
                    <a:gd name="connsiteY8-62" fmla="*/ 16933 h 1049866"/>
                    <a:gd name="connsiteX9-63" fmla="*/ 2334464 w 4673016"/>
                    <a:gd name="connsiteY9-64" fmla="*/ 626533 h 1049866"/>
                    <a:gd name="connsiteX10-65" fmla="*/ 3756864 w 4673016"/>
                    <a:gd name="connsiteY10-66" fmla="*/ 0 h 1049866"/>
                    <a:gd name="connsiteX0-67" fmla="*/ 3756864 w 4673016"/>
                    <a:gd name="connsiteY0-68" fmla="*/ 0 h 1049866"/>
                    <a:gd name="connsiteX1-69" fmla="*/ 4673016 w 4673016"/>
                    <a:gd name="connsiteY1-70" fmla="*/ 239402 h 1049866"/>
                    <a:gd name="connsiteX2-71" fmla="*/ 3993931 w 4673016"/>
                    <a:gd name="connsiteY2-72" fmla="*/ 541866 h 1049866"/>
                    <a:gd name="connsiteX3-73" fmla="*/ 3794818 w 4673016"/>
                    <a:gd name="connsiteY3-74" fmla="*/ 436179 h 1049866"/>
                    <a:gd name="connsiteX4-75" fmla="*/ 2300598 w 4673016"/>
                    <a:gd name="connsiteY4-76" fmla="*/ 1049866 h 1049866"/>
                    <a:gd name="connsiteX5-77" fmla="*/ 912064 w 4673016"/>
                    <a:gd name="connsiteY5-78" fmla="*/ 457200 h 1049866"/>
                    <a:gd name="connsiteX6-79" fmla="*/ 624198 w 4673016"/>
                    <a:gd name="connsiteY6-80" fmla="*/ 541866 h 1049866"/>
                    <a:gd name="connsiteX7-81" fmla="*/ 0 w 4673016"/>
                    <a:gd name="connsiteY7-82" fmla="*/ 232979 h 1049866"/>
                    <a:gd name="connsiteX8-83" fmla="*/ 912064 w 4673016"/>
                    <a:gd name="connsiteY8-84" fmla="*/ 16933 h 1049866"/>
                    <a:gd name="connsiteX9-85" fmla="*/ 2334464 w 4673016"/>
                    <a:gd name="connsiteY9-86" fmla="*/ 626533 h 1049866"/>
                    <a:gd name="connsiteX10-87" fmla="*/ 3756864 w 4673016"/>
                    <a:gd name="connsiteY10-88" fmla="*/ 0 h 1049866"/>
                    <a:gd name="connsiteX0-89" fmla="*/ 3756864 w 4673016"/>
                    <a:gd name="connsiteY0-90" fmla="*/ 0 h 1049866"/>
                    <a:gd name="connsiteX1-91" fmla="*/ 4673016 w 4673016"/>
                    <a:gd name="connsiteY1-92" fmla="*/ 239402 h 1049866"/>
                    <a:gd name="connsiteX2-93" fmla="*/ 3993931 w 4673016"/>
                    <a:gd name="connsiteY2-94" fmla="*/ 541866 h 1049866"/>
                    <a:gd name="connsiteX3-95" fmla="*/ 3794818 w 4673016"/>
                    <a:gd name="connsiteY3-96" fmla="*/ 436179 h 1049866"/>
                    <a:gd name="connsiteX4-97" fmla="*/ 2300598 w 4673016"/>
                    <a:gd name="connsiteY4-98" fmla="*/ 1049866 h 1049866"/>
                    <a:gd name="connsiteX5-99" fmla="*/ 912064 w 4673016"/>
                    <a:gd name="connsiteY5-100" fmla="*/ 457200 h 1049866"/>
                    <a:gd name="connsiteX6-101" fmla="*/ 624198 w 4673016"/>
                    <a:gd name="connsiteY6-102" fmla="*/ 541866 h 1049866"/>
                    <a:gd name="connsiteX7-103" fmla="*/ 0 w 4673016"/>
                    <a:gd name="connsiteY7-104" fmla="*/ 232979 h 1049866"/>
                    <a:gd name="connsiteX8-105" fmla="*/ 912064 w 4673016"/>
                    <a:gd name="connsiteY8-106" fmla="*/ 16933 h 1049866"/>
                    <a:gd name="connsiteX9-107" fmla="*/ 2323954 w 4673016"/>
                    <a:gd name="connsiteY9-108" fmla="*/ 616023 h 1049866"/>
                    <a:gd name="connsiteX10-109" fmla="*/ 3756864 w 4673016"/>
                    <a:gd name="connsiteY10-110" fmla="*/ 0 h 1049866"/>
                    <a:gd name="connsiteX0-111" fmla="*/ 3756864 w 4673016"/>
                    <a:gd name="connsiteY0-112" fmla="*/ 0 h 1049866"/>
                    <a:gd name="connsiteX1-113" fmla="*/ 4673016 w 4673016"/>
                    <a:gd name="connsiteY1-114" fmla="*/ 239402 h 1049866"/>
                    <a:gd name="connsiteX2-115" fmla="*/ 3993931 w 4673016"/>
                    <a:gd name="connsiteY2-116" fmla="*/ 541866 h 1049866"/>
                    <a:gd name="connsiteX3-117" fmla="*/ 3794818 w 4673016"/>
                    <a:gd name="connsiteY3-118" fmla="*/ 436179 h 1049866"/>
                    <a:gd name="connsiteX4-119" fmla="*/ 2300598 w 4673016"/>
                    <a:gd name="connsiteY4-120" fmla="*/ 1049866 h 1049866"/>
                    <a:gd name="connsiteX5-121" fmla="*/ 912064 w 4673016"/>
                    <a:gd name="connsiteY5-122" fmla="*/ 457200 h 1049866"/>
                    <a:gd name="connsiteX6-123" fmla="*/ 624198 w 4673016"/>
                    <a:gd name="connsiteY6-124" fmla="*/ 541866 h 1049866"/>
                    <a:gd name="connsiteX7-125" fmla="*/ 0 w 4673016"/>
                    <a:gd name="connsiteY7-126" fmla="*/ 275021 h 1049866"/>
                    <a:gd name="connsiteX8-127" fmla="*/ 912064 w 4673016"/>
                    <a:gd name="connsiteY8-128" fmla="*/ 16933 h 1049866"/>
                    <a:gd name="connsiteX9-129" fmla="*/ 2323954 w 4673016"/>
                    <a:gd name="connsiteY9-130" fmla="*/ 616023 h 1049866"/>
                    <a:gd name="connsiteX10-131" fmla="*/ 3756864 w 4673016"/>
                    <a:gd name="connsiteY10-132" fmla="*/ 0 h 1049866"/>
                    <a:gd name="connsiteX0-133" fmla="*/ 3756864 w 4673016"/>
                    <a:gd name="connsiteY0-134" fmla="*/ 0 h 1049866"/>
                    <a:gd name="connsiteX1-135" fmla="*/ 4673016 w 4673016"/>
                    <a:gd name="connsiteY1-136" fmla="*/ 239402 h 1049866"/>
                    <a:gd name="connsiteX2-137" fmla="*/ 3993931 w 4673016"/>
                    <a:gd name="connsiteY2-138" fmla="*/ 541866 h 1049866"/>
                    <a:gd name="connsiteX3-139" fmla="*/ 3815839 w 4673016"/>
                    <a:gd name="connsiteY3-140" fmla="*/ 467710 h 1049866"/>
                    <a:gd name="connsiteX4-141" fmla="*/ 2300598 w 4673016"/>
                    <a:gd name="connsiteY4-142" fmla="*/ 1049866 h 1049866"/>
                    <a:gd name="connsiteX5-143" fmla="*/ 912064 w 4673016"/>
                    <a:gd name="connsiteY5-144" fmla="*/ 457200 h 1049866"/>
                    <a:gd name="connsiteX6-145" fmla="*/ 624198 w 4673016"/>
                    <a:gd name="connsiteY6-146" fmla="*/ 541866 h 1049866"/>
                    <a:gd name="connsiteX7-147" fmla="*/ 0 w 4673016"/>
                    <a:gd name="connsiteY7-148" fmla="*/ 275021 h 1049866"/>
                    <a:gd name="connsiteX8-149" fmla="*/ 912064 w 4673016"/>
                    <a:gd name="connsiteY8-150" fmla="*/ 16933 h 1049866"/>
                    <a:gd name="connsiteX9-151" fmla="*/ 2323954 w 4673016"/>
                    <a:gd name="connsiteY9-152" fmla="*/ 616023 h 1049866"/>
                    <a:gd name="connsiteX10-153" fmla="*/ 3756864 w 4673016"/>
                    <a:gd name="connsiteY10-154" fmla="*/ 0 h 104986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39" name="Freeform 23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0" name="Freeform 2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1" name="Freeform 2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-1" fmla="*/ 168165 w 3731172"/>
                    <a:gd name="connsiteY0-2" fmla="*/ 73572 h 1418896"/>
                    <a:gd name="connsiteX1-3" fmla="*/ 451945 w 3731172"/>
                    <a:gd name="connsiteY1-4" fmla="*/ 0 h 1418896"/>
                    <a:gd name="connsiteX2-5" fmla="*/ 1881352 w 3731172"/>
                    <a:gd name="connsiteY2-6" fmla="*/ 599089 h 1418896"/>
                    <a:gd name="connsiteX3-7" fmla="*/ 3363310 w 3731172"/>
                    <a:gd name="connsiteY3-8" fmla="*/ 0 h 1418896"/>
                    <a:gd name="connsiteX4-9" fmla="*/ 3584027 w 3731172"/>
                    <a:gd name="connsiteY4-10" fmla="*/ 73572 h 1418896"/>
                    <a:gd name="connsiteX5-11" fmla="*/ 2627586 w 3731172"/>
                    <a:gd name="connsiteY5-12" fmla="*/ 441434 h 1418896"/>
                    <a:gd name="connsiteX6-13" fmla="*/ 2596055 w 3731172"/>
                    <a:gd name="connsiteY6-14" fmla="*/ 914400 h 1418896"/>
                    <a:gd name="connsiteX7-15" fmla="*/ 3731172 w 3731172"/>
                    <a:gd name="connsiteY7-16" fmla="*/ 1345324 h 1418896"/>
                    <a:gd name="connsiteX8-17" fmla="*/ 3447393 w 3731172"/>
                    <a:gd name="connsiteY8-18" fmla="*/ 1408386 h 1418896"/>
                    <a:gd name="connsiteX9-19" fmla="*/ 1870841 w 3731172"/>
                    <a:gd name="connsiteY9-20" fmla="*/ 746234 h 1418896"/>
                    <a:gd name="connsiteX10-21" fmla="*/ 262758 w 3731172"/>
                    <a:gd name="connsiteY10-22" fmla="*/ 1418896 h 1418896"/>
                    <a:gd name="connsiteX11-23" fmla="*/ 0 w 3731172"/>
                    <a:gd name="connsiteY11-24" fmla="*/ 1324303 h 1418896"/>
                    <a:gd name="connsiteX12-25" fmla="*/ 1145627 w 3731172"/>
                    <a:gd name="connsiteY12-26" fmla="*/ 882869 h 1418896"/>
                    <a:gd name="connsiteX13-27" fmla="*/ 1114096 w 3731172"/>
                    <a:gd name="connsiteY13-28" fmla="*/ 409903 h 1418896"/>
                    <a:gd name="connsiteX14-29" fmla="*/ 441434 w 3731172"/>
                    <a:gd name="connsiteY14-30" fmla="*/ 10510 h 1418896"/>
                    <a:gd name="connsiteX15-31" fmla="*/ 441434 w 3731172"/>
                    <a:gd name="connsiteY15-32" fmla="*/ 10510 h 1418896"/>
                    <a:gd name="connsiteX0-33" fmla="*/ 168165 w 3731172"/>
                    <a:gd name="connsiteY0-34" fmla="*/ 73572 h 1418896"/>
                    <a:gd name="connsiteX1-35" fmla="*/ 451945 w 3731172"/>
                    <a:gd name="connsiteY1-36" fmla="*/ 0 h 1418896"/>
                    <a:gd name="connsiteX2-37" fmla="*/ 1881352 w 3731172"/>
                    <a:gd name="connsiteY2-38" fmla="*/ 599089 h 1418896"/>
                    <a:gd name="connsiteX3-39" fmla="*/ 3363310 w 3731172"/>
                    <a:gd name="connsiteY3-40" fmla="*/ 0 h 1418896"/>
                    <a:gd name="connsiteX4-41" fmla="*/ 3584027 w 3731172"/>
                    <a:gd name="connsiteY4-42" fmla="*/ 73572 h 1418896"/>
                    <a:gd name="connsiteX5-43" fmla="*/ 2627586 w 3731172"/>
                    <a:gd name="connsiteY5-44" fmla="*/ 441434 h 1418896"/>
                    <a:gd name="connsiteX6-45" fmla="*/ 2596055 w 3731172"/>
                    <a:gd name="connsiteY6-46" fmla="*/ 914400 h 1418896"/>
                    <a:gd name="connsiteX7-47" fmla="*/ 3731172 w 3731172"/>
                    <a:gd name="connsiteY7-48" fmla="*/ 1345324 h 1418896"/>
                    <a:gd name="connsiteX8-49" fmla="*/ 3447393 w 3731172"/>
                    <a:gd name="connsiteY8-50" fmla="*/ 1408386 h 1418896"/>
                    <a:gd name="connsiteX9-51" fmla="*/ 1870841 w 3731172"/>
                    <a:gd name="connsiteY9-52" fmla="*/ 746234 h 1418896"/>
                    <a:gd name="connsiteX10-53" fmla="*/ 262758 w 3731172"/>
                    <a:gd name="connsiteY10-54" fmla="*/ 1418896 h 1418896"/>
                    <a:gd name="connsiteX11-55" fmla="*/ 0 w 3731172"/>
                    <a:gd name="connsiteY11-56" fmla="*/ 1324303 h 1418896"/>
                    <a:gd name="connsiteX12-57" fmla="*/ 1145627 w 3731172"/>
                    <a:gd name="connsiteY12-58" fmla="*/ 882869 h 1418896"/>
                    <a:gd name="connsiteX13-59" fmla="*/ 1114096 w 3731172"/>
                    <a:gd name="connsiteY13-60" fmla="*/ 409903 h 1418896"/>
                    <a:gd name="connsiteX14-61" fmla="*/ 441434 w 3731172"/>
                    <a:gd name="connsiteY14-62" fmla="*/ 10510 h 1418896"/>
                    <a:gd name="connsiteX0-63" fmla="*/ 168165 w 3731172"/>
                    <a:gd name="connsiteY0-64" fmla="*/ 73572 h 1418896"/>
                    <a:gd name="connsiteX1-65" fmla="*/ 451945 w 3731172"/>
                    <a:gd name="connsiteY1-66" fmla="*/ 0 h 1418896"/>
                    <a:gd name="connsiteX2-67" fmla="*/ 1881352 w 3731172"/>
                    <a:gd name="connsiteY2-68" fmla="*/ 599089 h 1418896"/>
                    <a:gd name="connsiteX3-69" fmla="*/ 3363310 w 3731172"/>
                    <a:gd name="connsiteY3-70" fmla="*/ 0 h 1418896"/>
                    <a:gd name="connsiteX4-71" fmla="*/ 3584027 w 3731172"/>
                    <a:gd name="connsiteY4-72" fmla="*/ 73572 h 1418896"/>
                    <a:gd name="connsiteX5-73" fmla="*/ 2627586 w 3731172"/>
                    <a:gd name="connsiteY5-74" fmla="*/ 441434 h 1418896"/>
                    <a:gd name="connsiteX6-75" fmla="*/ 2596055 w 3731172"/>
                    <a:gd name="connsiteY6-76" fmla="*/ 914400 h 1418896"/>
                    <a:gd name="connsiteX7-77" fmla="*/ 3731172 w 3731172"/>
                    <a:gd name="connsiteY7-78" fmla="*/ 1345324 h 1418896"/>
                    <a:gd name="connsiteX8-79" fmla="*/ 3447393 w 3731172"/>
                    <a:gd name="connsiteY8-80" fmla="*/ 1408386 h 1418896"/>
                    <a:gd name="connsiteX9-81" fmla="*/ 1870841 w 3731172"/>
                    <a:gd name="connsiteY9-82" fmla="*/ 746234 h 1418896"/>
                    <a:gd name="connsiteX10-83" fmla="*/ 262758 w 3731172"/>
                    <a:gd name="connsiteY10-84" fmla="*/ 1418896 h 1418896"/>
                    <a:gd name="connsiteX11-85" fmla="*/ 0 w 3731172"/>
                    <a:gd name="connsiteY11-86" fmla="*/ 1324303 h 1418896"/>
                    <a:gd name="connsiteX12-87" fmla="*/ 1145627 w 3731172"/>
                    <a:gd name="connsiteY12-88" fmla="*/ 882869 h 1418896"/>
                    <a:gd name="connsiteX13-89" fmla="*/ 1114096 w 3731172"/>
                    <a:gd name="connsiteY13-90" fmla="*/ 409903 h 1418896"/>
                    <a:gd name="connsiteX14-91" fmla="*/ 357351 w 3731172"/>
                    <a:gd name="connsiteY14-92" fmla="*/ 115613 h 1418896"/>
                    <a:gd name="connsiteX0-93" fmla="*/ 168165 w 3731172"/>
                    <a:gd name="connsiteY0-94" fmla="*/ 73572 h 1418896"/>
                    <a:gd name="connsiteX1-95" fmla="*/ 451945 w 3731172"/>
                    <a:gd name="connsiteY1-96" fmla="*/ 0 h 1418896"/>
                    <a:gd name="connsiteX2-97" fmla="*/ 1881352 w 3731172"/>
                    <a:gd name="connsiteY2-98" fmla="*/ 599089 h 1418896"/>
                    <a:gd name="connsiteX3-99" fmla="*/ 3363310 w 3731172"/>
                    <a:gd name="connsiteY3-100" fmla="*/ 0 h 1418896"/>
                    <a:gd name="connsiteX4-101" fmla="*/ 3584027 w 3731172"/>
                    <a:gd name="connsiteY4-102" fmla="*/ 73572 h 1418896"/>
                    <a:gd name="connsiteX5-103" fmla="*/ 2627586 w 3731172"/>
                    <a:gd name="connsiteY5-104" fmla="*/ 441434 h 1418896"/>
                    <a:gd name="connsiteX6-105" fmla="*/ 2596055 w 3731172"/>
                    <a:gd name="connsiteY6-106" fmla="*/ 914400 h 1418896"/>
                    <a:gd name="connsiteX7-107" fmla="*/ 3731172 w 3731172"/>
                    <a:gd name="connsiteY7-108" fmla="*/ 1345324 h 1418896"/>
                    <a:gd name="connsiteX8-109" fmla="*/ 3447393 w 3731172"/>
                    <a:gd name="connsiteY8-110" fmla="*/ 1408386 h 1418896"/>
                    <a:gd name="connsiteX9-111" fmla="*/ 1870841 w 3731172"/>
                    <a:gd name="connsiteY9-112" fmla="*/ 746234 h 1418896"/>
                    <a:gd name="connsiteX10-113" fmla="*/ 262758 w 3731172"/>
                    <a:gd name="connsiteY10-114" fmla="*/ 1418896 h 1418896"/>
                    <a:gd name="connsiteX11-115" fmla="*/ 0 w 3731172"/>
                    <a:gd name="connsiteY11-116" fmla="*/ 1324303 h 1418896"/>
                    <a:gd name="connsiteX12-117" fmla="*/ 1145627 w 3731172"/>
                    <a:gd name="connsiteY12-118" fmla="*/ 882869 h 1418896"/>
                    <a:gd name="connsiteX13-119" fmla="*/ 1114096 w 3731172"/>
                    <a:gd name="connsiteY13-120" fmla="*/ 409903 h 1418896"/>
                    <a:gd name="connsiteX14-121" fmla="*/ 147144 w 3731172"/>
                    <a:gd name="connsiteY14-122" fmla="*/ 63061 h 1418896"/>
                    <a:gd name="connsiteX0-123" fmla="*/ 168165 w 3731172"/>
                    <a:gd name="connsiteY0-124" fmla="*/ 73572 h 1418896"/>
                    <a:gd name="connsiteX1-125" fmla="*/ 451945 w 3731172"/>
                    <a:gd name="connsiteY1-126" fmla="*/ 0 h 1418896"/>
                    <a:gd name="connsiteX2-127" fmla="*/ 1881352 w 3731172"/>
                    <a:gd name="connsiteY2-128" fmla="*/ 599089 h 1418896"/>
                    <a:gd name="connsiteX3-129" fmla="*/ 3363310 w 3731172"/>
                    <a:gd name="connsiteY3-130" fmla="*/ 0 h 1418896"/>
                    <a:gd name="connsiteX4-131" fmla="*/ 3584027 w 3731172"/>
                    <a:gd name="connsiteY4-132" fmla="*/ 73572 h 1418896"/>
                    <a:gd name="connsiteX5-133" fmla="*/ 2627586 w 3731172"/>
                    <a:gd name="connsiteY5-134" fmla="*/ 441434 h 1418896"/>
                    <a:gd name="connsiteX6-135" fmla="*/ 2596055 w 3731172"/>
                    <a:gd name="connsiteY6-136" fmla="*/ 914400 h 1418896"/>
                    <a:gd name="connsiteX7-137" fmla="*/ 3731172 w 3731172"/>
                    <a:gd name="connsiteY7-138" fmla="*/ 1345324 h 1418896"/>
                    <a:gd name="connsiteX8-139" fmla="*/ 3447393 w 3731172"/>
                    <a:gd name="connsiteY8-140" fmla="*/ 1408386 h 1418896"/>
                    <a:gd name="connsiteX9-141" fmla="*/ 1870841 w 3731172"/>
                    <a:gd name="connsiteY9-142" fmla="*/ 746234 h 1418896"/>
                    <a:gd name="connsiteX10-143" fmla="*/ 262758 w 3731172"/>
                    <a:gd name="connsiteY10-144" fmla="*/ 1418896 h 1418896"/>
                    <a:gd name="connsiteX11-145" fmla="*/ 0 w 3731172"/>
                    <a:gd name="connsiteY11-146" fmla="*/ 1324303 h 1418896"/>
                    <a:gd name="connsiteX12-147" fmla="*/ 1145627 w 3731172"/>
                    <a:gd name="connsiteY12-148" fmla="*/ 882869 h 1418896"/>
                    <a:gd name="connsiteX13-149" fmla="*/ 1114096 w 3731172"/>
                    <a:gd name="connsiteY13-150" fmla="*/ 420413 h 1418896"/>
                    <a:gd name="connsiteX14-151" fmla="*/ 147144 w 3731172"/>
                    <a:gd name="connsiteY14-152" fmla="*/ 63061 h 1418896"/>
                    <a:gd name="connsiteX0-153" fmla="*/ 168165 w 3731172"/>
                    <a:gd name="connsiteY0-154" fmla="*/ 73572 h 1418896"/>
                    <a:gd name="connsiteX1-155" fmla="*/ 451945 w 3731172"/>
                    <a:gd name="connsiteY1-156" fmla="*/ 0 h 1418896"/>
                    <a:gd name="connsiteX2-157" fmla="*/ 1881352 w 3731172"/>
                    <a:gd name="connsiteY2-158" fmla="*/ 599089 h 1418896"/>
                    <a:gd name="connsiteX3-159" fmla="*/ 3363310 w 3731172"/>
                    <a:gd name="connsiteY3-160" fmla="*/ 0 h 1418896"/>
                    <a:gd name="connsiteX4-161" fmla="*/ 3584027 w 3731172"/>
                    <a:gd name="connsiteY4-162" fmla="*/ 73572 h 1418896"/>
                    <a:gd name="connsiteX5-163" fmla="*/ 2627586 w 3731172"/>
                    <a:gd name="connsiteY5-164" fmla="*/ 441434 h 1418896"/>
                    <a:gd name="connsiteX6-165" fmla="*/ 2596055 w 3731172"/>
                    <a:gd name="connsiteY6-166" fmla="*/ 914400 h 1418896"/>
                    <a:gd name="connsiteX7-167" fmla="*/ 3731172 w 3731172"/>
                    <a:gd name="connsiteY7-168" fmla="*/ 1345324 h 1418896"/>
                    <a:gd name="connsiteX8-169" fmla="*/ 3447393 w 3731172"/>
                    <a:gd name="connsiteY8-170" fmla="*/ 1408386 h 1418896"/>
                    <a:gd name="connsiteX9-171" fmla="*/ 1870841 w 3731172"/>
                    <a:gd name="connsiteY9-172" fmla="*/ 746234 h 1418896"/>
                    <a:gd name="connsiteX10-173" fmla="*/ 262758 w 3731172"/>
                    <a:gd name="connsiteY10-174" fmla="*/ 1418896 h 1418896"/>
                    <a:gd name="connsiteX11-175" fmla="*/ 0 w 3731172"/>
                    <a:gd name="connsiteY11-176" fmla="*/ 1324303 h 1418896"/>
                    <a:gd name="connsiteX12-177" fmla="*/ 1145627 w 3731172"/>
                    <a:gd name="connsiteY12-178" fmla="*/ 882869 h 1418896"/>
                    <a:gd name="connsiteX13-179" fmla="*/ 1114096 w 3731172"/>
                    <a:gd name="connsiteY13-180" fmla="*/ 420413 h 1418896"/>
                    <a:gd name="connsiteX14-181" fmla="*/ 189185 w 3731172"/>
                    <a:gd name="connsiteY14-182" fmla="*/ 84081 h 1418896"/>
                    <a:gd name="connsiteX0-183" fmla="*/ 168165 w 3731172"/>
                    <a:gd name="connsiteY0-184" fmla="*/ 73572 h 1418896"/>
                    <a:gd name="connsiteX1-185" fmla="*/ 451945 w 3731172"/>
                    <a:gd name="connsiteY1-186" fmla="*/ 0 h 1418896"/>
                    <a:gd name="connsiteX2-187" fmla="*/ 1881352 w 3731172"/>
                    <a:gd name="connsiteY2-188" fmla="*/ 599089 h 1418896"/>
                    <a:gd name="connsiteX3-189" fmla="*/ 3363310 w 3731172"/>
                    <a:gd name="connsiteY3-190" fmla="*/ 0 h 1418896"/>
                    <a:gd name="connsiteX4-191" fmla="*/ 3584027 w 3731172"/>
                    <a:gd name="connsiteY4-192" fmla="*/ 73572 h 1418896"/>
                    <a:gd name="connsiteX5-193" fmla="*/ 2627586 w 3731172"/>
                    <a:gd name="connsiteY5-194" fmla="*/ 441434 h 1418896"/>
                    <a:gd name="connsiteX6-195" fmla="*/ 2596055 w 3731172"/>
                    <a:gd name="connsiteY6-196" fmla="*/ 914400 h 1418896"/>
                    <a:gd name="connsiteX7-197" fmla="*/ 3731172 w 3731172"/>
                    <a:gd name="connsiteY7-198" fmla="*/ 1345324 h 1418896"/>
                    <a:gd name="connsiteX8-199" fmla="*/ 3447393 w 3731172"/>
                    <a:gd name="connsiteY8-200" fmla="*/ 1408386 h 1418896"/>
                    <a:gd name="connsiteX9-201" fmla="*/ 1870841 w 3731172"/>
                    <a:gd name="connsiteY9-202" fmla="*/ 746234 h 1418896"/>
                    <a:gd name="connsiteX10-203" fmla="*/ 262758 w 3731172"/>
                    <a:gd name="connsiteY10-204" fmla="*/ 1418896 h 1418896"/>
                    <a:gd name="connsiteX11-205" fmla="*/ 0 w 3731172"/>
                    <a:gd name="connsiteY11-206" fmla="*/ 1324303 h 1418896"/>
                    <a:gd name="connsiteX12-207" fmla="*/ 1145627 w 3731172"/>
                    <a:gd name="connsiteY12-208" fmla="*/ 882869 h 1418896"/>
                    <a:gd name="connsiteX13-209" fmla="*/ 1114096 w 3731172"/>
                    <a:gd name="connsiteY13-210" fmla="*/ 420413 h 1418896"/>
                    <a:gd name="connsiteX14-211" fmla="*/ 189185 w 3731172"/>
                    <a:gd name="connsiteY14-212" fmla="*/ 84081 h 1418896"/>
                    <a:gd name="connsiteX15-213" fmla="*/ 168165 w 3731172"/>
                    <a:gd name="connsiteY15-214" fmla="*/ 73572 h 1418896"/>
                    <a:gd name="connsiteX0-215" fmla="*/ 168165 w 3731172"/>
                    <a:gd name="connsiteY0-216" fmla="*/ 73572 h 1418896"/>
                    <a:gd name="connsiteX1-217" fmla="*/ 451945 w 3731172"/>
                    <a:gd name="connsiteY1-218" fmla="*/ 0 h 1418896"/>
                    <a:gd name="connsiteX2-219" fmla="*/ 1881352 w 3731172"/>
                    <a:gd name="connsiteY2-220" fmla="*/ 599089 h 1418896"/>
                    <a:gd name="connsiteX3-221" fmla="*/ 3363310 w 3731172"/>
                    <a:gd name="connsiteY3-222" fmla="*/ 0 h 1418896"/>
                    <a:gd name="connsiteX4-223" fmla="*/ 3584027 w 3731172"/>
                    <a:gd name="connsiteY4-224" fmla="*/ 73572 h 1418896"/>
                    <a:gd name="connsiteX5-225" fmla="*/ 2627586 w 3731172"/>
                    <a:gd name="connsiteY5-226" fmla="*/ 441434 h 1418896"/>
                    <a:gd name="connsiteX6-227" fmla="*/ 2596055 w 3731172"/>
                    <a:gd name="connsiteY6-228" fmla="*/ 914400 h 1418896"/>
                    <a:gd name="connsiteX7-229" fmla="*/ 3731172 w 3731172"/>
                    <a:gd name="connsiteY7-230" fmla="*/ 1345324 h 1418896"/>
                    <a:gd name="connsiteX8-231" fmla="*/ 3447393 w 3731172"/>
                    <a:gd name="connsiteY8-232" fmla="*/ 1408386 h 1418896"/>
                    <a:gd name="connsiteX9-233" fmla="*/ 1870841 w 3731172"/>
                    <a:gd name="connsiteY9-234" fmla="*/ 746234 h 1418896"/>
                    <a:gd name="connsiteX10-235" fmla="*/ 262758 w 3731172"/>
                    <a:gd name="connsiteY10-236" fmla="*/ 1418896 h 1418896"/>
                    <a:gd name="connsiteX11-237" fmla="*/ 0 w 3731172"/>
                    <a:gd name="connsiteY11-238" fmla="*/ 1324303 h 1418896"/>
                    <a:gd name="connsiteX12-239" fmla="*/ 1145627 w 3731172"/>
                    <a:gd name="connsiteY12-240" fmla="*/ 882869 h 1418896"/>
                    <a:gd name="connsiteX13-241" fmla="*/ 1156137 w 3731172"/>
                    <a:gd name="connsiteY13-242" fmla="*/ 441434 h 1418896"/>
                    <a:gd name="connsiteX14-243" fmla="*/ 189185 w 3731172"/>
                    <a:gd name="connsiteY14-244" fmla="*/ 84081 h 1418896"/>
                    <a:gd name="connsiteX15-245" fmla="*/ 168165 w 3731172"/>
                    <a:gd name="connsiteY15-246" fmla="*/ 73572 h 1418896"/>
                    <a:gd name="connsiteX0-247" fmla="*/ 168165 w 3731172"/>
                    <a:gd name="connsiteY0-248" fmla="*/ 73572 h 1418896"/>
                    <a:gd name="connsiteX1-249" fmla="*/ 451945 w 3731172"/>
                    <a:gd name="connsiteY1-250" fmla="*/ 0 h 1418896"/>
                    <a:gd name="connsiteX2-251" fmla="*/ 1881352 w 3731172"/>
                    <a:gd name="connsiteY2-252" fmla="*/ 599089 h 1418896"/>
                    <a:gd name="connsiteX3-253" fmla="*/ 3363310 w 3731172"/>
                    <a:gd name="connsiteY3-254" fmla="*/ 0 h 1418896"/>
                    <a:gd name="connsiteX4-255" fmla="*/ 3584027 w 3731172"/>
                    <a:gd name="connsiteY4-256" fmla="*/ 73572 h 1418896"/>
                    <a:gd name="connsiteX5-257" fmla="*/ 2627586 w 3731172"/>
                    <a:gd name="connsiteY5-258" fmla="*/ 441434 h 1418896"/>
                    <a:gd name="connsiteX6-259" fmla="*/ 2596055 w 3731172"/>
                    <a:gd name="connsiteY6-260" fmla="*/ 914400 h 1418896"/>
                    <a:gd name="connsiteX7-261" fmla="*/ 3731172 w 3731172"/>
                    <a:gd name="connsiteY7-262" fmla="*/ 1345324 h 1418896"/>
                    <a:gd name="connsiteX8-263" fmla="*/ 3447393 w 3731172"/>
                    <a:gd name="connsiteY8-264" fmla="*/ 1408386 h 1418896"/>
                    <a:gd name="connsiteX9-265" fmla="*/ 1870841 w 3731172"/>
                    <a:gd name="connsiteY9-266" fmla="*/ 746234 h 1418896"/>
                    <a:gd name="connsiteX10-267" fmla="*/ 262758 w 3731172"/>
                    <a:gd name="connsiteY10-268" fmla="*/ 1418896 h 1418896"/>
                    <a:gd name="connsiteX11-269" fmla="*/ 0 w 3731172"/>
                    <a:gd name="connsiteY11-270" fmla="*/ 1324303 h 1418896"/>
                    <a:gd name="connsiteX12-271" fmla="*/ 1145627 w 3731172"/>
                    <a:gd name="connsiteY12-272" fmla="*/ 882869 h 1418896"/>
                    <a:gd name="connsiteX13-273" fmla="*/ 1145626 w 3731172"/>
                    <a:gd name="connsiteY13-274" fmla="*/ 451945 h 1418896"/>
                    <a:gd name="connsiteX14-275" fmla="*/ 189185 w 3731172"/>
                    <a:gd name="connsiteY14-276" fmla="*/ 84081 h 1418896"/>
                    <a:gd name="connsiteX15-277" fmla="*/ 168165 w 3731172"/>
                    <a:gd name="connsiteY15-278" fmla="*/ 73572 h 1418896"/>
                    <a:gd name="connsiteX0-279" fmla="*/ 168165 w 3731172"/>
                    <a:gd name="connsiteY0-280" fmla="*/ 73572 h 1418896"/>
                    <a:gd name="connsiteX1-281" fmla="*/ 451945 w 3731172"/>
                    <a:gd name="connsiteY1-282" fmla="*/ 0 h 1418896"/>
                    <a:gd name="connsiteX2-283" fmla="*/ 1881352 w 3731172"/>
                    <a:gd name="connsiteY2-284" fmla="*/ 599089 h 1418896"/>
                    <a:gd name="connsiteX3-285" fmla="*/ 3363310 w 3731172"/>
                    <a:gd name="connsiteY3-286" fmla="*/ 0 h 1418896"/>
                    <a:gd name="connsiteX4-287" fmla="*/ 3584027 w 3731172"/>
                    <a:gd name="connsiteY4-288" fmla="*/ 73572 h 1418896"/>
                    <a:gd name="connsiteX5-289" fmla="*/ 2627586 w 3731172"/>
                    <a:gd name="connsiteY5-290" fmla="*/ 441434 h 1418896"/>
                    <a:gd name="connsiteX6-291" fmla="*/ 2596055 w 3731172"/>
                    <a:gd name="connsiteY6-292" fmla="*/ 914400 h 1418896"/>
                    <a:gd name="connsiteX7-293" fmla="*/ 3731172 w 3731172"/>
                    <a:gd name="connsiteY7-294" fmla="*/ 1345324 h 1418896"/>
                    <a:gd name="connsiteX8-295" fmla="*/ 3447393 w 3731172"/>
                    <a:gd name="connsiteY8-296" fmla="*/ 1408386 h 1418896"/>
                    <a:gd name="connsiteX9-297" fmla="*/ 1870841 w 3731172"/>
                    <a:gd name="connsiteY9-298" fmla="*/ 746234 h 1418896"/>
                    <a:gd name="connsiteX10-299" fmla="*/ 262758 w 3731172"/>
                    <a:gd name="connsiteY10-300" fmla="*/ 1418896 h 1418896"/>
                    <a:gd name="connsiteX11-301" fmla="*/ 0 w 3731172"/>
                    <a:gd name="connsiteY11-302" fmla="*/ 1324303 h 1418896"/>
                    <a:gd name="connsiteX12-303" fmla="*/ 1145627 w 3731172"/>
                    <a:gd name="connsiteY12-304" fmla="*/ 903890 h 1418896"/>
                    <a:gd name="connsiteX13-305" fmla="*/ 1145626 w 3731172"/>
                    <a:gd name="connsiteY13-306" fmla="*/ 451945 h 1418896"/>
                    <a:gd name="connsiteX14-307" fmla="*/ 189185 w 3731172"/>
                    <a:gd name="connsiteY14-308" fmla="*/ 84081 h 1418896"/>
                    <a:gd name="connsiteX15-309" fmla="*/ 168165 w 3731172"/>
                    <a:gd name="connsiteY15-310" fmla="*/ 73572 h 1418896"/>
                    <a:gd name="connsiteX0-311" fmla="*/ 147144 w 3710151"/>
                    <a:gd name="connsiteY0-312" fmla="*/ 73572 h 1418896"/>
                    <a:gd name="connsiteX1-313" fmla="*/ 430924 w 3710151"/>
                    <a:gd name="connsiteY1-314" fmla="*/ 0 h 1418896"/>
                    <a:gd name="connsiteX2-315" fmla="*/ 1860331 w 3710151"/>
                    <a:gd name="connsiteY2-316" fmla="*/ 599089 h 1418896"/>
                    <a:gd name="connsiteX3-317" fmla="*/ 3342289 w 3710151"/>
                    <a:gd name="connsiteY3-318" fmla="*/ 0 h 1418896"/>
                    <a:gd name="connsiteX4-319" fmla="*/ 3563006 w 3710151"/>
                    <a:gd name="connsiteY4-320" fmla="*/ 73572 h 1418896"/>
                    <a:gd name="connsiteX5-321" fmla="*/ 2606565 w 3710151"/>
                    <a:gd name="connsiteY5-322" fmla="*/ 441434 h 1418896"/>
                    <a:gd name="connsiteX6-323" fmla="*/ 2575034 w 3710151"/>
                    <a:gd name="connsiteY6-324" fmla="*/ 914400 h 1418896"/>
                    <a:gd name="connsiteX7-325" fmla="*/ 3710151 w 3710151"/>
                    <a:gd name="connsiteY7-326" fmla="*/ 1345324 h 1418896"/>
                    <a:gd name="connsiteX8-327" fmla="*/ 3426372 w 3710151"/>
                    <a:gd name="connsiteY8-328" fmla="*/ 1408386 h 1418896"/>
                    <a:gd name="connsiteX9-329" fmla="*/ 1849820 w 3710151"/>
                    <a:gd name="connsiteY9-330" fmla="*/ 746234 h 1418896"/>
                    <a:gd name="connsiteX10-331" fmla="*/ 241737 w 3710151"/>
                    <a:gd name="connsiteY10-332" fmla="*/ 1418896 h 1418896"/>
                    <a:gd name="connsiteX11-333" fmla="*/ 0 w 3710151"/>
                    <a:gd name="connsiteY11-334" fmla="*/ 1334814 h 1418896"/>
                    <a:gd name="connsiteX12-335" fmla="*/ 1124606 w 3710151"/>
                    <a:gd name="connsiteY12-336" fmla="*/ 903890 h 1418896"/>
                    <a:gd name="connsiteX13-337" fmla="*/ 1124605 w 3710151"/>
                    <a:gd name="connsiteY13-338" fmla="*/ 451945 h 1418896"/>
                    <a:gd name="connsiteX14-339" fmla="*/ 168164 w 3710151"/>
                    <a:gd name="connsiteY14-340" fmla="*/ 84081 h 1418896"/>
                    <a:gd name="connsiteX15-341" fmla="*/ 147144 w 3710151"/>
                    <a:gd name="connsiteY15-342" fmla="*/ 73572 h 1418896"/>
                    <a:gd name="connsiteX0-343" fmla="*/ 147144 w 3710151"/>
                    <a:gd name="connsiteY0-344" fmla="*/ 73572 h 1418896"/>
                    <a:gd name="connsiteX1-345" fmla="*/ 430924 w 3710151"/>
                    <a:gd name="connsiteY1-346" fmla="*/ 0 h 1418896"/>
                    <a:gd name="connsiteX2-347" fmla="*/ 1860331 w 3710151"/>
                    <a:gd name="connsiteY2-348" fmla="*/ 599089 h 1418896"/>
                    <a:gd name="connsiteX3-349" fmla="*/ 3342289 w 3710151"/>
                    <a:gd name="connsiteY3-350" fmla="*/ 0 h 1418896"/>
                    <a:gd name="connsiteX4-351" fmla="*/ 3563006 w 3710151"/>
                    <a:gd name="connsiteY4-352" fmla="*/ 73572 h 1418896"/>
                    <a:gd name="connsiteX5-353" fmla="*/ 2606565 w 3710151"/>
                    <a:gd name="connsiteY5-354" fmla="*/ 441434 h 1418896"/>
                    <a:gd name="connsiteX6-355" fmla="*/ 2606565 w 3710151"/>
                    <a:gd name="connsiteY6-356" fmla="*/ 924910 h 1418896"/>
                    <a:gd name="connsiteX7-357" fmla="*/ 3710151 w 3710151"/>
                    <a:gd name="connsiteY7-358" fmla="*/ 1345324 h 1418896"/>
                    <a:gd name="connsiteX8-359" fmla="*/ 3426372 w 3710151"/>
                    <a:gd name="connsiteY8-360" fmla="*/ 1408386 h 1418896"/>
                    <a:gd name="connsiteX9-361" fmla="*/ 1849820 w 3710151"/>
                    <a:gd name="connsiteY9-362" fmla="*/ 746234 h 1418896"/>
                    <a:gd name="connsiteX10-363" fmla="*/ 241737 w 3710151"/>
                    <a:gd name="connsiteY10-364" fmla="*/ 1418896 h 1418896"/>
                    <a:gd name="connsiteX11-365" fmla="*/ 0 w 3710151"/>
                    <a:gd name="connsiteY11-366" fmla="*/ 1334814 h 1418896"/>
                    <a:gd name="connsiteX12-367" fmla="*/ 1124606 w 3710151"/>
                    <a:gd name="connsiteY12-368" fmla="*/ 903890 h 1418896"/>
                    <a:gd name="connsiteX13-369" fmla="*/ 1124605 w 3710151"/>
                    <a:gd name="connsiteY13-370" fmla="*/ 451945 h 1418896"/>
                    <a:gd name="connsiteX14-371" fmla="*/ 168164 w 3710151"/>
                    <a:gd name="connsiteY14-372" fmla="*/ 84081 h 1418896"/>
                    <a:gd name="connsiteX15-373" fmla="*/ 147144 w 3710151"/>
                    <a:gd name="connsiteY15-374" fmla="*/ 73572 h 1418896"/>
                    <a:gd name="connsiteX0-375" fmla="*/ 147144 w 3710151"/>
                    <a:gd name="connsiteY0-376" fmla="*/ 73572 h 1418896"/>
                    <a:gd name="connsiteX1-377" fmla="*/ 430924 w 3710151"/>
                    <a:gd name="connsiteY1-378" fmla="*/ 0 h 1418896"/>
                    <a:gd name="connsiteX2-379" fmla="*/ 1860331 w 3710151"/>
                    <a:gd name="connsiteY2-380" fmla="*/ 599089 h 1418896"/>
                    <a:gd name="connsiteX3-381" fmla="*/ 3342289 w 3710151"/>
                    <a:gd name="connsiteY3-382" fmla="*/ 0 h 1418896"/>
                    <a:gd name="connsiteX4-383" fmla="*/ 3563006 w 3710151"/>
                    <a:gd name="connsiteY4-384" fmla="*/ 73572 h 1418896"/>
                    <a:gd name="connsiteX5-385" fmla="*/ 2606565 w 3710151"/>
                    <a:gd name="connsiteY5-386" fmla="*/ 441434 h 1418896"/>
                    <a:gd name="connsiteX6-387" fmla="*/ 2610282 w 3710151"/>
                    <a:gd name="connsiteY6-388" fmla="*/ 902607 h 1418896"/>
                    <a:gd name="connsiteX7-389" fmla="*/ 3710151 w 3710151"/>
                    <a:gd name="connsiteY7-390" fmla="*/ 1345324 h 1418896"/>
                    <a:gd name="connsiteX8-391" fmla="*/ 3426372 w 3710151"/>
                    <a:gd name="connsiteY8-392" fmla="*/ 1408386 h 1418896"/>
                    <a:gd name="connsiteX9-393" fmla="*/ 1849820 w 3710151"/>
                    <a:gd name="connsiteY9-394" fmla="*/ 746234 h 1418896"/>
                    <a:gd name="connsiteX10-395" fmla="*/ 241737 w 3710151"/>
                    <a:gd name="connsiteY10-396" fmla="*/ 1418896 h 1418896"/>
                    <a:gd name="connsiteX11-397" fmla="*/ 0 w 3710151"/>
                    <a:gd name="connsiteY11-398" fmla="*/ 1334814 h 1418896"/>
                    <a:gd name="connsiteX12-399" fmla="*/ 1124606 w 3710151"/>
                    <a:gd name="connsiteY12-400" fmla="*/ 903890 h 1418896"/>
                    <a:gd name="connsiteX13-401" fmla="*/ 1124605 w 3710151"/>
                    <a:gd name="connsiteY13-402" fmla="*/ 451945 h 1418896"/>
                    <a:gd name="connsiteX14-403" fmla="*/ 168164 w 3710151"/>
                    <a:gd name="connsiteY14-404" fmla="*/ 84081 h 1418896"/>
                    <a:gd name="connsiteX15-405" fmla="*/ 147144 w 3710151"/>
                    <a:gd name="connsiteY15-406" fmla="*/ 73572 h 1418896"/>
                    <a:gd name="connsiteX0-407" fmla="*/ 147144 w 3710151"/>
                    <a:gd name="connsiteY0-408" fmla="*/ 73572 h 1418896"/>
                    <a:gd name="connsiteX1-409" fmla="*/ 430924 w 3710151"/>
                    <a:gd name="connsiteY1-410" fmla="*/ 0 h 1418896"/>
                    <a:gd name="connsiteX2-411" fmla="*/ 1860331 w 3710151"/>
                    <a:gd name="connsiteY2-412" fmla="*/ 599089 h 1418896"/>
                    <a:gd name="connsiteX3-413" fmla="*/ 3342289 w 3710151"/>
                    <a:gd name="connsiteY3-414" fmla="*/ 0 h 1418896"/>
                    <a:gd name="connsiteX4-415" fmla="*/ 3563006 w 3710151"/>
                    <a:gd name="connsiteY4-416" fmla="*/ 73572 h 1418896"/>
                    <a:gd name="connsiteX5-417" fmla="*/ 2617717 w 3710151"/>
                    <a:gd name="connsiteY5-418" fmla="*/ 445151 h 1418896"/>
                    <a:gd name="connsiteX6-419" fmla="*/ 2610282 w 3710151"/>
                    <a:gd name="connsiteY6-420" fmla="*/ 902607 h 1418896"/>
                    <a:gd name="connsiteX7-421" fmla="*/ 3710151 w 3710151"/>
                    <a:gd name="connsiteY7-422" fmla="*/ 1345324 h 1418896"/>
                    <a:gd name="connsiteX8-423" fmla="*/ 3426372 w 3710151"/>
                    <a:gd name="connsiteY8-424" fmla="*/ 1408386 h 1418896"/>
                    <a:gd name="connsiteX9-425" fmla="*/ 1849820 w 3710151"/>
                    <a:gd name="connsiteY9-426" fmla="*/ 746234 h 1418896"/>
                    <a:gd name="connsiteX10-427" fmla="*/ 241737 w 3710151"/>
                    <a:gd name="connsiteY10-428" fmla="*/ 1418896 h 1418896"/>
                    <a:gd name="connsiteX11-429" fmla="*/ 0 w 3710151"/>
                    <a:gd name="connsiteY11-430" fmla="*/ 1334814 h 1418896"/>
                    <a:gd name="connsiteX12-431" fmla="*/ 1124606 w 3710151"/>
                    <a:gd name="connsiteY12-432" fmla="*/ 903890 h 1418896"/>
                    <a:gd name="connsiteX13-433" fmla="*/ 1124605 w 3710151"/>
                    <a:gd name="connsiteY13-434" fmla="*/ 451945 h 1418896"/>
                    <a:gd name="connsiteX14-435" fmla="*/ 168164 w 3710151"/>
                    <a:gd name="connsiteY14-436" fmla="*/ 84081 h 1418896"/>
                    <a:gd name="connsiteX15-437" fmla="*/ 147144 w 3710151"/>
                    <a:gd name="connsiteY15-438" fmla="*/ 73572 h 1418896"/>
                    <a:gd name="connsiteX0-439" fmla="*/ 147144 w 3710151"/>
                    <a:gd name="connsiteY0-440" fmla="*/ 73572 h 1418896"/>
                    <a:gd name="connsiteX1-441" fmla="*/ 430924 w 3710151"/>
                    <a:gd name="connsiteY1-442" fmla="*/ 0 h 1418896"/>
                    <a:gd name="connsiteX2-443" fmla="*/ 1860331 w 3710151"/>
                    <a:gd name="connsiteY2-444" fmla="*/ 599089 h 1418896"/>
                    <a:gd name="connsiteX3-445" fmla="*/ 3342289 w 3710151"/>
                    <a:gd name="connsiteY3-446" fmla="*/ 0 h 1418896"/>
                    <a:gd name="connsiteX4-447" fmla="*/ 3563006 w 3710151"/>
                    <a:gd name="connsiteY4-448" fmla="*/ 73572 h 1418896"/>
                    <a:gd name="connsiteX5-449" fmla="*/ 2617717 w 3710151"/>
                    <a:gd name="connsiteY5-450" fmla="*/ 448868 h 1418896"/>
                    <a:gd name="connsiteX6-451" fmla="*/ 2610282 w 3710151"/>
                    <a:gd name="connsiteY6-452" fmla="*/ 902607 h 1418896"/>
                    <a:gd name="connsiteX7-453" fmla="*/ 3710151 w 3710151"/>
                    <a:gd name="connsiteY7-454" fmla="*/ 1345324 h 1418896"/>
                    <a:gd name="connsiteX8-455" fmla="*/ 3426372 w 3710151"/>
                    <a:gd name="connsiteY8-456" fmla="*/ 1408386 h 1418896"/>
                    <a:gd name="connsiteX9-457" fmla="*/ 1849820 w 3710151"/>
                    <a:gd name="connsiteY9-458" fmla="*/ 746234 h 1418896"/>
                    <a:gd name="connsiteX10-459" fmla="*/ 241737 w 3710151"/>
                    <a:gd name="connsiteY10-460" fmla="*/ 1418896 h 1418896"/>
                    <a:gd name="connsiteX11-461" fmla="*/ 0 w 3710151"/>
                    <a:gd name="connsiteY11-462" fmla="*/ 1334814 h 1418896"/>
                    <a:gd name="connsiteX12-463" fmla="*/ 1124606 w 3710151"/>
                    <a:gd name="connsiteY12-464" fmla="*/ 903890 h 1418896"/>
                    <a:gd name="connsiteX13-465" fmla="*/ 1124605 w 3710151"/>
                    <a:gd name="connsiteY13-466" fmla="*/ 451945 h 1418896"/>
                    <a:gd name="connsiteX14-467" fmla="*/ 168164 w 3710151"/>
                    <a:gd name="connsiteY14-468" fmla="*/ 84081 h 1418896"/>
                    <a:gd name="connsiteX15-469" fmla="*/ 147144 w 3710151"/>
                    <a:gd name="connsiteY15-470" fmla="*/ 73572 h 1418896"/>
                    <a:gd name="connsiteX0-471" fmla="*/ 147144 w 3710151"/>
                    <a:gd name="connsiteY0-472" fmla="*/ 73572 h 1418896"/>
                    <a:gd name="connsiteX1-473" fmla="*/ 430924 w 3710151"/>
                    <a:gd name="connsiteY1-474" fmla="*/ 0 h 1418896"/>
                    <a:gd name="connsiteX2-475" fmla="*/ 1838028 w 3710151"/>
                    <a:gd name="connsiteY2-476" fmla="*/ 591655 h 1418896"/>
                    <a:gd name="connsiteX3-477" fmla="*/ 3342289 w 3710151"/>
                    <a:gd name="connsiteY3-478" fmla="*/ 0 h 1418896"/>
                    <a:gd name="connsiteX4-479" fmla="*/ 3563006 w 3710151"/>
                    <a:gd name="connsiteY4-480" fmla="*/ 73572 h 1418896"/>
                    <a:gd name="connsiteX5-481" fmla="*/ 2617717 w 3710151"/>
                    <a:gd name="connsiteY5-482" fmla="*/ 448868 h 1418896"/>
                    <a:gd name="connsiteX6-483" fmla="*/ 2610282 w 3710151"/>
                    <a:gd name="connsiteY6-484" fmla="*/ 902607 h 1418896"/>
                    <a:gd name="connsiteX7-485" fmla="*/ 3710151 w 3710151"/>
                    <a:gd name="connsiteY7-486" fmla="*/ 1345324 h 1418896"/>
                    <a:gd name="connsiteX8-487" fmla="*/ 3426372 w 3710151"/>
                    <a:gd name="connsiteY8-488" fmla="*/ 1408386 h 1418896"/>
                    <a:gd name="connsiteX9-489" fmla="*/ 1849820 w 3710151"/>
                    <a:gd name="connsiteY9-490" fmla="*/ 746234 h 1418896"/>
                    <a:gd name="connsiteX10-491" fmla="*/ 241737 w 3710151"/>
                    <a:gd name="connsiteY10-492" fmla="*/ 1418896 h 1418896"/>
                    <a:gd name="connsiteX11-493" fmla="*/ 0 w 3710151"/>
                    <a:gd name="connsiteY11-494" fmla="*/ 1334814 h 1418896"/>
                    <a:gd name="connsiteX12-495" fmla="*/ 1124606 w 3710151"/>
                    <a:gd name="connsiteY12-496" fmla="*/ 903890 h 1418896"/>
                    <a:gd name="connsiteX13-497" fmla="*/ 1124605 w 3710151"/>
                    <a:gd name="connsiteY13-498" fmla="*/ 451945 h 1418896"/>
                    <a:gd name="connsiteX14-499" fmla="*/ 168164 w 3710151"/>
                    <a:gd name="connsiteY14-500" fmla="*/ 84081 h 1418896"/>
                    <a:gd name="connsiteX15-501" fmla="*/ 147144 w 3710151"/>
                    <a:gd name="connsiteY15-502" fmla="*/ 73572 h 1418896"/>
                    <a:gd name="connsiteX0-503" fmla="*/ 147144 w 3710151"/>
                    <a:gd name="connsiteY0-504" fmla="*/ 73572 h 1418896"/>
                    <a:gd name="connsiteX1-505" fmla="*/ 430924 w 3710151"/>
                    <a:gd name="connsiteY1-506" fmla="*/ 0 h 1418896"/>
                    <a:gd name="connsiteX2-507" fmla="*/ 1838028 w 3710151"/>
                    <a:gd name="connsiteY2-508" fmla="*/ 591655 h 1418896"/>
                    <a:gd name="connsiteX3-509" fmla="*/ 3342289 w 3710151"/>
                    <a:gd name="connsiteY3-510" fmla="*/ 0 h 1418896"/>
                    <a:gd name="connsiteX4-511" fmla="*/ 3563006 w 3710151"/>
                    <a:gd name="connsiteY4-512" fmla="*/ 73572 h 1418896"/>
                    <a:gd name="connsiteX5-513" fmla="*/ 2617717 w 3710151"/>
                    <a:gd name="connsiteY5-514" fmla="*/ 448868 h 1418896"/>
                    <a:gd name="connsiteX6-515" fmla="*/ 2610282 w 3710151"/>
                    <a:gd name="connsiteY6-516" fmla="*/ 902607 h 1418896"/>
                    <a:gd name="connsiteX7-517" fmla="*/ 3710151 w 3710151"/>
                    <a:gd name="connsiteY7-518" fmla="*/ 1345324 h 1418896"/>
                    <a:gd name="connsiteX8-519" fmla="*/ 3426372 w 3710151"/>
                    <a:gd name="connsiteY8-520" fmla="*/ 1408386 h 1418896"/>
                    <a:gd name="connsiteX9-521" fmla="*/ 1849820 w 3710151"/>
                    <a:gd name="connsiteY9-522" fmla="*/ 746234 h 1418896"/>
                    <a:gd name="connsiteX10-523" fmla="*/ 241737 w 3710151"/>
                    <a:gd name="connsiteY10-524" fmla="*/ 1418896 h 1418896"/>
                    <a:gd name="connsiteX11-525" fmla="*/ 0 w 3710151"/>
                    <a:gd name="connsiteY11-526" fmla="*/ 1334814 h 1418896"/>
                    <a:gd name="connsiteX12-527" fmla="*/ 1124606 w 3710151"/>
                    <a:gd name="connsiteY12-528" fmla="*/ 903890 h 1418896"/>
                    <a:gd name="connsiteX13-529" fmla="*/ 1087434 w 3710151"/>
                    <a:gd name="connsiteY13-530" fmla="*/ 451945 h 1418896"/>
                    <a:gd name="connsiteX14-531" fmla="*/ 168164 w 3710151"/>
                    <a:gd name="connsiteY14-532" fmla="*/ 84081 h 1418896"/>
                    <a:gd name="connsiteX15-533" fmla="*/ 147144 w 3710151"/>
                    <a:gd name="connsiteY15-534" fmla="*/ 73572 h 1418896"/>
                    <a:gd name="connsiteX0-535" fmla="*/ 147144 w 3710151"/>
                    <a:gd name="connsiteY0-536" fmla="*/ 73572 h 1418896"/>
                    <a:gd name="connsiteX1-537" fmla="*/ 430924 w 3710151"/>
                    <a:gd name="connsiteY1-538" fmla="*/ 0 h 1418896"/>
                    <a:gd name="connsiteX2-539" fmla="*/ 1838028 w 3710151"/>
                    <a:gd name="connsiteY2-540" fmla="*/ 591655 h 1418896"/>
                    <a:gd name="connsiteX3-541" fmla="*/ 3342289 w 3710151"/>
                    <a:gd name="connsiteY3-542" fmla="*/ 0 h 1418896"/>
                    <a:gd name="connsiteX4-543" fmla="*/ 3563006 w 3710151"/>
                    <a:gd name="connsiteY4-544" fmla="*/ 73572 h 1418896"/>
                    <a:gd name="connsiteX5-545" fmla="*/ 2617717 w 3710151"/>
                    <a:gd name="connsiteY5-546" fmla="*/ 448868 h 1418896"/>
                    <a:gd name="connsiteX6-547" fmla="*/ 2610282 w 3710151"/>
                    <a:gd name="connsiteY6-548" fmla="*/ 902607 h 1418896"/>
                    <a:gd name="connsiteX7-549" fmla="*/ 3710151 w 3710151"/>
                    <a:gd name="connsiteY7-550" fmla="*/ 1345324 h 1418896"/>
                    <a:gd name="connsiteX8-551" fmla="*/ 3426372 w 3710151"/>
                    <a:gd name="connsiteY8-552" fmla="*/ 1408386 h 1418896"/>
                    <a:gd name="connsiteX9-553" fmla="*/ 1849820 w 3710151"/>
                    <a:gd name="connsiteY9-554" fmla="*/ 746234 h 1418896"/>
                    <a:gd name="connsiteX10-555" fmla="*/ 241737 w 3710151"/>
                    <a:gd name="connsiteY10-556" fmla="*/ 1418896 h 1418896"/>
                    <a:gd name="connsiteX11-557" fmla="*/ 0 w 3710151"/>
                    <a:gd name="connsiteY11-558" fmla="*/ 1334814 h 1418896"/>
                    <a:gd name="connsiteX12-559" fmla="*/ 1098586 w 3710151"/>
                    <a:gd name="connsiteY12-560" fmla="*/ 903890 h 1418896"/>
                    <a:gd name="connsiteX13-561" fmla="*/ 1087434 w 3710151"/>
                    <a:gd name="connsiteY13-562" fmla="*/ 451945 h 1418896"/>
                    <a:gd name="connsiteX14-563" fmla="*/ 168164 w 3710151"/>
                    <a:gd name="connsiteY14-564" fmla="*/ 84081 h 1418896"/>
                    <a:gd name="connsiteX15-565" fmla="*/ 147144 w 3710151"/>
                    <a:gd name="connsiteY15-566" fmla="*/ 73572 h 1418896"/>
                    <a:gd name="connsiteX0-567" fmla="*/ 162012 w 3725019"/>
                    <a:gd name="connsiteY0-568" fmla="*/ 73572 h 1418896"/>
                    <a:gd name="connsiteX1-569" fmla="*/ 445792 w 3725019"/>
                    <a:gd name="connsiteY1-570" fmla="*/ 0 h 1418896"/>
                    <a:gd name="connsiteX2-571" fmla="*/ 1852896 w 3725019"/>
                    <a:gd name="connsiteY2-572" fmla="*/ 591655 h 1418896"/>
                    <a:gd name="connsiteX3-573" fmla="*/ 3357157 w 3725019"/>
                    <a:gd name="connsiteY3-574" fmla="*/ 0 h 1418896"/>
                    <a:gd name="connsiteX4-575" fmla="*/ 3577874 w 3725019"/>
                    <a:gd name="connsiteY4-576" fmla="*/ 73572 h 1418896"/>
                    <a:gd name="connsiteX5-577" fmla="*/ 2632585 w 3725019"/>
                    <a:gd name="connsiteY5-578" fmla="*/ 448868 h 1418896"/>
                    <a:gd name="connsiteX6-579" fmla="*/ 2625150 w 3725019"/>
                    <a:gd name="connsiteY6-580" fmla="*/ 902607 h 1418896"/>
                    <a:gd name="connsiteX7-581" fmla="*/ 3725019 w 3725019"/>
                    <a:gd name="connsiteY7-582" fmla="*/ 1345324 h 1418896"/>
                    <a:gd name="connsiteX8-583" fmla="*/ 3441240 w 3725019"/>
                    <a:gd name="connsiteY8-584" fmla="*/ 1408386 h 1418896"/>
                    <a:gd name="connsiteX9-585" fmla="*/ 1864688 w 3725019"/>
                    <a:gd name="connsiteY9-586" fmla="*/ 746234 h 1418896"/>
                    <a:gd name="connsiteX10-587" fmla="*/ 256605 w 3725019"/>
                    <a:gd name="connsiteY10-588" fmla="*/ 1418896 h 1418896"/>
                    <a:gd name="connsiteX11-589" fmla="*/ 0 w 3725019"/>
                    <a:gd name="connsiteY11-590" fmla="*/ 1331097 h 1418896"/>
                    <a:gd name="connsiteX12-591" fmla="*/ 1113454 w 3725019"/>
                    <a:gd name="connsiteY12-592" fmla="*/ 903890 h 1418896"/>
                    <a:gd name="connsiteX13-593" fmla="*/ 1102302 w 3725019"/>
                    <a:gd name="connsiteY13-594" fmla="*/ 451945 h 1418896"/>
                    <a:gd name="connsiteX14-595" fmla="*/ 183032 w 3725019"/>
                    <a:gd name="connsiteY14-596" fmla="*/ 84081 h 1418896"/>
                    <a:gd name="connsiteX15-597" fmla="*/ 162012 w 3725019"/>
                    <a:gd name="connsiteY15-598" fmla="*/ 73572 h 141889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42" name="Group 41"/>
            <p:cNvGrpSpPr/>
            <p:nvPr/>
          </p:nvGrpSpPr>
          <p:grpSpPr>
            <a:xfrm>
              <a:off x="5630613" y="4223995"/>
              <a:ext cx="510282" cy="283261"/>
              <a:chOff x="7493876" y="2774731"/>
              <a:chExt cx="1481958" cy="894622"/>
            </a:xfrm>
          </p:grpSpPr>
          <p:sp>
            <p:nvSpPr>
              <p:cNvPr id="43" name="Freeform 23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-1" fmla="*/ 8187558 w 8187558"/>
                  <a:gd name="connsiteY0-2" fmla="*/ 0 h 2617076"/>
                  <a:gd name="connsiteX1-3" fmla="*/ 8187558 w 8187558"/>
                  <a:gd name="connsiteY1-4" fmla="*/ 1271752 h 2617076"/>
                  <a:gd name="connsiteX2-5" fmla="*/ 4025462 w 8187558"/>
                  <a:gd name="connsiteY2-6" fmla="*/ 2617076 h 2617076"/>
                  <a:gd name="connsiteX3-7" fmla="*/ 0 w 8187558"/>
                  <a:gd name="connsiteY3-8" fmla="*/ 1229711 h 2617076"/>
                  <a:gd name="connsiteX4-9" fmla="*/ 31531 w 8187558"/>
                  <a:gd name="connsiteY4-10" fmla="*/ 147145 h 2617076"/>
                  <a:gd name="connsiteX5-11" fmla="*/ 4046482 w 8187558"/>
                  <a:gd name="connsiteY5-12" fmla="*/ 1576552 h 2617076"/>
                  <a:gd name="connsiteX6-13" fmla="*/ 8187558 w 8187558"/>
                  <a:gd name="connsiteY6-14" fmla="*/ 0 h 2617076"/>
                  <a:gd name="connsiteX0-15" fmla="*/ 8187558 w 8187558"/>
                  <a:gd name="connsiteY0-16" fmla="*/ 0 h 2617076"/>
                  <a:gd name="connsiteX1-17" fmla="*/ 8187558 w 8187558"/>
                  <a:gd name="connsiteY1-18" fmla="*/ 1271752 h 2617076"/>
                  <a:gd name="connsiteX2-19" fmla="*/ 4025462 w 8187558"/>
                  <a:gd name="connsiteY2-20" fmla="*/ 2617076 h 2617076"/>
                  <a:gd name="connsiteX3-21" fmla="*/ 0 w 8187558"/>
                  <a:gd name="connsiteY3-22" fmla="*/ 1229711 h 2617076"/>
                  <a:gd name="connsiteX4-23" fmla="*/ 31531 w 8187558"/>
                  <a:gd name="connsiteY4-24" fmla="*/ 147145 h 2617076"/>
                  <a:gd name="connsiteX5-25" fmla="*/ 4046482 w 8187558"/>
                  <a:gd name="connsiteY5-26" fmla="*/ 1576552 h 2617076"/>
                  <a:gd name="connsiteX6-27" fmla="*/ 8187558 w 8187558"/>
                  <a:gd name="connsiteY6-28" fmla="*/ 0 h 2617076"/>
                  <a:gd name="connsiteX0-29" fmla="*/ 8187558 w 8187558"/>
                  <a:gd name="connsiteY0-30" fmla="*/ 0 h 2617076"/>
                  <a:gd name="connsiteX1-31" fmla="*/ 8187558 w 8187558"/>
                  <a:gd name="connsiteY1-32" fmla="*/ 1271752 h 2617076"/>
                  <a:gd name="connsiteX2-33" fmla="*/ 4025462 w 8187558"/>
                  <a:gd name="connsiteY2-34" fmla="*/ 2617076 h 2617076"/>
                  <a:gd name="connsiteX3-35" fmla="*/ 0 w 8187558"/>
                  <a:gd name="connsiteY3-36" fmla="*/ 1229711 h 2617076"/>
                  <a:gd name="connsiteX4-37" fmla="*/ 31531 w 8187558"/>
                  <a:gd name="connsiteY4-38" fmla="*/ 147145 h 2617076"/>
                  <a:gd name="connsiteX5-39" fmla="*/ 4046482 w 8187558"/>
                  <a:gd name="connsiteY5-40" fmla="*/ 1576552 h 2617076"/>
                  <a:gd name="connsiteX6-41" fmla="*/ 8187558 w 8187558"/>
                  <a:gd name="connsiteY6-42" fmla="*/ 0 h 2617076"/>
                  <a:gd name="connsiteX0-43" fmla="*/ 8187558 w 8187558"/>
                  <a:gd name="connsiteY0-44" fmla="*/ 0 h 2617076"/>
                  <a:gd name="connsiteX1-45" fmla="*/ 8187558 w 8187558"/>
                  <a:gd name="connsiteY1-46" fmla="*/ 1271752 h 2617076"/>
                  <a:gd name="connsiteX2-47" fmla="*/ 4025462 w 8187558"/>
                  <a:gd name="connsiteY2-48" fmla="*/ 2617076 h 2617076"/>
                  <a:gd name="connsiteX3-49" fmla="*/ 0 w 8187558"/>
                  <a:gd name="connsiteY3-50" fmla="*/ 1229711 h 2617076"/>
                  <a:gd name="connsiteX4-51" fmla="*/ 31531 w 8187558"/>
                  <a:gd name="connsiteY4-52" fmla="*/ 147145 h 2617076"/>
                  <a:gd name="connsiteX5-53" fmla="*/ 4046482 w 8187558"/>
                  <a:gd name="connsiteY5-54" fmla="*/ 1576552 h 2617076"/>
                  <a:gd name="connsiteX6-55" fmla="*/ 8187558 w 8187558"/>
                  <a:gd name="connsiteY6-56" fmla="*/ 0 h 2617076"/>
                  <a:gd name="connsiteX0-57" fmla="*/ 8187558 w 8187558"/>
                  <a:gd name="connsiteY0-58" fmla="*/ 0 h 2617076"/>
                  <a:gd name="connsiteX1-59" fmla="*/ 8187558 w 8187558"/>
                  <a:gd name="connsiteY1-60" fmla="*/ 1271752 h 2617076"/>
                  <a:gd name="connsiteX2-61" fmla="*/ 4025462 w 8187558"/>
                  <a:gd name="connsiteY2-62" fmla="*/ 2617076 h 2617076"/>
                  <a:gd name="connsiteX3-63" fmla="*/ 0 w 8187558"/>
                  <a:gd name="connsiteY3-64" fmla="*/ 1229711 h 2617076"/>
                  <a:gd name="connsiteX4-65" fmla="*/ 31531 w 8187558"/>
                  <a:gd name="connsiteY4-66" fmla="*/ 147145 h 2617076"/>
                  <a:gd name="connsiteX5-67" fmla="*/ 4046482 w 8187558"/>
                  <a:gd name="connsiteY5-68" fmla="*/ 1576552 h 2617076"/>
                  <a:gd name="connsiteX6-69" fmla="*/ 8187558 w 8187558"/>
                  <a:gd name="connsiteY6-70" fmla="*/ 0 h 2617076"/>
                  <a:gd name="connsiteX0-71" fmla="*/ 8187558 w 8187558"/>
                  <a:gd name="connsiteY0-72" fmla="*/ 0 h 2617076"/>
                  <a:gd name="connsiteX1-73" fmla="*/ 8187558 w 8187558"/>
                  <a:gd name="connsiteY1-74" fmla="*/ 1271752 h 2617076"/>
                  <a:gd name="connsiteX2-75" fmla="*/ 4025462 w 8187558"/>
                  <a:gd name="connsiteY2-76" fmla="*/ 2617076 h 2617076"/>
                  <a:gd name="connsiteX3-77" fmla="*/ 0 w 8187558"/>
                  <a:gd name="connsiteY3-78" fmla="*/ 1229711 h 2617076"/>
                  <a:gd name="connsiteX4-79" fmla="*/ 31531 w 8187558"/>
                  <a:gd name="connsiteY4-80" fmla="*/ 147145 h 2617076"/>
                  <a:gd name="connsiteX5-81" fmla="*/ 4046482 w 8187558"/>
                  <a:gd name="connsiteY5-82" fmla="*/ 1576552 h 2617076"/>
                  <a:gd name="connsiteX6-83" fmla="*/ 8187558 w 8187558"/>
                  <a:gd name="connsiteY6-84" fmla="*/ 0 h 2617076"/>
                  <a:gd name="connsiteX0-85" fmla="*/ 8187558 w 8187558"/>
                  <a:gd name="connsiteY0-86" fmla="*/ 0 h 2638097"/>
                  <a:gd name="connsiteX1-87" fmla="*/ 8187558 w 8187558"/>
                  <a:gd name="connsiteY1-88" fmla="*/ 1271752 h 2638097"/>
                  <a:gd name="connsiteX2-89" fmla="*/ 4099035 w 8187558"/>
                  <a:gd name="connsiteY2-90" fmla="*/ 2638097 h 2638097"/>
                  <a:gd name="connsiteX3-91" fmla="*/ 0 w 8187558"/>
                  <a:gd name="connsiteY3-92" fmla="*/ 1229711 h 2638097"/>
                  <a:gd name="connsiteX4-93" fmla="*/ 31531 w 8187558"/>
                  <a:gd name="connsiteY4-94" fmla="*/ 147145 h 2638097"/>
                  <a:gd name="connsiteX5-95" fmla="*/ 4046482 w 8187558"/>
                  <a:gd name="connsiteY5-96" fmla="*/ 1576552 h 2638097"/>
                  <a:gd name="connsiteX6-97" fmla="*/ 8187558 w 8187558"/>
                  <a:gd name="connsiteY6-98" fmla="*/ 0 h 2638097"/>
                  <a:gd name="connsiteX0-99" fmla="*/ 8187558 w 8187558"/>
                  <a:gd name="connsiteY0-100" fmla="*/ 0 h 2638097"/>
                  <a:gd name="connsiteX1-101" fmla="*/ 8187558 w 8187558"/>
                  <a:gd name="connsiteY1-102" fmla="*/ 1271752 h 2638097"/>
                  <a:gd name="connsiteX2-103" fmla="*/ 4099035 w 8187558"/>
                  <a:gd name="connsiteY2-104" fmla="*/ 2638097 h 2638097"/>
                  <a:gd name="connsiteX3-105" fmla="*/ 0 w 8187558"/>
                  <a:gd name="connsiteY3-106" fmla="*/ 1229711 h 2638097"/>
                  <a:gd name="connsiteX4-107" fmla="*/ 31531 w 8187558"/>
                  <a:gd name="connsiteY4-108" fmla="*/ 147145 h 2638097"/>
                  <a:gd name="connsiteX5-109" fmla="*/ 4046482 w 8187558"/>
                  <a:gd name="connsiteY5-110" fmla="*/ 1576552 h 2638097"/>
                  <a:gd name="connsiteX6-111" fmla="*/ 8187558 w 8187558"/>
                  <a:gd name="connsiteY6-112" fmla="*/ 0 h 2638097"/>
                  <a:gd name="connsiteX0-113" fmla="*/ 8187558 w 8187558"/>
                  <a:gd name="connsiteY0-114" fmla="*/ 0 h 2638097"/>
                  <a:gd name="connsiteX1-115" fmla="*/ 8187558 w 8187558"/>
                  <a:gd name="connsiteY1-116" fmla="*/ 1271752 h 2638097"/>
                  <a:gd name="connsiteX2-117" fmla="*/ 4099035 w 8187558"/>
                  <a:gd name="connsiteY2-118" fmla="*/ 2638097 h 2638097"/>
                  <a:gd name="connsiteX3-119" fmla="*/ 0 w 8187558"/>
                  <a:gd name="connsiteY3-120" fmla="*/ 1229711 h 2638097"/>
                  <a:gd name="connsiteX4-121" fmla="*/ 31531 w 8187558"/>
                  <a:gd name="connsiteY4-122" fmla="*/ 147145 h 2638097"/>
                  <a:gd name="connsiteX5-123" fmla="*/ 4046482 w 8187558"/>
                  <a:gd name="connsiteY5-124" fmla="*/ 1576552 h 2638097"/>
                  <a:gd name="connsiteX6-125" fmla="*/ 8187558 w 8187558"/>
                  <a:gd name="connsiteY6-126" fmla="*/ 0 h 2638097"/>
                  <a:gd name="connsiteX0-127" fmla="*/ 8187558 w 8187558"/>
                  <a:gd name="connsiteY0-128" fmla="*/ 0 h 2638097"/>
                  <a:gd name="connsiteX1-129" fmla="*/ 8187558 w 8187558"/>
                  <a:gd name="connsiteY1-130" fmla="*/ 1271752 h 2638097"/>
                  <a:gd name="connsiteX2-131" fmla="*/ 4099035 w 8187558"/>
                  <a:gd name="connsiteY2-132" fmla="*/ 2638097 h 2638097"/>
                  <a:gd name="connsiteX3-133" fmla="*/ 0 w 8187558"/>
                  <a:gd name="connsiteY3-134" fmla="*/ 1229711 h 2638097"/>
                  <a:gd name="connsiteX4-135" fmla="*/ 31531 w 8187558"/>
                  <a:gd name="connsiteY4-136" fmla="*/ 147145 h 2638097"/>
                  <a:gd name="connsiteX5-137" fmla="*/ 4046482 w 8187558"/>
                  <a:gd name="connsiteY5-138" fmla="*/ 1576552 h 2638097"/>
                  <a:gd name="connsiteX6-139" fmla="*/ 8187558 w 8187558"/>
                  <a:gd name="connsiteY6-140" fmla="*/ 0 h 2638097"/>
                  <a:gd name="connsiteX0-141" fmla="*/ 8187558 w 8187558"/>
                  <a:gd name="connsiteY0-142" fmla="*/ 0 h 2638097"/>
                  <a:gd name="connsiteX1-143" fmla="*/ 8187558 w 8187558"/>
                  <a:gd name="connsiteY1-144" fmla="*/ 1271752 h 2638097"/>
                  <a:gd name="connsiteX2-145" fmla="*/ 4099035 w 8187558"/>
                  <a:gd name="connsiteY2-146" fmla="*/ 2638097 h 2638097"/>
                  <a:gd name="connsiteX3-147" fmla="*/ 0 w 8187558"/>
                  <a:gd name="connsiteY3-148" fmla="*/ 1229711 h 2638097"/>
                  <a:gd name="connsiteX4-149" fmla="*/ 31531 w 8187558"/>
                  <a:gd name="connsiteY4-150" fmla="*/ 147145 h 2638097"/>
                  <a:gd name="connsiteX5-151" fmla="*/ 4088524 w 8187558"/>
                  <a:gd name="connsiteY5-152" fmla="*/ 1597573 h 2638097"/>
                  <a:gd name="connsiteX6-153" fmla="*/ 8187558 w 8187558"/>
                  <a:gd name="connsiteY6-154" fmla="*/ 0 h 2638097"/>
                  <a:gd name="connsiteX0-155" fmla="*/ 8187558 w 8187558"/>
                  <a:gd name="connsiteY0-156" fmla="*/ 0 h 2638097"/>
                  <a:gd name="connsiteX1-157" fmla="*/ 8187558 w 8187558"/>
                  <a:gd name="connsiteY1-158" fmla="*/ 1271752 h 2638097"/>
                  <a:gd name="connsiteX2-159" fmla="*/ 4099035 w 8187558"/>
                  <a:gd name="connsiteY2-160" fmla="*/ 2638097 h 2638097"/>
                  <a:gd name="connsiteX3-161" fmla="*/ 0 w 8187558"/>
                  <a:gd name="connsiteY3-162" fmla="*/ 1229711 h 2638097"/>
                  <a:gd name="connsiteX4-163" fmla="*/ 31531 w 8187558"/>
                  <a:gd name="connsiteY4-164" fmla="*/ 147145 h 2638097"/>
                  <a:gd name="connsiteX5-165" fmla="*/ 4088524 w 8187558"/>
                  <a:gd name="connsiteY5-166" fmla="*/ 1597573 h 2638097"/>
                  <a:gd name="connsiteX6-167" fmla="*/ 8187558 w 8187558"/>
                  <a:gd name="connsiteY6-168" fmla="*/ 0 h 2638097"/>
                  <a:gd name="connsiteX0-169" fmla="*/ 8187558 w 8187558"/>
                  <a:gd name="connsiteY0-170" fmla="*/ 0 h 2638097"/>
                  <a:gd name="connsiteX1-171" fmla="*/ 8187558 w 8187558"/>
                  <a:gd name="connsiteY1-172" fmla="*/ 1271752 h 2638097"/>
                  <a:gd name="connsiteX2-173" fmla="*/ 4099035 w 8187558"/>
                  <a:gd name="connsiteY2-174" fmla="*/ 2638097 h 2638097"/>
                  <a:gd name="connsiteX3-175" fmla="*/ 0 w 8187558"/>
                  <a:gd name="connsiteY3-176" fmla="*/ 1229711 h 2638097"/>
                  <a:gd name="connsiteX4-177" fmla="*/ 31531 w 8187558"/>
                  <a:gd name="connsiteY4-178" fmla="*/ 147145 h 2638097"/>
                  <a:gd name="connsiteX5-179" fmla="*/ 4099035 w 8187558"/>
                  <a:gd name="connsiteY5-180" fmla="*/ 1566042 h 2638097"/>
                  <a:gd name="connsiteX6-181" fmla="*/ 8187558 w 8187558"/>
                  <a:gd name="connsiteY6-182" fmla="*/ 0 h 2638097"/>
                  <a:gd name="connsiteX0-183" fmla="*/ 8187558 w 8187558"/>
                  <a:gd name="connsiteY0-184" fmla="*/ 0 h 2638097"/>
                  <a:gd name="connsiteX1-185" fmla="*/ 8187558 w 8187558"/>
                  <a:gd name="connsiteY1-186" fmla="*/ 1271752 h 2638097"/>
                  <a:gd name="connsiteX2-187" fmla="*/ 4099035 w 8187558"/>
                  <a:gd name="connsiteY2-188" fmla="*/ 2638097 h 2638097"/>
                  <a:gd name="connsiteX3-189" fmla="*/ 0 w 8187558"/>
                  <a:gd name="connsiteY3-190" fmla="*/ 1229711 h 2638097"/>
                  <a:gd name="connsiteX4-191" fmla="*/ 31531 w 8187558"/>
                  <a:gd name="connsiteY4-192" fmla="*/ 147145 h 2638097"/>
                  <a:gd name="connsiteX5-193" fmla="*/ 4099035 w 8187558"/>
                  <a:gd name="connsiteY5-194" fmla="*/ 1566042 h 2638097"/>
                  <a:gd name="connsiteX6-195" fmla="*/ 8187558 w 8187558"/>
                  <a:gd name="connsiteY6-196" fmla="*/ 0 h 2638097"/>
                  <a:gd name="connsiteX0-197" fmla="*/ 8187558 w 8187558"/>
                  <a:gd name="connsiteY0-198" fmla="*/ 0 h 2638097"/>
                  <a:gd name="connsiteX1-199" fmla="*/ 8187558 w 8187558"/>
                  <a:gd name="connsiteY1-200" fmla="*/ 1271752 h 2638097"/>
                  <a:gd name="connsiteX2-201" fmla="*/ 4099035 w 8187558"/>
                  <a:gd name="connsiteY2-202" fmla="*/ 2638097 h 2638097"/>
                  <a:gd name="connsiteX3-203" fmla="*/ 0 w 8187558"/>
                  <a:gd name="connsiteY3-204" fmla="*/ 1229711 h 2638097"/>
                  <a:gd name="connsiteX4-205" fmla="*/ 31531 w 8187558"/>
                  <a:gd name="connsiteY4-206" fmla="*/ 147145 h 2638097"/>
                  <a:gd name="connsiteX5-207" fmla="*/ 4099035 w 8187558"/>
                  <a:gd name="connsiteY5-208" fmla="*/ 1566042 h 2638097"/>
                  <a:gd name="connsiteX6-209" fmla="*/ 8187558 w 8187558"/>
                  <a:gd name="connsiteY6-210" fmla="*/ 0 h 2638097"/>
                  <a:gd name="connsiteX0-211" fmla="*/ 8187558 w 8187558"/>
                  <a:gd name="connsiteY0-212" fmla="*/ 0 h 2638097"/>
                  <a:gd name="connsiteX1-213" fmla="*/ 8187558 w 8187558"/>
                  <a:gd name="connsiteY1-214" fmla="*/ 1271752 h 2638097"/>
                  <a:gd name="connsiteX2-215" fmla="*/ 4099035 w 8187558"/>
                  <a:gd name="connsiteY2-216" fmla="*/ 2638097 h 2638097"/>
                  <a:gd name="connsiteX3-217" fmla="*/ 0 w 8187558"/>
                  <a:gd name="connsiteY3-218" fmla="*/ 1229711 h 2638097"/>
                  <a:gd name="connsiteX4-219" fmla="*/ 31531 w 8187558"/>
                  <a:gd name="connsiteY4-220" fmla="*/ 147145 h 2638097"/>
                  <a:gd name="connsiteX5-221" fmla="*/ 4099035 w 8187558"/>
                  <a:gd name="connsiteY5-222" fmla="*/ 1566042 h 2638097"/>
                  <a:gd name="connsiteX6-223" fmla="*/ 8187558 w 8187558"/>
                  <a:gd name="connsiteY6-224" fmla="*/ 0 h 2638097"/>
                  <a:gd name="connsiteX0-225" fmla="*/ 8187558 w 8187558"/>
                  <a:gd name="connsiteY0-226" fmla="*/ 0 h 2638097"/>
                  <a:gd name="connsiteX1-227" fmla="*/ 8187558 w 8187558"/>
                  <a:gd name="connsiteY1-228" fmla="*/ 1271752 h 2638097"/>
                  <a:gd name="connsiteX2-229" fmla="*/ 4099035 w 8187558"/>
                  <a:gd name="connsiteY2-230" fmla="*/ 2638097 h 2638097"/>
                  <a:gd name="connsiteX3-231" fmla="*/ 0 w 8187558"/>
                  <a:gd name="connsiteY3-232" fmla="*/ 1229711 h 2638097"/>
                  <a:gd name="connsiteX4-233" fmla="*/ 31531 w 8187558"/>
                  <a:gd name="connsiteY4-234" fmla="*/ 147145 h 2638097"/>
                  <a:gd name="connsiteX5-235" fmla="*/ 4099035 w 8187558"/>
                  <a:gd name="connsiteY5-236" fmla="*/ 1566042 h 2638097"/>
                  <a:gd name="connsiteX6-237" fmla="*/ 8187558 w 8187558"/>
                  <a:gd name="connsiteY6-238" fmla="*/ 0 h 2638097"/>
                  <a:gd name="connsiteX0-239" fmla="*/ 8187558 w 8187558"/>
                  <a:gd name="connsiteY0-240" fmla="*/ 0 h 2638097"/>
                  <a:gd name="connsiteX1-241" fmla="*/ 8187558 w 8187558"/>
                  <a:gd name="connsiteY1-242" fmla="*/ 1271752 h 2638097"/>
                  <a:gd name="connsiteX2-243" fmla="*/ 4099035 w 8187558"/>
                  <a:gd name="connsiteY2-244" fmla="*/ 2638097 h 2638097"/>
                  <a:gd name="connsiteX3-245" fmla="*/ 0 w 8187558"/>
                  <a:gd name="connsiteY3-246" fmla="*/ 1229711 h 2638097"/>
                  <a:gd name="connsiteX4-247" fmla="*/ 31531 w 8187558"/>
                  <a:gd name="connsiteY4-248" fmla="*/ 147145 h 2638097"/>
                  <a:gd name="connsiteX5-249" fmla="*/ 4099035 w 8187558"/>
                  <a:gd name="connsiteY5-250" fmla="*/ 1566042 h 2638097"/>
                  <a:gd name="connsiteX6-251" fmla="*/ 8187558 w 8187558"/>
                  <a:gd name="connsiteY6-252" fmla="*/ 0 h 2638097"/>
                  <a:gd name="connsiteX0-253" fmla="*/ 8187558 w 8187558"/>
                  <a:gd name="connsiteY0-254" fmla="*/ 0 h 2638097"/>
                  <a:gd name="connsiteX1-255" fmla="*/ 8187558 w 8187558"/>
                  <a:gd name="connsiteY1-256" fmla="*/ 1271752 h 2638097"/>
                  <a:gd name="connsiteX2-257" fmla="*/ 4099035 w 8187558"/>
                  <a:gd name="connsiteY2-258" fmla="*/ 2638097 h 2638097"/>
                  <a:gd name="connsiteX3-259" fmla="*/ 0 w 8187558"/>
                  <a:gd name="connsiteY3-260" fmla="*/ 1229711 h 2638097"/>
                  <a:gd name="connsiteX4-261" fmla="*/ 31531 w 8187558"/>
                  <a:gd name="connsiteY4-262" fmla="*/ 147145 h 2638097"/>
                  <a:gd name="connsiteX5-263" fmla="*/ 4099035 w 8187558"/>
                  <a:gd name="connsiteY5-264" fmla="*/ 1566042 h 2638097"/>
                  <a:gd name="connsiteX6-265" fmla="*/ 8187558 w 8187558"/>
                  <a:gd name="connsiteY6-266" fmla="*/ 0 h 2638097"/>
                  <a:gd name="connsiteX0-267" fmla="*/ 8187558 w 8187558"/>
                  <a:gd name="connsiteY0-268" fmla="*/ 0 h 2638097"/>
                  <a:gd name="connsiteX1-269" fmla="*/ 8187558 w 8187558"/>
                  <a:gd name="connsiteY1-270" fmla="*/ 1271752 h 2638097"/>
                  <a:gd name="connsiteX2-271" fmla="*/ 4099035 w 8187558"/>
                  <a:gd name="connsiteY2-272" fmla="*/ 2638097 h 2638097"/>
                  <a:gd name="connsiteX3-273" fmla="*/ 0 w 8187558"/>
                  <a:gd name="connsiteY3-274" fmla="*/ 1229711 h 2638097"/>
                  <a:gd name="connsiteX4-275" fmla="*/ 31531 w 8187558"/>
                  <a:gd name="connsiteY4-276" fmla="*/ 147145 h 2638097"/>
                  <a:gd name="connsiteX5-277" fmla="*/ 4099035 w 8187558"/>
                  <a:gd name="connsiteY5-278" fmla="*/ 1566042 h 2638097"/>
                  <a:gd name="connsiteX6-279" fmla="*/ 8187558 w 8187558"/>
                  <a:gd name="connsiteY6-280" fmla="*/ 0 h 2638097"/>
                  <a:gd name="connsiteX0-281" fmla="*/ 8187558 w 8187558"/>
                  <a:gd name="connsiteY0-282" fmla="*/ 0 h 2638097"/>
                  <a:gd name="connsiteX1-283" fmla="*/ 8187558 w 8187558"/>
                  <a:gd name="connsiteY1-284" fmla="*/ 1271752 h 2638097"/>
                  <a:gd name="connsiteX2-285" fmla="*/ 4099035 w 8187558"/>
                  <a:gd name="connsiteY2-286" fmla="*/ 2638097 h 2638097"/>
                  <a:gd name="connsiteX3-287" fmla="*/ 0 w 8187558"/>
                  <a:gd name="connsiteY3-288" fmla="*/ 1229711 h 2638097"/>
                  <a:gd name="connsiteX4-289" fmla="*/ 31531 w 8187558"/>
                  <a:gd name="connsiteY4-290" fmla="*/ 147145 h 2638097"/>
                  <a:gd name="connsiteX5-291" fmla="*/ 4099035 w 8187558"/>
                  <a:gd name="connsiteY5-292" fmla="*/ 1566042 h 2638097"/>
                  <a:gd name="connsiteX6-293" fmla="*/ 8187558 w 8187558"/>
                  <a:gd name="connsiteY6-294" fmla="*/ 0 h 2638097"/>
                  <a:gd name="connsiteX0-295" fmla="*/ 8176538 w 8176538"/>
                  <a:gd name="connsiteY0-296" fmla="*/ 0 h 2638097"/>
                  <a:gd name="connsiteX1-297" fmla="*/ 8176538 w 8176538"/>
                  <a:gd name="connsiteY1-298" fmla="*/ 1271752 h 2638097"/>
                  <a:gd name="connsiteX2-299" fmla="*/ 4088015 w 8176538"/>
                  <a:gd name="connsiteY2-300" fmla="*/ 2638097 h 2638097"/>
                  <a:gd name="connsiteX3-301" fmla="*/ 0 w 8176538"/>
                  <a:gd name="connsiteY3-302" fmla="*/ 1269888 h 2638097"/>
                  <a:gd name="connsiteX4-303" fmla="*/ 20511 w 8176538"/>
                  <a:gd name="connsiteY4-304" fmla="*/ 147145 h 2638097"/>
                  <a:gd name="connsiteX5-305" fmla="*/ 4088015 w 8176538"/>
                  <a:gd name="connsiteY5-306" fmla="*/ 1566042 h 2638097"/>
                  <a:gd name="connsiteX6-307" fmla="*/ 8176538 w 8176538"/>
                  <a:gd name="connsiteY6-308" fmla="*/ 0 h 2638097"/>
                  <a:gd name="connsiteX0-309" fmla="*/ 8176538 w 8176538"/>
                  <a:gd name="connsiteY0-310" fmla="*/ 0 h 2772020"/>
                  <a:gd name="connsiteX1-311" fmla="*/ 8176538 w 8176538"/>
                  <a:gd name="connsiteY1-312" fmla="*/ 1271752 h 2772020"/>
                  <a:gd name="connsiteX2-313" fmla="*/ 4099034 w 8176538"/>
                  <a:gd name="connsiteY2-314" fmla="*/ 2772020 h 2772020"/>
                  <a:gd name="connsiteX3-315" fmla="*/ 0 w 8176538"/>
                  <a:gd name="connsiteY3-316" fmla="*/ 1269888 h 2772020"/>
                  <a:gd name="connsiteX4-317" fmla="*/ 20511 w 8176538"/>
                  <a:gd name="connsiteY4-318" fmla="*/ 147145 h 2772020"/>
                  <a:gd name="connsiteX5-319" fmla="*/ 4088015 w 8176538"/>
                  <a:gd name="connsiteY5-320" fmla="*/ 1566042 h 2772020"/>
                  <a:gd name="connsiteX6-321" fmla="*/ 8176538 w 8176538"/>
                  <a:gd name="connsiteY6-322" fmla="*/ 0 h 2772020"/>
                  <a:gd name="connsiteX0-323" fmla="*/ 8176538 w 8176538"/>
                  <a:gd name="connsiteY0-324" fmla="*/ 0 h 2772339"/>
                  <a:gd name="connsiteX1-325" fmla="*/ 8176538 w 8176538"/>
                  <a:gd name="connsiteY1-326" fmla="*/ 1378890 h 2772339"/>
                  <a:gd name="connsiteX2-327" fmla="*/ 4099034 w 8176538"/>
                  <a:gd name="connsiteY2-328" fmla="*/ 2772020 h 2772339"/>
                  <a:gd name="connsiteX3-329" fmla="*/ 0 w 8176538"/>
                  <a:gd name="connsiteY3-330" fmla="*/ 1269888 h 2772339"/>
                  <a:gd name="connsiteX4-331" fmla="*/ 20511 w 8176538"/>
                  <a:gd name="connsiteY4-332" fmla="*/ 147145 h 2772339"/>
                  <a:gd name="connsiteX5-333" fmla="*/ 4088015 w 8176538"/>
                  <a:gd name="connsiteY5-334" fmla="*/ 1566042 h 2772339"/>
                  <a:gd name="connsiteX6-335" fmla="*/ 8176538 w 8176538"/>
                  <a:gd name="connsiteY6-336" fmla="*/ 0 h 2772339"/>
                  <a:gd name="connsiteX0-337" fmla="*/ 8176538 w 8176538"/>
                  <a:gd name="connsiteY0-338" fmla="*/ 0 h 2825888"/>
                  <a:gd name="connsiteX1-339" fmla="*/ 8176538 w 8176538"/>
                  <a:gd name="connsiteY1-340" fmla="*/ 1378890 h 2825888"/>
                  <a:gd name="connsiteX2-341" fmla="*/ 4099034 w 8176538"/>
                  <a:gd name="connsiteY2-342" fmla="*/ 2825590 h 2825888"/>
                  <a:gd name="connsiteX3-343" fmla="*/ 0 w 8176538"/>
                  <a:gd name="connsiteY3-344" fmla="*/ 1269888 h 2825888"/>
                  <a:gd name="connsiteX4-345" fmla="*/ 20511 w 8176538"/>
                  <a:gd name="connsiteY4-346" fmla="*/ 147145 h 2825888"/>
                  <a:gd name="connsiteX5-347" fmla="*/ 4088015 w 8176538"/>
                  <a:gd name="connsiteY5-348" fmla="*/ 1566042 h 2825888"/>
                  <a:gd name="connsiteX6-349" fmla="*/ 8176538 w 8176538"/>
                  <a:gd name="connsiteY6-350" fmla="*/ 0 h 2825888"/>
                  <a:gd name="connsiteX0-351" fmla="*/ 8165518 w 8165518"/>
                  <a:gd name="connsiteY0-352" fmla="*/ 0 h 2825606"/>
                  <a:gd name="connsiteX1-353" fmla="*/ 8165518 w 8165518"/>
                  <a:gd name="connsiteY1-354" fmla="*/ 1378890 h 2825606"/>
                  <a:gd name="connsiteX2-355" fmla="*/ 4088014 w 8165518"/>
                  <a:gd name="connsiteY2-356" fmla="*/ 2825590 h 2825606"/>
                  <a:gd name="connsiteX3-357" fmla="*/ 0 w 8165518"/>
                  <a:gd name="connsiteY3-358" fmla="*/ 1403811 h 2825606"/>
                  <a:gd name="connsiteX4-359" fmla="*/ 9491 w 8165518"/>
                  <a:gd name="connsiteY4-360" fmla="*/ 147145 h 2825606"/>
                  <a:gd name="connsiteX5-361" fmla="*/ 4076995 w 8165518"/>
                  <a:gd name="connsiteY5-362" fmla="*/ 1566042 h 2825606"/>
                  <a:gd name="connsiteX6-363" fmla="*/ 8165518 w 8165518"/>
                  <a:gd name="connsiteY6-364" fmla="*/ 0 h 2825606"/>
                  <a:gd name="connsiteX0-365" fmla="*/ 8165518 w 8165518"/>
                  <a:gd name="connsiteY0-366" fmla="*/ 0 h 2879174"/>
                  <a:gd name="connsiteX1-367" fmla="*/ 8165518 w 8165518"/>
                  <a:gd name="connsiteY1-368" fmla="*/ 1378890 h 2879174"/>
                  <a:gd name="connsiteX2-369" fmla="*/ 4132092 w 8165518"/>
                  <a:gd name="connsiteY2-370" fmla="*/ 2879159 h 2879174"/>
                  <a:gd name="connsiteX3-371" fmla="*/ 0 w 8165518"/>
                  <a:gd name="connsiteY3-372" fmla="*/ 1403811 h 2879174"/>
                  <a:gd name="connsiteX4-373" fmla="*/ 9491 w 8165518"/>
                  <a:gd name="connsiteY4-374" fmla="*/ 147145 h 2879174"/>
                  <a:gd name="connsiteX5-375" fmla="*/ 4076995 w 8165518"/>
                  <a:gd name="connsiteY5-376" fmla="*/ 1566042 h 2879174"/>
                  <a:gd name="connsiteX6-377" fmla="*/ 8165518 w 8165518"/>
                  <a:gd name="connsiteY6-378" fmla="*/ 0 h 2879174"/>
                  <a:gd name="connsiteX0-379" fmla="*/ 8165518 w 8176537"/>
                  <a:gd name="connsiteY0-380" fmla="*/ 0 h 2879410"/>
                  <a:gd name="connsiteX1-381" fmla="*/ 8176537 w 8176537"/>
                  <a:gd name="connsiteY1-382" fmla="*/ 1499420 h 2879410"/>
                  <a:gd name="connsiteX2-383" fmla="*/ 4132092 w 8176537"/>
                  <a:gd name="connsiteY2-384" fmla="*/ 2879159 h 2879410"/>
                  <a:gd name="connsiteX3-385" fmla="*/ 0 w 8176537"/>
                  <a:gd name="connsiteY3-386" fmla="*/ 1403811 h 2879410"/>
                  <a:gd name="connsiteX4-387" fmla="*/ 9491 w 8176537"/>
                  <a:gd name="connsiteY4-388" fmla="*/ 147145 h 2879410"/>
                  <a:gd name="connsiteX5-389" fmla="*/ 4076995 w 8176537"/>
                  <a:gd name="connsiteY5-390" fmla="*/ 1566042 h 2879410"/>
                  <a:gd name="connsiteX6-391" fmla="*/ 8165518 w 8176537"/>
                  <a:gd name="connsiteY6-392" fmla="*/ 0 h 2879410"/>
                  <a:gd name="connsiteX0-393" fmla="*/ 8165518 w 8176537"/>
                  <a:gd name="connsiteY0-394" fmla="*/ 0 h 2879262"/>
                  <a:gd name="connsiteX1-395" fmla="*/ 8176537 w 8176537"/>
                  <a:gd name="connsiteY1-396" fmla="*/ 1499420 h 2879262"/>
                  <a:gd name="connsiteX2-397" fmla="*/ 4132092 w 8176537"/>
                  <a:gd name="connsiteY2-398" fmla="*/ 2879159 h 2879262"/>
                  <a:gd name="connsiteX3-399" fmla="*/ 0 w 8176537"/>
                  <a:gd name="connsiteY3-400" fmla="*/ 1403811 h 2879262"/>
                  <a:gd name="connsiteX4-401" fmla="*/ 9491 w 8176537"/>
                  <a:gd name="connsiteY4-402" fmla="*/ 147145 h 2879262"/>
                  <a:gd name="connsiteX5-403" fmla="*/ 4076995 w 8176537"/>
                  <a:gd name="connsiteY5-404" fmla="*/ 1566042 h 2879262"/>
                  <a:gd name="connsiteX6-405" fmla="*/ 8165518 w 8176537"/>
                  <a:gd name="connsiteY6-406" fmla="*/ 0 h 2879262"/>
                  <a:gd name="connsiteX0-407" fmla="*/ 8165518 w 8176537"/>
                  <a:gd name="connsiteY0-408" fmla="*/ 0 h 2879163"/>
                  <a:gd name="connsiteX1-409" fmla="*/ 8176537 w 8176537"/>
                  <a:gd name="connsiteY1-410" fmla="*/ 1499420 h 2879163"/>
                  <a:gd name="connsiteX2-411" fmla="*/ 4132092 w 8176537"/>
                  <a:gd name="connsiteY2-412" fmla="*/ 2879159 h 2879163"/>
                  <a:gd name="connsiteX3-413" fmla="*/ 0 w 8176537"/>
                  <a:gd name="connsiteY3-414" fmla="*/ 1510948 h 2879163"/>
                  <a:gd name="connsiteX4-415" fmla="*/ 9491 w 8176537"/>
                  <a:gd name="connsiteY4-416" fmla="*/ 147145 h 2879163"/>
                  <a:gd name="connsiteX5-417" fmla="*/ 4076995 w 8176537"/>
                  <a:gd name="connsiteY5-418" fmla="*/ 1566042 h 2879163"/>
                  <a:gd name="connsiteX6-419" fmla="*/ 8165518 w 8176537"/>
                  <a:gd name="connsiteY6-420" fmla="*/ 0 h 2879163"/>
                  <a:gd name="connsiteX0-421" fmla="*/ 8165518 w 8198577"/>
                  <a:gd name="connsiteY0-422" fmla="*/ 0 h 2879451"/>
                  <a:gd name="connsiteX1-423" fmla="*/ 8198577 w 8198577"/>
                  <a:gd name="connsiteY1-424" fmla="*/ 1606558 h 2879451"/>
                  <a:gd name="connsiteX2-425" fmla="*/ 4132092 w 8198577"/>
                  <a:gd name="connsiteY2-426" fmla="*/ 2879159 h 2879451"/>
                  <a:gd name="connsiteX3-427" fmla="*/ 0 w 8198577"/>
                  <a:gd name="connsiteY3-428" fmla="*/ 1510948 h 2879451"/>
                  <a:gd name="connsiteX4-429" fmla="*/ 9491 w 8198577"/>
                  <a:gd name="connsiteY4-430" fmla="*/ 147145 h 2879451"/>
                  <a:gd name="connsiteX5-431" fmla="*/ 4076995 w 8198577"/>
                  <a:gd name="connsiteY5-432" fmla="*/ 1566042 h 2879451"/>
                  <a:gd name="connsiteX6-433" fmla="*/ 8165518 w 8198577"/>
                  <a:gd name="connsiteY6-434" fmla="*/ 0 h 2879451"/>
                  <a:gd name="connsiteX0-435" fmla="*/ 8165518 w 8165518"/>
                  <a:gd name="connsiteY0-436" fmla="*/ 0 h 2880066"/>
                  <a:gd name="connsiteX1-437" fmla="*/ 8165518 w 8165518"/>
                  <a:gd name="connsiteY1-438" fmla="*/ 1673520 h 2880066"/>
                  <a:gd name="connsiteX2-439" fmla="*/ 4132092 w 8165518"/>
                  <a:gd name="connsiteY2-440" fmla="*/ 2879159 h 2880066"/>
                  <a:gd name="connsiteX3-441" fmla="*/ 0 w 8165518"/>
                  <a:gd name="connsiteY3-442" fmla="*/ 1510948 h 2880066"/>
                  <a:gd name="connsiteX4-443" fmla="*/ 9491 w 8165518"/>
                  <a:gd name="connsiteY4-444" fmla="*/ 147145 h 2880066"/>
                  <a:gd name="connsiteX5-445" fmla="*/ 4076995 w 8165518"/>
                  <a:gd name="connsiteY5-446" fmla="*/ 1566042 h 2880066"/>
                  <a:gd name="connsiteX6-447" fmla="*/ 8165518 w 8165518"/>
                  <a:gd name="connsiteY6-448" fmla="*/ 0 h 2880066"/>
                  <a:gd name="connsiteX0-449" fmla="*/ 8156794 w 8156794"/>
                  <a:gd name="connsiteY0-450" fmla="*/ 0 h 2879270"/>
                  <a:gd name="connsiteX1-451" fmla="*/ 8156794 w 8156794"/>
                  <a:gd name="connsiteY1-452" fmla="*/ 1673520 h 2879270"/>
                  <a:gd name="connsiteX2-453" fmla="*/ 4123368 w 8156794"/>
                  <a:gd name="connsiteY2-454" fmla="*/ 2879159 h 2879270"/>
                  <a:gd name="connsiteX3-455" fmla="*/ 2295 w 8156794"/>
                  <a:gd name="connsiteY3-456" fmla="*/ 1618086 h 2879270"/>
                  <a:gd name="connsiteX4-457" fmla="*/ 767 w 8156794"/>
                  <a:gd name="connsiteY4-458" fmla="*/ 147145 h 2879270"/>
                  <a:gd name="connsiteX5-459" fmla="*/ 4068271 w 8156794"/>
                  <a:gd name="connsiteY5-460" fmla="*/ 1566042 h 2879270"/>
                  <a:gd name="connsiteX6-461" fmla="*/ 8156794 w 8156794"/>
                  <a:gd name="connsiteY6-462" fmla="*/ 0 h 2879270"/>
                  <a:gd name="connsiteX0-463" fmla="*/ 8156794 w 8156794"/>
                  <a:gd name="connsiteY0-464" fmla="*/ 0 h 2973000"/>
                  <a:gd name="connsiteX1-465" fmla="*/ 8156794 w 8156794"/>
                  <a:gd name="connsiteY1-466" fmla="*/ 1673520 h 2973000"/>
                  <a:gd name="connsiteX2-467" fmla="*/ 4134388 w 8156794"/>
                  <a:gd name="connsiteY2-468" fmla="*/ 2972904 h 2973000"/>
                  <a:gd name="connsiteX3-469" fmla="*/ 2295 w 8156794"/>
                  <a:gd name="connsiteY3-470" fmla="*/ 1618086 h 2973000"/>
                  <a:gd name="connsiteX4-471" fmla="*/ 767 w 8156794"/>
                  <a:gd name="connsiteY4-472" fmla="*/ 147145 h 2973000"/>
                  <a:gd name="connsiteX5-473" fmla="*/ 4068271 w 8156794"/>
                  <a:gd name="connsiteY5-474" fmla="*/ 1566042 h 2973000"/>
                  <a:gd name="connsiteX6-475" fmla="*/ 8156794 w 8156794"/>
                  <a:gd name="connsiteY6-476" fmla="*/ 0 h 2973000"/>
                  <a:gd name="connsiteX0-477" fmla="*/ 8156794 w 8156794"/>
                  <a:gd name="connsiteY0-478" fmla="*/ 0 h 2973000"/>
                  <a:gd name="connsiteX1-479" fmla="*/ 8156794 w 8156794"/>
                  <a:gd name="connsiteY1-480" fmla="*/ 1673520 h 2973000"/>
                  <a:gd name="connsiteX2-481" fmla="*/ 4134388 w 8156794"/>
                  <a:gd name="connsiteY2-482" fmla="*/ 2972904 h 2973000"/>
                  <a:gd name="connsiteX3-483" fmla="*/ 2295 w 8156794"/>
                  <a:gd name="connsiteY3-484" fmla="*/ 1618086 h 2973000"/>
                  <a:gd name="connsiteX4-485" fmla="*/ 767 w 8156794"/>
                  <a:gd name="connsiteY4-486" fmla="*/ 147145 h 2973000"/>
                  <a:gd name="connsiteX5-487" fmla="*/ 4068271 w 8156794"/>
                  <a:gd name="connsiteY5-488" fmla="*/ 1566042 h 2973000"/>
                  <a:gd name="connsiteX6-489" fmla="*/ 8156794 w 8156794"/>
                  <a:gd name="connsiteY6-490" fmla="*/ 0 h 2973000"/>
                  <a:gd name="connsiteX0-491" fmla="*/ 8156794 w 8156794"/>
                  <a:gd name="connsiteY0-492" fmla="*/ 0 h 2973000"/>
                  <a:gd name="connsiteX1-493" fmla="*/ 8156794 w 8156794"/>
                  <a:gd name="connsiteY1-494" fmla="*/ 1673520 h 2973000"/>
                  <a:gd name="connsiteX2-495" fmla="*/ 4134388 w 8156794"/>
                  <a:gd name="connsiteY2-496" fmla="*/ 2972904 h 2973000"/>
                  <a:gd name="connsiteX3-497" fmla="*/ 2295 w 8156794"/>
                  <a:gd name="connsiteY3-498" fmla="*/ 1618086 h 2973000"/>
                  <a:gd name="connsiteX4-499" fmla="*/ 767 w 8156794"/>
                  <a:gd name="connsiteY4-500" fmla="*/ 147145 h 2973000"/>
                  <a:gd name="connsiteX5-501" fmla="*/ 4068271 w 8156794"/>
                  <a:gd name="connsiteY5-502" fmla="*/ 1566042 h 2973000"/>
                  <a:gd name="connsiteX6-503" fmla="*/ 8156794 w 8156794"/>
                  <a:gd name="connsiteY6-504" fmla="*/ 0 h 2973000"/>
                  <a:gd name="connsiteX0-505" fmla="*/ 8156794 w 8156794"/>
                  <a:gd name="connsiteY0-506" fmla="*/ 0 h 2973020"/>
                  <a:gd name="connsiteX1-507" fmla="*/ 8156794 w 8156794"/>
                  <a:gd name="connsiteY1-508" fmla="*/ 1673520 h 2973020"/>
                  <a:gd name="connsiteX2-509" fmla="*/ 4134388 w 8156794"/>
                  <a:gd name="connsiteY2-510" fmla="*/ 2972904 h 2973020"/>
                  <a:gd name="connsiteX3-511" fmla="*/ 2295 w 8156794"/>
                  <a:gd name="connsiteY3-512" fmla="*/ 1618086 h 2973020"/>
                  <a:gd name="connsiteX4-513" fmla="*/ 767 w 8156794"/>
                  <a:gd name="connsiteY4-514" fmla="*/ 147145 h 2973020"/>
                  <a:gd name="connsiteX5-515" fmla="*/ 4068271 w 8156794"/>
                  <a:gd name="connsiteY5-516" fmla="*/ 1566042 h 2973020"/>
                  <a:gd name="connsiteX6-517" fmla="*/ 8156794 w 8156794"/>
                  <a:gd name="connsiteY6-518" fmla="*/ 0 h 2973020"/>
                  <a:gd name="connsiteX0-519" fmla="*/ 8156794 w 8156794"/>
                  <a:gd name="connsiteY0-520" fmla="*/ 0 h 2973021"/>
                  <a:gd name="connsiteX1-521" fmla="*/ 8156794 w 8156794"/>
                  <a:gd name="connsiteY1-522" fmla="*/ 1673520 h 2973021"/>
                  <a:gd name="connsiteX2-523" fmla="*/ 4134388 w 8156794"/>
                  <a:gd name="connsiteY2-524" fmla="*/ 2972904 h 2973021"/>
                  <a:gd name="connsiteX3-525" fmla="*/ 2295 w 8156794"/>
                  <a:gd name="connsiteY3-526" fmla="*/ 1618086 h 2973021"/>
                  <a:gd name="connsiteX4-527" fmla="*/ 767 w 8156794"/>
                  <a:gd name="connsiteY4-528" fmla="*/ 147145 h 2973021"/>
                  <a:gd name="connsiteX5-529" fmla="*/ 4068271 w 8156794"/>
                  <a:gd name="connsiteY5-530" fmla="*/ 1566042 h 2973021"/>
                  <a:gd name="connsiteX6-531" fmla="*/ 8156794 w 8156794"/>
                  <a:gd name="connsiteY6-532" fmla="*/ 0 h 2973021"/>
                  <a:gd name="connsiteX0-533" fmla="*/ 8156794 w 8156794"/>
                  <a:gd name="connsiteY0-534" fmla="*/ 0 h 2973021"/>
                  <a:gd name="connsiteX1-535" fmla="*/ 8156794 w 8156794"/>
                  <a:gd name="connsiteY1-536" fmla="*/ 1673520 h 2973021"/>
                  <a:gd name="connsiteX2-537" fmla="*/ 4134388 w 8156794"/>
                  <a:gd name="connsiteY2-538" fmla="*/ 2972904 h 2973021"/>
                  <a:gd name="connsiteX3-539" fmla="*/ 2295 w 8156794"/>
                  <a:gd name="connsiteY3-540" fmla="*/ 1618086 h 2973021"/>
                  <a:gd name="connsiteX4-541" fmla="*/ 767 w 8156794"/>
                  <a:gd name="connsiteY4-542" fmla="*/ 147145 h 2973021"/>
                  <a:gd name="connsiteX5-543" fmla="*/ 4068271 w 8156794"/>
                  <a:gd name="connsiteY5-544" fmla="*/ 1566042 h 2973021"/>
                  <a:gd name="connsiteX6-545" fmla="*/ 8156794 w 8156794"/>
                  <a:gd name="connsiteY6-546" fmla="*/ 0 h 2973021"/>
                  <a:gd name="connsiteX0-547" fmla="*/ 8156794 w 8156794"/>
                  <a:gd name="connsiteY0-548" fmla="*/ 0 h 2973021"/>
                  <a:gd name="connsiteX1-549" fmla="*/ 8156794 w 8156794"/>
                  <a:gd name="connsiteY1-550" fmla="*/ 1673520 h 2973021"/>
                  <a:gd name="connsiteX2-551" fmla="*/ 4134388 w 8156794"/>
                  <a:gd name="connsiteY2-552" fmla="*/ 2972904 h 2973021"/>
                  <a:gd name="connsiteX3-553" fmla="*/ 2295 w 8156794"/>
                  <a:gd name="connsiteY3-554" fmla="*/ 1618086 h 2973021"/>
                  <a:gd name="connsiteX4-555" fmla="*/ 767 w 8156794"/>
                  <a:gd name="connsiteY4-556" fmla="*/ 147145 h 2973021"/>
                  <a:gd name="connsiteX5-557" fmla="*/ 4068271 w 8156794"/>
                  <a:gd name="connsiteY5-558" fmla="*/ 1566042 h 2973021"/>
                  <a:gd name="connsiteX6-559" fmla="*/ 8156794 w 8156794"/>
                  <a:gd name="connsiteY6-560" fmla="*/ 0 h 2973021"/>
                  <a:gd name="connsiteX0-561" fmla="*/ 8156794 w 8156794"/>
                  <a:gd name="connsiteY0-562" fmla="*/ 0 h 2973021"/>
                  <a:gd name="connsiteX1-563" fmla="*/ 8156794 w 8156794"/>
                  <a:gd name="connsiteY1-564" fmla="*/ 1673520 h 2973021"/>
                  <a:gd name="connsiteX2-565" fmla="*/ 4134388 w 8156794"/>
                  <a:gd name="connsiteY2-566" fmla="*/ 2972904 h 2973021"/>
                  <a:gd name="connsiteX3-567" fmla="*/ 2295 w 8156794"/>
                  <a:gd name="connsiteY3-568" fmla="*/ 1618086 h 2973021"/>
                  <a:gd name="connsiteX4-569" fmla="*/ 767 w 8156794"/>
                  <a:gd name="connsiteY4-570" fmla="*/ 147145 h 2973021"/>
                  <a:gd name="connsiteX5-571" fmla="*/ 4068271 w 8156794"/>
                  <a:gd name="connsiteY5-572" fmla="*/ 1566042 h 2973021"/>
                  <a:gd name="connsiteX6-573" fmla="*/ 8156794 w 8156794"/>
                  <a:gd name="connsiteY6-574" fmla="*/ 0 h 2973021"/>
                  <a:gd name="connsiteX0-575" fmla="*/ 8156794 w 8156794"/>
                  <a:gd name="connsiteY0-576" fmla="*/ 0 h 2973141"/>
                  <a:gd name="connsiteX1-577" fmla="*/ 8156794 w 8156794"/>
                  <a:gd name="connsiteY1-578" fmla="*/ 1673520 h 2973141"/>
                  <a:gd name="connsiteX2-579" fmla="*/ 4134388 w 8156794"/>
                  <a:gd name="connsiteY2-580" fmla="*/ 2972904 h 2973141"/>
                  <a:gd name="connsiteX3-581" fmla="*/ 2295 w 8156794"/>
                  <a:gd name="connsiteY3-582" fmla="*/ 1618086 h 2973141"/>
                  <a:gd name="connsiteX4-583" fmla="*/ 767 w 8156794"/>
                  <a:gd name="connsiteY4-584" fmla="*/ 147145 h 2973141"/>
                  <a:gd name="connsiteX5-585" fmla="*/ 4068271 w 8156794"/>
                  <a:gd name="connsiteY5-586" fmla="*/ 1566042 h 2973141"/>
                  <a:gd name="connsiteX6-587" fmla="*/ 8156794 w 8156794"/>
                  <a:gd name="connsiteY6-588" fmla="*/ 0 h 2973141"/>
                  <a:gd name="connsiteX0-589" fmla="*/ 8156794 w 8156794"/>
                  <a:gd name="connsiteY0-590" fmla="*/ 0 h 3066827"/>
                  <a:gd name="connsiteX1-591" fmla="*/ 8156794 w 8156794"/>
                  <a:gd name="connsiteY1-592" fmla="*/ 1673520 h 3066827"/>
                  <a:gd name="connsiteX2-593" fmla="*/ 4123353 w 8156794"/>
                  <a:gd name="connsiteY2-594" fmla="*/ 3066650 h 3066827"/>
                  <a:gd name="connsiteX3-595" fmla="*/ 2295 w 8156794"/>
                  <a:gd name="connsiteY3-596" fmla="*/ 1618086 h 3066827"/>
                  <a:gd name="connsiteX4-597" fmla="*/ 767 w 8156794"/>
                  <a:gd name="connsiteY4-598" fmla="*/ 147145 h 3066827"/>
                  <a:gd name="connsiteX5-599" fmla="*/ 4068271 w 8156794"/>
                  <a:gd name="connsiteY5-600" fmla="*/ 1566042 h 3066827"/>
                  <a:gd name="connsiteX6-601" fmla="*/ 8156794 w 8156794"/>
                  <a:gd name="connsiteY6-602" fmla="*/ 0 h 3066827"/>
                  <a:gd name="connsiteX0-603" fmla="*/ 8123689 w 8156794"/>
                  <a:gd name="connsiteY0-604" fmla="*/ 0 h 2999866"/>
                  <a:gd name="connsiteX1-605" fmla="*/ 8156794 w 8156794"/>
                  <a:gd name="connsiteY1-606" fmla="*/ 1606559 h 2999866"/>
                  <a:gd name="connsiteX2-607" fmla="*/ 4123353 w 8156794"/>
                  <a:gd name="connsiteY2-608" fmla="*/ 2999689 h 2999866"/>
                  <a:gd name="connsiteX3-609" fmla="*/ 2295 w 8156794"/>
                  <a:gd name="connsiteY3-610" fmla="*/ 1551125 h 2999866"/>
                  <a:gd name="connsiteX4-611" fmla="*/ 767 w 8156794"/>
                  <a:gd name="connsiteY4-612" fmla="*/ 80184 h 2999866"/>
                  <a:gd name="connsiteX5-613" fmla="*/ 4068271 w 8156794"/>
                  <a:gd name="connsiteY5-614" fmla="*/ 1499081 h 2999866"/>
                  <a:gd name="connsiteX6-615" fmla="*/ 8123689 w 8156794"/>
                  <a:gd name="connsiteY6-616" fmla="*/ 0 h 2999866"/>
                  <a:gd name="connsiteX0-617" fmla="*/ 8167828 w 8167828"/>
                  <a:gd name="connsiteY0-618" fmla="*/ 0 h 3026651"/>
                  <a:gd name="connsiteX1-619" fmla="*/ 8156794 w 8167828"/>
                  <a:gd name="connsiteY1-620" fmla="*/ 1633344 h 3026651"/>
                  <a:gd name="connsiteX2-621" fmla="*/ 4123353 w 8167828"/>
                  <a:gd name="connsiteY2-622" fmla="*/ 3026474 h 3026651"/>
                  <a:gd name="connsiteX3-623" fmla="*/ 2295 w 8167828"/>
                  <a:gd name="connsiteY3-624" fmla="*/ 1577910 h 3026651"/>
                  <a:gd name="connsiteX4-625" fmla="*/ 767 w 8167828"/>
                  <a:gd name="connsiteY4-626" fmla="*/ 106969 h 3026651"/>
                  <a:gd name="connsiteX5-627" fmla="*/ 4068271 w 8167828"/>
                  <a:gd name="connsiteY5-628" fmla="*/ 1525866 h 3026651"/>
                  <a:gd name="connsiteX6-629" fmla="*/ 8167828 w 8167828"/>
                  <a:gd name="connsiteY6-630" fmla="*/ 0 h 3026651"/>
                  <a:gd name="connsiteX0-631" fmla="*/ 8167828 w 8167828"/>
                  <a:gd name="connsiteY0-632" fmla="*/ 0 h 3027228"/>
                  <a:gd name="connsiteX1-633" fmla="*/ 8145760 w 8167828"/>
                  <a:gd name="connsiteY1-634" fmla="*/ 1686913 h 3027228"/>
                  <a:gd name="connsiteX2-635" fmla="*/ 4123353 w 8167828"/>
                  <a:gd name="connsiteY2-636" fmla="*/ 3026474 h 3027228"/>
                  <a:gd name="connsiteX3-637" fmla="*/ 2295 w 8167828"/>
                  <a:gd name="connsiteY3-638" fmla="*/ 1577910 h 3027228"/>
                  <a:gd name="connsiteX4-639" fmla="*/ 767 w 8167828"/>
                  <a:gd name="connsiteY4-640" fmla="*/ 106969 h 3027228"/>
                  <a:gd name="connsiteX5-641" fmla="*/ 4068271 w 8167828"/>
                  <a:gd name="connsiteY5-642" fmla="*/ 1525866 h 3027228"/>
                  <a:gd name="connsiteX6-643" fmla="*/ 8167828 w 8167828"/>
                  <a:gd name="connsiteY6-644" fmla="*/ 0 h 3027228"/>
                  <a:gd name="connsiteX0-645" fmla="*/ 8156794 w 8156794"/>
                  <a:gd name="connsiteY0-646" fmla="*/ 0 h 2933483"/>
                  <a:gd name="connsiteX1-647" fmla="*/ 8145760 w 8156794"/>
                  <a:gd name="connsiteY1-648" fmla="*/ 1593168 h 2933483"/>
                  <a:gd name="connsiteX2-649" fmla="*/ 4123353 w 8156794"/>
                  <a:gd name="connsiteY2-650" fmla="*/ 2932729 h 2933483"/>
                  <a:gd name="connsiteX3-651" fmla="*/ 2295 w 8156794"/>
                  <a:gd name="connsiteY3-652" fmla="*/ 1484165 h 2933483"/>
                  <a:gd name="connsiteX4-653" fmla="*/ 767 w 8156794"/>
                  <a:gd name="connsiteY4-654" fmla="*/ 13224 h 2933483"/>
                  <a:gd name="connsiteX5-655" fmla="*/ 4068271 w 8156794"/>
                  <a:gd name="connsiteY5-656" fmla="*/ 1432121 h 2933483"/>
                  <a:gd name="connsiteX6-657" fmla="*/ 8156794 w 8156794"/>
                  <a:gd name="connsiteY6-658" fmla="*/ 0 h 2933483"/>
                  <a:gd name="connsiteX0-659" fmla="*/ 8156794 w 8156794"/>
                  <a:gd name="connsiteY0-660" fmla="*/ 0 h 2933483"/>
                  <a:gd name="connsiteX1-661" fmla="*/ 8145760 w 8156794"/>
                  <a:gd name="connsiteY1-662" fmla="*/ 1593168 h 2933483"/>
                  <a:gd name="connsiteX2-663" fmla="*/ 4123353 w 8156794"/>
                  <a:gd name="connsiteY2-664" fmla="*/ 2932729 h 2933483"/>
                  <a:gd name="connsiteX3-665" fmla="*/ 2295 w 8156794"/>
                  <a:gd name="connsiteY3-666" fmla="*/ 1484165 h 2933483"/>
                  <a:gd name="connsiteX4-667" fmla="*/ 767 w 8156794"/>
                  <a:gd name="connsiteY4-668" fmla="*/ 13224 h 2933483"/>
                  <a:gd name="connsiteX5-669" fmla="*/ 4068271 w 8156794"/>
                  <a:gd name="connsiteY5-670" fmla="*/ 1432121 h 2933483"/>
                  <a:gd name="connsiteX6-671" fmla="*/ 8156794 w 8156794"/>
                  <a:gd name="connsiteY6-672" fmla="*/ 0 h 2933483"/>
                  <a:gd name="connsiteX0-673" fmla="*/ 8123689 w 8145760"/>
                  <a:gd name="connsiteY0-674" fmla="*/ 13560 h 2920259"/>
                  <a:gd name="connsiteX1-675" fmla="*/ 8145760 w 8145760"/>
                  <a:gd name="connsiteY1-676" fmla="*/ 1579944 h 2920259"/>
                  <a:gd name="connsiteX2-677" fmla="*/ 4123353 w 8145760"/>
                  <a:gd name="connsiteY2-678" fmla="*/ 2919505 h 2920259"/>
                  <a:gd name="connsiteX3-679" fmla="*/ 2295 w 8145760"/>
                  <a:gd name="connsiteY3-680" fmla="*/ 1470941 h 2920259"/>
                  <a:gd name="connsiteX4-681" fmla="*/ 767 w 8145760"/>
                  <a:gd name="connsiteY4-682" fmla="*/ 0 h 2920259"/>
                  <a:gd name="connsiteX5-683" fmla="*/ 4068271 w 8145760"/>
                  <a:gd name="connsiteY5-684" fmla="*/ 1418897 h 2920259"/>
                  <a:gd name="connsiteX6-685" fmla="*/ 8123689 w 8145760"/>
                  <a:gd name="connsiteY6-686" fmla="*/ 13560 h 2920259"/>
                  <a:gd name="connsiteX0-687" fmla="*/ 8178863 w 8178863"/>
                  <a:gd name="connsiteY0-688" fmla="*/ 26952 h 2920259"/>
                  <a:gd name="connsiteX1-689" fmla="*/ 8145760 w 8178863"/>
                  <a:gd name="connsiteY1-690" fmla="*/ 1579944 h 2920259"/>
                  <a:gd name="connsiteX2-691" fmla="*/ 4123353 w 8178863"/>
                  <a:gd name="connsiteY2-692" fmla="*/ 2919505 h 2920259"/>
                  <a:gd name="connsiteX3-693" fmla="*/ 2295 w 8178863"/>
                  <a:gd name="connsiteY3-694" fmla="*/ 1470941 h 2920259"/>
                  <a:gd name="connsiteX4-695" fmla="*/ 767 w 8178863"/>
                  <a:gd name="connsiteY4-696" fmla="*/ 0 h 2920259"/>
                  <a:gd name="connsiteX5-697" fmla="*/ 4068271 w 8178863"/>
                  <a:gd name="connsiteY5-698" fmla="*/ 1418897 h 2920259"/>
                  <a:gd name="connsiteX6-699" fmla="*/ 8178863 w 8178863"/>
                  <a:gd name="connsiteY6-700" fmla="*/ 26952 h 2920259"/>
                  <a:gd name="connsiteX0-701" fmla="*/ 8167827 w 8167827"/>
                  <a:gd name="connsiteY0-702" fmla="*/ 40343 h 2920259"/>
                  <a:gd name="connsiteX1-703" fmla="*/ 8145760 w 8167827"/>
                  <a:gd name="connsiteY1-704" fmla="*/ 1579944 h 2920259"/>
                  <a:gd name="connsiteX2-705" fmla="*/ 4123353 w 8167827"/>
                  <a:gd name="connsiteY2-706" fmla="*/ 2919505 h 2920259"/>
                  <a:gd name="connsiteX3-707" fmla="*/ 2295 w 8167827"/>
                  <a:gd name="connsiteY3-708" fmla="*/ 1470941 h 2920259"/>
                  <a:gd name="connsiteX4-709" fmla="*/ 767 w 8167827"/>
                  <a:gd name="connsiteY4-710" fmla="*/ 0 h 2920259"/>
                  <a:gd name="connsiteX5-711" fmla="*/ 4068271 w 8167827"/>
                  <a:gd name="connsiteY5-712" fmla="*/ 1418897 h 2920259"/>
                  <a:gd name="connsiteX6-713" fmla="*/ 8167827 w 8167827"/>
                  <a:gd name="connsiteY6-714" fmla="*/ 40343 h 2920259"/>
                  <a:gd name="connsiteX0-715" fmla="*/ 8123687 w 8145760"/>
                  <a:gd name="connsiteY0-716" fmla="*/ 53735 h 2920259"/>
                  <a:gd name="connsiteX1-717" fmla="*/ 8145760 w 8145760"/>
                  <a:gd name="connsiteY1-718" fmla="*/ 1579944 h 2920259"/>
                  <a:gd name="connsiteX2-719" fmla="*/ 4123353 w 8145760"/>
                  <a:gd name="connsiteY2-720" fmla="*/ 2919505 h 2920259"/>
                  <a:gd name="connsiteX3-721" fmla="*/ 2295 w 8145760"/>
                  <a:gd name="connsiteY3-722" fmla="*/ 1470941 h 2920259"/>
                  <a:gd name="connsiteX4-723" fmla="*/ 767 w 8145760"/>
                  <a:gd name="connsiteY4-724" fmla="*/ 0 h 2920259"/>
                  <a:gd name="connsiteX5-725" fmla="*/ 4068271 w 8145760"/>
                  <a:gd name="connsiteY5-726" fmla="*/ 1418897 h 2920259"/>
                  <a:gd name="connsiteX6-727" fmla="*/ 8123687 w 8145760"/>
                  <a:gd name="connsiteY6-728" fmla="*/ 53735 h 2920259"/>
                  <a:gd name="connsiteX0-729" fmla="*/ 8161918 w 8161918"/>
                  <a:gd name="connsiteY0-730" fmla="*/ 0 h 2943855"/>
                  <a:gd name="connsiteX1-731" fmla="*/ 8145760 w 8161918"/>
                  <a:gd name="connsiteY1-732" fmla="*/ 1603540 h 2943855"/>
                  <a:gd name="connsiteX2-733" fmla="*/ 4123353 w 8161918"/>
                  <a:gd name="connsiteY2-734" fmla="*/ 2943101 h 2943855"/>
                  <a:gd name="connsiteX3-735" fmla="*/ 2295 w 8161918"/>
                  <a:gd name="connsiteY3-736" fmla="*/ 1494537 h 2943855"/>
                  <a:gd name="connsiteX4-737" fmla="*/ 767 w 8161918"/>
                  <a:gd name="connsiteY4-738" fmla="*/ 23596 h 2943855"/>
                  <a:gd name="connsiteX5-739" fmla="*/ 4068271 w 8161918"/>
                  <a:gd name="connsiteY5-740" fmla="*/ 1442493 h 2943855"/>
                  <a:gd name="connsiteX6-741" fmla="*/ 8161918 w 8161918"/>
                  <a:gd name="connsiteY6-742" fmla="*/ 0 h 2943855"/>
                  <a:gd name="connsiteX0-743" fmla="*/ 8144926 w 8145760"/>
                  <a:gd name="connsiteY0-744" fmla="*/ 43424 h 2920259"/>
                  <a:gd name="connsiteX1-745" fmla="*/ 8145760 w 8145760"/>
                  <a:gd name="connsiteY1-746" fmla="*/ 1579944 h 2920259"/>
                  <a:gd name="connsiteX2-747" fmla="*/ 4123353 w 8145760"/>
                  <a:gd name="connsiteY2-748" fmla="*/ 2919505 h 2920259"/>
                  <a:gd name="connsiteX3-749" fmla="*/ 2295 w 8145760"/>
                  <a:gd name="connsiteY3-750" fmla="*/ 1470941 h 2920259"/>
                  <a:gd name="connsiteX4-751" fmla="*/ 767 w 8145760"/>
                  <a:gd name="connsiteY4-752" fmla="*/ 0 h 2920259"/>
                  <a:gd name="connsiteX5-753" fmla="*/ 4068271 w 8145760"/>
                  <a:gd name="connsiteY5-754" fmla="*/ 1418897 h 2920259"/>
                  <a:gd name="connsiteX6-755" fmla="*/ 8144926 w 8145760"/>
                  <a:gd name="connsiteY6-756" fmla="*/ 43424 h 2920259"/>
                  <a:gd name="connsiteX0-757" fmla="*/ 8161918 w 8161918"/>
                  <a:gd name="connsiteY0-758" fmla="*/ 0 h 2959321"/>
                  <a:gd name="connsiteX1-759" fmla="*/ 8145760 w 8161918"/>
                  <a:gd name="connsiteY1-760" fmla="*/ 1619006 h 2959321"/>
                  <a:gd name="connsiteX2-761" fmla="*/ 4123353 w 8161918"/>
                  <a:gd name="connsiteY2-762" fmla="*/ 2958567 h 2959321"/>
                  <a:gd name="connsiteX3-763" fmla="*/ 2295 w 8161918"/>
                  <a:gd name="connsiteY3-764" fmla="*/ 1510003 h 2959321"/>
                  <a:gd name="connsiteX4-765" fmla="*/ 767 w 8161918"/>
                  <a:gd name="connsiteY4-766" fmla="*/ 39062 h 2959321"/>
                  <a:gd name="connsiteX5-767" fmla="*/ 4068271 w 8161918"/>
                  <a:gd name="connsiteY5-768" fmla="*/ 1457959 h 2959321"/>
                  <a:gd name="connsiteX6-769" fmla="*/ 8161918 w 8161918"/>
                  <a:gd name="connsiteY6-770" fmla="*/ 0 h 2959321"/>
                  <a:gd name="connsiteX0-771" fmla="*/ 8161918 w 8162752"/>
                  <a:gd name="connsiteY0-772" fmla="*/ 0 h 2959488"/>
                  <a:gd name="connsiteX1-773" fmla="*/ 8162752 w 8162752"/>
                  <a:gd name="connsiteY1-774" fmla="*/ 1629317 h 2959488"/>
                  <a:gd name="connsiteX2-775" fmla="*/ 4123353 w 8162752"/>
                  <a:gd name="connsiteY2-776" fmla="*/ 2958567 h 2959488"/>
                  <a:gd name="connsiteX3-777" fmla="*/ 2295 w 8162752"/>
                  <a:gd name="connsiteY3-778" fmla="*/ 1510003 h 2959488"/>
                  <a:gd name="connsiteX4-779" fmla="*/ 767 w 8162752"/>
                  <a:gd name="connsiteY4-780" fmla="*/ 39062 h 2959488"/>
                  <a:gd name="connsiteX5-781" fmla="*/ 4068271 w 8162752"/>
                  <a:gd name="connsiteY5-782" fmla="*/ 1457959 h 2959488"/>
                  <a:gd name="connsiteX6-783" fmla="*/ 8161918 w 8162752"/>
                  <a:gd name="connsiteY6-784" fmla="*/ 0 h 2959488"/>
                  <a:gd name="connsiteX0-785" fmla="*/ 8165930 w 8166764"/>
                  <a:gd name="connsiteY0-786" fmla="*/ 7337 h 2966825"/>
                  <a:gd name="connsiteX1-787" fmla="*/ 8166764 w 8166764"/>
                  <a:gd name="connsiteY1-788" fmla="*/ 1636654 h 2966825"/>
                  <a:gd name="connsiteX2-789" fmla="*/ 4127365 w 8166764"/>
                  <a:gd name="connsiteY2-790" fmla="*/ 2965904 h 2966825"/>
                  <a:gd name="connsiteX3-791" fmla="*/ 6307 w 8166764"/>
                  <a:gd name="connsiteY3-792" fmla="*/ 1517340 h 2966825"/>
                  <a:gd name="connsiteX4-793" fmla="*/ 532 w 8166764"/>
                  <a:gd name="connsiteY4-794" fmla="*/ 0 h 2966825"/>
                  <a:gd name="connsiteX5-795" fmla="*/ 4072283 w 8166764"/>
                  <a:gd name="connsiteY5-796" fmla="*/ 1465296 h 2966825"/>
                  <a:gd name="connsiteX6-797" fmla="*/ 8165930 w 8166764"/>
                  <a:gd name="connsiteY6-798" fmla="*/ 7337 h 2966825"/>
                  <a:gd name="connsiteX0-799" fmla="*/ 8168119 w 8168953"/>
                  <a:gd name="connsiteY0-800" fmla="*/ 7337 h 2966682"/>
                  <a:gd name="connsiteX1-801" fmla="*/ 8168953 w 8168953"/>
                  <a:gd name="connsiteY1-802" fmla="*/ 1636654 h 2966682"/>
                  <a:gd name="connsiteX2-803" fmla="*/ 4129554 w 8168953"/>
                  <a:gd name="connsiteY2-804" fmla="*/ 2965904 h 2966682"/>
                  <a:gd name="connsiteX3-805" fmla="*/ 0 w 8168953"/>
                  <a:gd name="connsiteY3-806" fmla="*/ 1527651 h 2966682"/>
                  <a:gd name="connsiteX4-807" fmla="*/ 2721 w 8168953"/>
                  <a:gd name="connsiteY4-808" fmla="*/ 0 h 2966682"/>
                  <a:gd name="connsiteX5-809" fmla="*/ 4074472 w 8168953"/>
                  <a:gd name="connsiteY5-810" fmla="*/ 1465296 h 2966682"/>
                  <a:gd name="connsiteX6-811" fmla="*/ 8168119 w 8168953"/>
                  <a:gd name="connsiteY6-812" fmla="*/ 7337 h 2966682"/>
                  <a:gd name="connsiteX0-813" fmla="*/ 8168119 w 8168953"/>
                  <a:gd name="connsiteY0-814" fmla="*/ 7337 h 3100377"/>
                  <a:gd name="connsiteX1-815" fmla="*/ 8168953 w 8168953"/>
                  <a:gd name="connsiteY1-816" fmla="*/ 1636654 h 3100377"/>
                  <a:gd name="connsiteX2-817" fmla="*/ 4118520 w 8168953"/>
                  <a:gd name="connsiteY2-818" fmla="*/ 3099826 h 3100377"/>
                  <a:gd name="connsiteX3-819" fmla="*/ 0 w 8168953"/>
                  <a:gd name="connsiteY3-820" fmla="*/ 1527651 h 3100377"/>
                  <a:gd name="connsiteX4-821" fmla="*/ 2721 w 8168953"/>
                  <a:gd name="connsiteY4-822" fmla="*/ 0 h 3100377"/>
                  <a:gd name="connsiteX5-823" fmla="*/ 4074472 w 8168953"/>
                  <a:gd name="connsiteY5-824" fmla="*/ 1465296 h 3100377"/>
                  <a:gd name="connsiteX6-825" fmla="*/ 8168119 w 8168953"/>
                  <a:gd name="connsiteY6-826" fmla="*/ 7337 h 3100377"/>
                  <a:gd name="connsiteX0-827" fmla="*/ 8168119 w 8168953"/>
                  <a:gd name="connsiteY0-828" fmla="*/ 7337 h 3100429"/>
                  <a:gd name="connsiteX1-829" fmla="*/ 8168953 w 8168953"/>
                  <a:gd name="connsiteY1-830" fmla="*/ 1636654 h 3100429"/>
                  <a:gd name="connsiteX2-831" fmla="*/ 4118520 w 8168953"/>
                  <a:gd name="connsiteY2-832" fmla="*/ 3099826 h 3100429"/>
                  <a:gd name="connsiteX3-833" fmla="*/ 0 w 8168953"/>
                  <a:gd name="connsiteY3-834" fmla="*/ 1527651 h 3100429"/>
                  <a:gd name="connsiteX4-835" fmla="*/ 2721 w 8168953"/>
                  <a:gd name="connsiteY4-836" fmla="*/ 0 h 3100429"/>
                  <a:gd name="connsiteX5-837" fmla="*/ 4074472 w 8168953"/>
                  <a:gd name="connsiteY5-838" fmla="*/ 1465296 h 3100429"/>
                  <a:gd name="connsiteX6-839" fmla="*/ 8168119 w 8168953"/>
                  <a:gd name="connsiteY6-840" fmla="*/ 7337 h 3100429"/>
                  <a:gd name="connsiteX0-841" fmla="*/ 8165849 w 8166683"/>
                  <a:gd name="connsiteY0-842" fmla="*/ 7337 h 3099826"/>
                  <a:gd name="connsiteX1-843" fmla="*/ 8166683 w 8166683"/>
                  <a:gd name="connsiteY1-844" fmla="*/ 1636654 h 3099826"/>
                  <a:gd name="connsiteX2-845" fmla="*/ 4116250 w 8166683"/>
                  <a:gd name="connsiteY2-846" fmla="*/ 3099826 h 3099826"/>
                  <a:gd name="connsiteX3-847" fmla="*/ 8764 w 8166683"/>
                  <a:gd name="connsiteY3-848" fmla="*/ 1634789 h 3099826"/>
                  <a:gd name="connsiteX4-849" fmla="*/ 451 w 8166683"/>
                  <a:gd name="connsiteY4-850" fmla="*/ 0 h 3099826"/>
                  <a:gd name="connsiteX5-851" fmla="*/ 4072202 w 8166683"/>
                  <a:gd name="connsiteY5-852" fmla="*/ 1465296 h 3099826"/>
                  <a:gd name="connsiteX6-853" fmla="*/ 8165849 w 8166683"/>
                  <a:gd name="connsiteY6-854" fmla="*/ 7337 h 3099826"/>
                  <a:gd name="connsiteX0-855" fmla="*/ 8165849 w 8166683"/>
                  <a:gd name="connsiteY0-856" fmla="*/ 7337 h 3099826"/>
                  <a:gd name="connsiteX1-857" fmla="*/ 8166683 w 8166683"/>
                  <a:gd name="connsiteY1-858" fmla="*/ 1636654 h 3099826"/>
                  <a:gd name="connsiteX2-859" fmla="*/ 4116250 w 8166683"/>
                  <a:gd name="connsiteY2-860" fmla="*/ 3099826 h 3099826"/>
                  <a:gd name="connsiteX3-861" fmla="*/ 8764 w 8166683"/>
                  <a:gd name="connsiteY3-862" fmla="*/ 1634789 h 3099826"/>
                  <a:gd name="connsiteX4-863" fmla="*/ 451 w 8166683"/>
                  <a:gd name="connsiteY4-864" fmla="*/ 0 h 3099826"/>
                  <a:gd name="connsiteX5-865" fmla="*/ 4072202 w 8166683"/>
                  <a:gd name="connsiteY5-866" fmla="*/ 1465296 h 3099826"/>
                  <a:gd name="connsiteX6-867" fmla="*/ 8165849 w 8166683"/>
                  <a:gd name="connsiteY6-868" fmla="*/ 7337 h 3099826"/>
                  <a:gd name="connsiteX0-869" fmla="*/ 8165849 w 8166683"/>
                  <a:gd name="connsiteY0-870" fmla="*/ 7337 h 3099826"/>
                  <a:gd name="connsiteX1-871" fmla="*/ 8166683 w 8166683"/>
                  <a:gd name="connsiteY1-872" fmla="*/ 1636654 h 3099826"/>
                  <a:gd name="connsiteX2-873" fmla="*/ 4116250 w 8166683"/>
                  <a:gd name="connsiteY2-874" fmla="*/ 3099826 h 3099826"/>
                  <a:gd name="connsiteX3-875" fmla="*/ 8764 w 8166683"/>
                  <a:gd name="connsiteY3-876" fmla="*/ 1634789 h 3099826"/>
                  <a:gd name="connsiteX4-877" fmla="*/ 451 w 8166683"/>
                  <a:gd name="connsiteY4-878" fmla="*/ 0 h 3099826"/>
                  <a:gd name="connsiteX5-879" fmla="*/ 4061168 w 8166683"/>
                  <a:gd name="connsiteY5-880" fmla="*/ 1438511 h 3099826"/>
                  <a:gd name="connsiteX6-881" fmla="*/ 8165849 w 8166683"/>
                  <a:gd name="connsiteY6-882" fmla="*/ 7337 h 3099826"/>
                  <a:gd name="connsiteX0-883" fmla="*/ 8165849 w 8166683"/>
                  <a:gd name="connsiteY0-884" fmla="*/ 7337 h 3099826"/>
                  <a:gd name="connsiteX1-885" fmla="*/ 8166683 w 8166683"/>
                  <a:gd name="connsiteY1-886" fmla="*/ 1636654 h 3099826"/>
                  <a:gd name="connsiteX2-887" fmla="*/ 4116250 w 8166683"/>
                  <a:gd name="connsiteY2-888" fmla="*/ 3099826 h 3099826"/>
                  <a:gd name="connsiteX3-889" fmla="*/ 8764 w 8166683"/>
                  <a:gd name="connsiteY3-890" fmla="*/ 1634789 h 3099826"/>
                  <a:gd name="connsiteX4-891" fmla="*/ 451 w 8166683"/>
                  <a:gd name="connsiteY4-892" fmla="*/ 0 h 3099826"/>
                  <a:gd name="connsiteX5-893" fmla="*/ 4061168 w 8166683"/>
                  <a:gd name="connsiteY5-894" fmla="*/ 1438511 h 3099826"/>
                  <a:gd name="connsiteX6-895" fmla="*/ 8165849 w 8166683"/>
                  <a:gd name="connsiteY6-896" fmla="*/ 7337 h 309982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45" name="Group 4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" name="Freeform 23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-1" fmla="*/ 3725333 w 4641485"/>
                    <a:gd name="connsiteY0-2" fmla="*/ 0 h 1049866"/>
                    <a:gd name="connsiteX1-3" fmla="*/ 4641485 w 4641485"/>
                    <a:gd name="connsiteY1-4" fmla="*/ 239402 h 1049866"/>
                    <a:gd name="connsiteX2-5" fmla="*/ 3962400 w 4641485"/>
                    <a:gd name="connsiteY2-6" fmla="*/ 541866 h 1049866"/>
                    <a:gd name="connsiteX3-7" fmla="*/ 3742267 w 4641485"/>
                    <a:gd name="connsiteY3-8" fmla="*/ 457200 h 1049866"/>
                    <a:gd name="connsiteX4-9" fmla="*/ 2269067 w 4641485"/>
                    <a:gd name="connsiteY4-10" fmla="*/ 1049866 h 1049866"/>
                    <a:gd name="connsiteX5-11" fmla="*/ 880533 w 4641485"/>
                    <a:gd name="connsiteY5-12" fmla="*/ 457200 h 1049866"/>
                    <a:gd name="connsiteX6-13" fmla="*/ 592667 w 4641485"/>
                    <a:gd name="connsiteY6-14" fmla="*/ 541866 h 1049866"/>
                    <a:gd name="connsiteX7-15" fmla="*/ 0 w 4641485"/>
                    <a:gd name="connsiteY7-16" fmla="*/ 254000 h 1049866"/>
                    <a:gd name="connsiteX8-17" fmla="*/ 880533 w 4641485"/>
                    <a:gd name="connsiteY8-18" fmla="*/ 16933 h 1049866"/>
                    <a:gd name="connsiteX9-19" fmla="*/ 2302933 w 4641485"/>
                    <a:gd name="connsiteY9-20" fmla="*/ 626533 h 1049866"/>
                    <a:gd name="connsiteX10-21" fmla="*/ 3725333 w 4641485"/>
                    <a:gd name="connsiteY10-22" fmla="*/ 0 h 1049866"/>
                    <a:gd name="connsiteX0-23" fmla="*/ 3756864 w 4673016"/>
                    <a:gd name="connsiteY0-24" fmla="*/ 0 h 1049866"/>
                    <a:gd name="connsiteX1-25" fmla="*/ 4673016 w 4673016"/>
                    <a:gd name="connsiteY1-26" fmla="*/ 239402 h 1049866"/>
                    <a:gd name="connsiteX2-27" fmla="*/ 3993931 w 4673016"/>
                    <a:gd name="connsiteY2-28" fmla="*/ 541866 h 1049866"/>
                    <a:gd name="connsiteX3-29" fmla="*/ 3773798 w 4673016"/>
                    <a:gd name="connsiteY3-30" fmla="*/ 457200 h 1049866"/>
                    <a:gd name="connsiteX4-31" fmla="*/ 2300598 w 4673016"/>
                    <a:gd name="connsiteY4-32" fmla="*/ 1049866 h 1049866"/>
                    <a:gd name="connsiteX5-33" fmla="*/ 912064 w 4673016"/>
                    <a:gd name="connsiteY5-34" fmla="*/ 457200 h 1049866"/>
                    <a:gd name="connsiteX6-35" fmla="*/ 624198 w 4673016"/>
                    <a:gd name="connsiteY6-36" fmla="*/ 541866 h 1049866"/>
                    <a:gd name="connsiteX7-37" fmla="*/ 0 w 4673016"/>
                    <a:gd name="connsiteY7-38" fmla="*/ 232979 h 1049866"/>
                    <a:gd name="connsiteX8-39" fmla="*/ 912064 w 4673016"/>
                    <a:gd name="connsiteY8-40" fmla="*/ 16933 h 1049866"/>
                    <a:gd name="connsiteX9-41" fmla="*/ 2334464 w 4673016"/>
                    <a:gd name="connsiteY9-42" fmla="*/ 626533 h 1049866"/>
                    <a:gd name="connsiteX10-43" fmla="*/ 3756864 w 4673016"/>
                    <a:gd name="connsiteY10-44" fmla="*/ 0 h 1049866"/>
                    <a:gd name="connsiteX0-45" fmla="*/ 3756864 w 4673016"/>
                    <a:gd name="connsiteY0-46" fmla="*/ 0 h 1049866"/>
                    <a:gd name="connsiteX1-47" fmla="*/ 4673016 w 4673016"/>
                    <a:gd name="connsiteY1-48" fmla="*/ 239402 h 1049866"/>
                    <a:gd name="connsiteX2-49" fmla="*/ 3993931 w 4673016"/>
                    <a:gd name="connsiteY2-50" fmla="*/ 541866 h 1049866"/>
                    <a:gd name="connsiteX3-51" fmla="*/ 3784308 w 4673016"/>
                    <a:gd name="connsiteY3-52" fmla="*/ 404648 h 1049866"/>
                    <a:gd name="connsiteX4-53" fmla="*/ 2300598 w 4673016"/>
                    <a:gd name="connsiteY4-54" fmla="*/ 1049866 h 1049866"/>
                    <a:gd name="connsiteX5-55" fmla="*/ 912064 w 4673016"/>
                    <a:gd name="connsiteY5-56" fmla="*/ 457200 h 1049866"/>
                    <a:gd name="connsiteX6-57" fmla="*/ 624198 w 4673016"/>
                    <a:gd name="connsiteY6-58" fmla="*/ 541866 h 1049866"/>
                    <a:gd name="connsiteX7-59" fmla="*/ 0 w 4673016"/>
                    <a:gd name="connsiteY7-60" fmla="*/ 232979 h 1049866"/>
                    <a:gd name="connsiteX8-61" fmla="*/ 912064 w 4673016"/>
                    <a:gd name="connsiteY8-62" fmla="*/ 16933 h 1049866"/>
                    <a:gd name="connsiteX9-63" fmla="*/ 2334464 w 4673016"/>
                    <a:gd name="connsiteY9-64" fmla="*/ 626533 h 1049866"/>
                    <a:gd name="connsiteX10-65" fmla="*/ 3756864 w 4673016"/>
                    <a:gd name="connsiteY10-66" fmla="*/ 0 h 1049866"/>
                    <a:gd name="connsiteX0-67" fmla="*/ 3756864 w 4673016"/>
                    <a:gd name="connsiteY0-68" fmla="*/ 0 h 1049866"/>
                    <a:gd name="connsiteX1-69" fmla="*/ 4673016 w 4673016"/>
                    <a:gd name="connsiteY1-70" fmla="*/ 239402 h 1049866"/>
                    <a:gd name="connsiteX2-71" fmla="*/ 3993931 w 4673016"/>
                    <a:gd name="connsiteY2-72" fmla="*/ 541866 h 1049866"/>
                    <a:gd name="connsiteX3-73" fmla="*/ 3794818 w 4673016"/>
                    <a:gd name="connsiteY3-74" fmla="*/ 436179 h 1049866"/>
                    <a:gd name="connsiteX4-75" fmla="*/ 2300598 w 4673016"/>
                    <a:gd name="connsiteY4-76" fmla="*/ 1049866 h 1049866"/>
                    <a:gd name="connsiteX5-77" fmla="*/ 912064 w 4673016"/>
                    <a:gd name="connsiteY5-78" fmla="*/ 457200 h 1049866"/>
                    <a:gd name="connsiteX6-79" fmla="*/ 624198 w 4673016"/>
                    <a:gd name="connsiteY6-80" fmla="*/ 541866 h 1049866"/>
                    <a:gd name="connsiteX7-81" fmla="*/ 0 w 4673016"/>
                    <a:gd name="connsiteY7-82" fmla="*/ 232979 h 1049866"/>
                    <a:gd name="connsiteX8-83" fmla="*/ 912064 w 4673016"/>
                    <a:gd name="connsiteY8-84" fmla="*/ 16933 h 1049866"/>
                    <a:gd name="connsiteX9-85" fmla="*/ 2334464 w 4673016"/>
                    <a:gd name="connsiteY9-86" fmla="*/ 626533 h 1049866"/>
                    <a:gd name="connsiteX10-87" fmla="*/ 3756864 w 4673016"/>
                    <a:gd name="connsiteY10-88" fmla="*/ 0 h 1049866"/>
                    <a:gd name="connsiteX0-89" fmla="*/ 3756864 w 4673016"/>
                    <a:gd name="connsiteY0-90" fmla="*/ 0 h 1049866"/>
                    <a:gd name="connsiteX1-91" fmla="*/ 4673016 w 4673016"/>
                    <a:gd name="connsiteY1-92" fmla="*/ 239402 h 1049866"/>
                    <a:gd name="connsiteX2-93" fmla="*/ 3993931 w 4673016"/>
                    <a:gd name="connsiteY2-94" fmla="*/ 541866 h 1049866"/>
                    <a:gd name="connsiteX3-95" fmla="*/ 3794818 w 4673016"/>
                    <a:gd name="connsiteY3-96" fmla="*/ 436179 h 1049866"/>
                    <a:gd name="connsiteX4-97" fmla="*/ 2300598 w 4673016"/>
                    <a:gd name="connsiteY4-98" fmla="*/ 1049866 h 1049866"/>
                    <a:gd name="connsiteX5-99" fmla="*/ 912064 w 4673016"/>
                    <a:gd name="connsiteY5-100" fmla="*/ 457200 h 1049866"/>
                    <a:gd name="connsiteX6-101" fmla="*/ 624198 w 4673016"/>
                    <a:gd name="connsiteY6-102" fmla="*/ 541866 h 1049866"/>
                    <a:gd name="connsiteX7-103" fmla="*/ 0 w 4673016"/>
                    <a:gd name="connsiteY7-104" fmla="*/ 232979 h 1049866"/>
                    <a:gd name="connsiteX8-105" fmla="*/ 912064 w 4673016"/>
                    <a:gd name="connsiteY8-106" fmla="*/ 16933 h 1049866"/>
                    <a:gd name="connsiteX9-107" fmla="*/ 2323954 w 4673016"/>
                    <a:gd name="connsiteY9-108" fmla="*/ 616023 h 1049866"/>
                    <a:gd name="connsiteX10-109" fmla="*/ 3756864 w 4673016"/>
                    <a:gd name="connsiteY10-110" fmla="*/ 0 h 1049866"/>
                    <a:gd name="connsiteX0-111" fmla="*/ 3756864 w 4673016"/>
                    <a:gd name="connsiteY0-112" fmla="*/ 0 h 1049866"/>
                    <a:gd name="connsiteX1-113" fmla="*/ 4673016 w 4673016"/>
                    <a:gd name="connsiteY1-114" fmla="*/ 239402 h 1049866"/>
                    <a:gd name="connsiteX2-115" fmla="*/ 3993931 w 4673016"/>
                    <a:gd name="connsiteY2-116" fmla="*/ 541866 h 1049866"/>
                    <a:gd name="connsiteX3-117" fmla="*/ 3794818 w 4673016"/>
                    <a:gd name="connsiteY3-118" fmla="*/ 436179 h 1049866"/>
                    <a:gd name="connsiteX4-119" fmla="*/ 2300598 w 4673016"/>
                    <a:gd name="connsiteY4-120" fmla="*/ 1049866 h 1049866"/>
                    <a:gd name="connsiteX5-121" fmla="*/ 912064 w 4673016"/>
                    <a:gd name="connsiteY5-122" fmla="*/ 457200 h 1049866"/>
                    <a:gd name="connsiteX6-123" fmla="*/ 624198 w 4673016"/>
                    <a:gd name="connsiteY6-124" fmla="*/ 541866 h 1049866"/>
                    <a:gd name="connsiteX7-125" fmla="*/ 0 w 4673016"/>
                    <a:gd name="connsiteY7-126" fmla="*/ 275021 h 1049866"/>
                    <a:gd name="connsiteX8-127" fmla="*/ 912064 w 4673016"/>
                    <a:gd name="connsiteY8-128" fmla="*/ 16933 h 1049866"/>
                    <a:gd name="connsiteX9-129" fmla="*/ 2323954 w 4673016"/>
                    <a:gd name="connsiteY9-130" fmla="*/ 616023 h 1049866"/>
                    <a:gd name="connsiteX10-131" fmla="*/ 3756864 w 4673016"/>
                    <a:gd name="connsiteY10-132" fmla="*/ 0 h 1049866"/>
                    <a:gd name="connsiteX0-133" fmla="*/ 3756864 w 4673016"/>
                    <a:gd name="connsiteY0-134" fmla="*/ 0 h 1049866"/>
                    <a:gd name="connsiteX1-135" fmla="*/ 4673016 w 4673016"/>
                    <a:gd name="connsiteY1-136" fmla="*/ 239402 h 1049866"/>
                    <a:gd name="connsiteX2-137" fmla="*/ 3993931 w 4673016"/>
                    <a:gd name="connsiteY2-138" fmla="*/ 541866 h 1049866"/>
                    <a:gd name="connsiteX3-139" fmla="*/ 3815839 w 4673016"/>
                    <a:gd name="connsiteY3-140" fmla="*/ 467710 h 1049866"/>
                    <a:gd name="connsiteX4-141" fmla="*/ 2300598 w 4673016"/>
                    <a:gd name="connsiteY4-142" fmla="*/ 1049866 h 1049866"/>
                    <a:gd name="connsiteX5-143" fmla="*/ 912064 w 4673016"/>
                    <a:gd name="connsiteY5-144" fmla="*/ 457200 h 1049866"/>
                    <a:gd name="connsiteX6-145" fmla="*/ 624198 w 4673016"/>
                    <a:gd name="connsiteY6-146" fmla="*/ 541866 h 1049866"/>
                    <a:gd name="connsiteX7-147" fmla="*/ 0 w 4673016"/>
                    <a:gd name="connsiteY7-148" fmla="*/ 275021 h 1049866"/>
                    <a:gd name="connsiteX8-149" fmla="*/ 912064 w 4673016"/>
                    <a:gd name="connsiteY8-150" fmla="*/ 16933 h 1049866"/>
                    <a:gd name="connsiteX9-151" fmla="*/ 2323954 w 4673016"/>
                    <a:gd name="connsiteY9-152" fmla="*/ 616023 h 1049866"/>
                    <a:gd name="connsiteX10-153" fmla="*/ 3756864 w 4673016"/>
                    <a:gd name="connsiteY10-154" fmla="*/ 0 h 104986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7" name="Freeform 23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8" name="Freeform 2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9" name="Freeform 2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-1" fmla="*/ 168165 w 3731172"/>
                    <a:gd name="connsiteY0-2" fmla="*/ 73572 h 1418896"/>
                    <a:gd name="connsiteX1-3" fmla="*/ 451945 w 3731172"/>
                    <a:gd name="connsiteY1-4" fmla="*/ 0 h 1418896"/>
                    <a:gd name="connsiteX2-5" fmla="*/ 1881352 w 3731172"/>
                    <a:gd name="connsiteY2-6" fmla="*/ 599089 h 1418896"/>
                    <a:gd name="connsiteX3-7" fmla="*/ 3363310 w 3731172"/>
                    <a:gd name="connsiteY3-8" fmla="*/ 0 h 1418896"/>
                    <a:gd name="connsiteX4-9" fmla="*/ 3584027 w 3731172"/>
                    <a:gd name="connsiteY4-10" fmla="*/ 73572 h 1418896"/>
                    <a:gd name="connsiteX5-11" fmla="*/ 2627586 w 3731172"/>
                    <a:gd name="connsiteY5-12" fmla="*/ 441434 h 1418896"/>
                    <a:gd name="connsiteX6-13" fmla="*/ 2596055 w 3731172"/>
                    <a:gd name="connsiteY6-14" fmla="*/ 914400 h 1418896"/>
                    <a:gd name="connsiteX7-15" fmla="*/ 3731172 w 3731172"/>
                    <a:gd name="connsiteY7-16" fmla="*/ 1345324 h 1418896"/>
                    <a:gd name="connsiteX8-17" fmla="*/ 3447393 w 3731172"/>
                    <a:gd name="connsiteY8-18" fmla="*/ 1408386 h 1418896"/>
                    <a:gd name="connsiteX9-19" fmla="*/ 1870841 w 3731172"/>
                    <a:gd name="connsiteY9-20" fmla="*/ 746234 h 1418896"/>
                    <a:gd name="connsiteX10-21" fmla="*/ 262758 w 3731172"/>
                    <a:gd name="connsiteY10-22" fmla="*/ 1418896 h 1418896"/>
                    <a:gd name="connsiteX11-23" fmla="*/ 0 w 3731172"/>
                    <a:gd name="connsiteY11-24" fmla="*/ 1324303 h 1418896"/>
                    <a:gd name="connsiteX12-25" fmla="*/ 1145627 w 3731172"/>
                    <a:gd name="connsiteY12-26" fmla="*/ 882869 h 1418896"/>
                    <a:gd name="connsiteX13-27" fmla="*/ 1114096 w 3731172"/>
                    <a:gd name="connsiteY13-28" fmla="*/ 409903 h 1418896"/>
                    <a:gd name="connsiteX14-29" fmla="*/ 441434 w 3731172"/>
                    <a:gd name="connsiteY14-30" fmla="*/ 10510 h 1418896"/>
                    <a:gd name="connsiteX15-31" fmla="*/ 441434 w 3731172"/>
                    <a:gd name="connsiteY15-32" fmla="*/ 10510 h 1418896"/>
                    <a:gd name="connsiteX0-33" fmla="*/ 168165 w 3731172"/>
                    <a:gd name="connsiteY0-34" fmla="*/ 73572 h 1418896"/>
                    <a:gd name="connsiteX1-35" fmla="*/ 451945 w 3731172"/>
                    <a:gd name="connsiteY1-36" fmla="*/ 0 h 1418896"/>
                    <a:gd name="connsiteX2-37" fmla="*/ 1881352 w 3731172"/>
                    <a:gd name="connsiteY2-38" fmla="*/ 599089 h 1418896"/>
                    <a:gd name="connsiteX3-39" fmla="*/ 3363310 w 3731172"/>
                    <a:gd name="connsiteY3-40" fmla="*/ 0 h 1418896"/>
                    <a:gd name="connsiteX4-41" fmla="*/ 3584027 w 3731172"/>
                    <a:gd name="connsiteY4-42" fmla="*/ 73572 h 1418896"/>
                    <a:gd name="connsiteX5-43" fmla="*/ 2627586 w 3731172"/>
                    <a:gd name="connsiteY5-44" fmla="*/ 441434 h 1418896"/>
                    <a:gd name="connsiteX6-45" fmla="*/ 2596055 w 3731172"/>
                    <a:gd name="connsiteY6-46" fmla="*/ 914400 h 1418896"/>
                    <a:gd name="connsiteX7-47" fmla="*/ 3731172 w 3731172"/>
                    <a:gd name="connsiteY7-48" fmla="*/ 1345324 h 1418896"/>
                    <a:gd name="connsiteX8-49" fmla="*/ 3447393 w 3731172"/>
                    <a:gd name="connsiteY8-50" fmla="*/ 1408386 h 1418896"/>
                    <a:gd name="connsiteX9-51" fmla="*/ 1870841 w 3731172"/>
                    <a:gd name="connsiteY9-52" fmla="*/ 746234 h 1418896"/>
                    <a:gd name="connsiteX10-53" fmla="*/ 262758 w 3731172"/>
                    <a:gd name="connsiteY10-54" fmla="*/ 1418896 h 1418896"/>
                    <a:gd name="connsiteX11-55" fmla="*/ 0 w 3731172"/>
                    <a:gd name="connsiteY11-56" fmla="*/ 1324303 h 1418896"/>
                    <a:gd name="connsiteX12-57" fmla="*/ 1145627 w 3731172"/>
                    <a:gd name="connsiteY12-58" fmla="*/ 882869 h 1418896"/>
                    <a:gd name="connsiteX13-59" fmla="*/ 1114096 w 3731172"/>
                    <a:gd name="connsiteY13-60" fmla="*/ 409903 h 1418896"/>
                    <a:gd name="connsiteX14-61" fmla="*/ 441434 w 3731172"/>
                    <a:gd name="connsiteY14-62" fmla="*/ 10510 h 1418896"/>
                    <a:gd name="connsiteX0-63" fmla="*/ 168165 w 3731172"/>
                    <a:gd name="connsiteY0-64" fmla="*/ 73572 h 1418896"/>
                    <a:gd name="connsiteX1-65" fmla="*/ 451945 w 3731172"/>
                    <a:gd name="connsiteY1-66" fmla="*/ 0 h 1418896"/>
                    <a:gd name="connsiteX2-67" fmla="*/ 1881352 w 3731172"/>
                    <a:gd name="connsiteY2-68" fmla="*/ 599089 h 1418896"/>
                    <a:gd name="connsiteX3-69" fmla="*/ 3363310 w 3731172"/>
                    <a:gd name="connsiteY3-70" fmla="*/ 0 h 1418896"/>
                    <a:gd name="connsiteX4-71" fmla="*/ 3584027 w 3731172"/>
                    <a:gd name="connsiteY4-72" fmla="*/ 73572 h 1418896"/>
                    <a:gd name="connsiteX5-73" fmla="*/ 2627586 w 3731172"/>
                    <a:gd name="connsiteY5-74" fmla="*/ 441434 h 1418896"/>
                    <a:gd name="connsiteX6-75" fmla="*/ 2596055 w 3731172"/>
                    <a:gd name="connsiteY6-76" fmla="*/ 914400 h 1418896"/>
                    <a:gd name="connsiteX7-77" fmla="*/ 3731172 w 3731172"/>
                    <a:gd name="connsiteY7-78" fmla="*/ 1345324 h 1418896"/>
                    <a:gd name="connsiteX8-79" fmla="*/ 3447393 w 3731172"/>
                    <a:gd name="connsiteY8-80" fmla="*/ 1408386 h 1418896"/>
                    <a:gd name="connsiteX9-81" fmla="*/ 1870841 w 3731172"/>
                    <a:gd name="connsiteY9-82" fmla="*/ 746234 h 1418896"/>
                    <a:gd name="connsiteX10-83" fmla="*/ 262758 w 3731172"/>
                    <a:gd name="connsiteY10-84" fmla="*/ 1418896 h 1418896"/>
                    <a:gd name="connsiteX11-85" fmla="*/ 0 w 3731172"/>
                    <a:gd name="connsiteY11-86" fmla="*/ 1324303 h 1418896"/>
                    <a:gd name="connsiteX12-87" fmla="*/ 1145627 w 3731172"/>
                    <a:gd name="connsiteY12-88" fmla="*/ 882869 h 1418896"/>
                    <a:gd name="connsiteX13-89" fmla="*/ 1114096 w 3731172"/>
                    <a:gd name="connsiteY13-90" fmla="*/ 409903 h 1418896"/>
                    <a:gd name="connsiteX14-91" fmla="*/ 357351 w 3731172"/>
                    <a:gd name="connsiteY14-92" fmla="*/ 115613 h 1418896"/>
                    <a:gd name="connsiteX0-93" fmla="*/ 168165 w 3731172"/>
                    <a:gd name="connsiteY0-94" fmla="*/ 73572 h 1418896"/>
                    <a:gd name="connsiteX1-95" fmla="*/ 451945 w 3731172"/>
                    <a:gd name="connsiteY1-96" fmla="*/ 0 h 1418896"/>
                    <a:gd name="connsiteX2-97" fmla="*/ 1881352 w 3731172"/>
                    <a:gd name="connsiteY2-98" fmla="*/ 599089 h 1418896"/>
                    <a:gd name="connsiteX3-99" fmla="*/ 3363310 w 3731172"/>
                    <a:gd name="connsiteY3-100" fmla="*/ 0 h 1418896"/>
                    <a:gd name="connsiteX4-101" fmla="*/ 3584027 w 3731172"/>
                    <a:gd name="connsiteY4-102" fmla="*/ 73572 h 1418896"/>
                    <a:gd name="connsiteX5-103" fmla="*/ 2627586 w 3731172"/>
                    <a:gd name="connsiteY5-104" fmla="*/ 441434 h 1418896"/>
                    <a:gd name="connsiteX6-105" fmla="*/ 2596055 w 3731172"/>
                    <a:gd name="connsiteY6-106" fmla="*/ 914400 h 1418896"/>
                    <a:gd name="connsiteX7-107" fmla="*/ 3731172 w 3731172"/>
                    <a:gd name="connsiteY7-108" fmla="*/ 1345324 h 1418896"/>
                    <a:gd name="connsiteX8-109" fmla="*/ 3447393 w 3731172"/>
                    <a:gd name="connsiteY8-110" fmla="*/ 1408386 h 1418896"/>
                    <a:gd name="connsiteX9-111" fmla="*/ 1870841 w 3731172"/>
                    <a:gd name="connsiteY9-112" fmla="*/ 746234 h 1418896"/>
                    <a:gd name="connsiteX10-113" fmla="*/ 262758 w 3731172"/>
                    <a:gd name="connsiteY10-114" fmla="*/ 1418896 h 1418896"/>
                    <a:gd name="connsiteX11-115" fmla="*/ 0 w 3731172"/>
                    <a:gd name="connsiteY11-116" fmla="*/ 1324303 h 1418896"/>
                    <a:gd name="connsiteX12-117" fmla="*/ 1145627 w 3731172"/>
                    <a:gd name="connsiteY12-118" fmla="*/ 882869 h 1418896"/>
                    <a:gd name="connsiteX13-119" fmla="*/ 1114096 w 3731172"/>
                    <a:gd name="connsiteY13-120" fmla="*/ 409903 h 1418896"/>
                    <a:gd name="connsiteX14-121" fmla="*/ 147144 w 3731172"/>
                    <a:gd name="connsiteY14-122" fmla="*/ 63061 h 1418896"/>
                    <a:gd name="connsiteX0-123" fmla="*/ 168165 w 3731172"/>
                    <a:gd name="connsiteY0-124" fmla="*/ 73572 h 1418896"/>
                    <a:gd name="connsiteX1-125" fmla="*/ 451945 w 3731172"/>
                    <a:gd name="connsiteY1-126" fmla="*/ 0 h 1418896"/>
                    <a:gd name="connsiteX2-127" fmla="*/ 1881352 w 3731172"/>
                    <a:gd name="connsiteY2-128" fmla="*/ 599089 h 1418896"/>
                    <a:gd name="connsiteX3-129" fmla="*/ 3363310 w 3731172"/>
                    <a:gd name="connsiteY3-130" fmla="*/ 0 h 1418896"/>
                    <a:gd name="connsiteX4-131" fmla="*/ 3584027 w 3731172"/>
                    <a:gd name="connsiteY4-132" fmla="*/ 73572 h 1418896"/>
                    <a:gd name="connsiteX5-133" fmla="*/ 2627586 w 3731172"/>
                    <a:gd name="connsiteY5-134" fmla="*/ 441434 h 1418896"/>
                    <a:gd name="connsiteX6-135" fmla="*/ 2596055 w 3731172"/>
                    <a:gd name="connsiteY6-136" fmla="*/ 914400 h 1418896"/>
                    <a:gd name="connsiteX7-137" fmla="*/ 3731172 w 3731172"/>
                    <a:gd name="connsiteY7-138" fmla="*/ 1345324 h 1418896"/>
                    <a:gd name="connsiteX8-139" fmla="*/ 3447393 w 3731172"/>
                    <a:gd name="connsiteY8-140" fmla="*/ 1408386 h 1418896"/>
                    <a:gd name="connsiteX9-141" fmla="*/ 1870841 w 3731172"/>
                    <a:gd name="connsiteY9-142" fmla="*/ 746234 h 1418896"/>
                    <a:gd name="connsiteX10-143" fmla="*/ 262758 w 3731172"/>
                    <a:gd name="connsiteY10-144" fmla="*/ 1418896 h 1418896"/>
                    <a:gd name="connsiteX11-145" fmla="*/ 0 w 3731172"/>
                    <a:gd name="connsiteY11-146" fmla="*/ 1324303 h 1418896"/>
                    <a:gd name="connsiteX12-147" fmla="*/ 1145627 w 3731172"/>
                    <a:gd name="connsiteY12-148" fmla="*/ 882869 h 1418896"/>
                    <a:gd name="connsiteX13-149" fmla="*/ 1114096 w 3731172"/>
                    <a:gd name="connsiteY13-150" fmla="*/ 420413 h 1418896"/>
                    <a:gd name="connsiteX14-151" fmla="*/ 147144 w 3731172"/>
                    <a:gd name="connsiteY14-152" fmla="*/ 63061 h 1418896"/>
                    <a:gd name="connsiteX0-153" fmla="*/ 168165 w 3731172"/>
                    <a:gd name="connsiteY0-154" fmla="*/ 73572 h 1418896"/>
                    <a:gd name="connsiteX1-155" fmla="*/ 451945 w 3731172"/>
                    <a:gd name="connsiteY1-156" fmla="*/ 0 h 1418896"/>
                    <a:gd name="connsiteX2-157" fmla="*/ 1881352 w 3731172"/>
                    <a:gd name="connsiteY2-158" fmla="*/ 599089 h 1418896"/>
                    <a:gd name="connsiteX3-159" fmla="*/ 3363310 w 3731172"/>
                    <a:gd name="connsiteY3-160" fmla="*/ 0 h 1418896"/>
                    <a:gd name="connsiteX4-161" fmla="*/ 3584027 w 3731172"/>
                    <a:gd name="connsiteY4-162" fmla="*/ 73572 h 1418896"/>
                    <a:gd name="connsiteX5-163" fmla="*/ 2627586 w 3731172"/>
                    <a:gd name="connsiteY5-164" fmla="*/ 441434 h 1418896"/>
                    <a:gd name="connsiteX6-165" fmla="*/ 2596055 w 3731172"/>
                    <a:gd name="connsiteY6-166" fmla="*/ 914400 h 1418896"/>
                    <a:gd name="connsiteX7-167" fmla="*/ 3731172 w 3731172"/>
                    <a:gd name="connsiteY7-168" fmla="*/ 1345324 h 1418896"/>
                    <a:gd name="connsiteX8-169" fmla="*/ 3447393 w 3731172"/>
                    <a:gd name="connsiteY8-170" fmla="*/ 1408386 h 1418896"/>
                    <a:gd name="connsiteX9-171" fmla="*/ 1870841 w 3731172"/>
                    <a:gd name="connsiteY9-172" fmla="*/ 746234 h 1418896"/>
                    <a:gd name="connsiteX10-173" fmla="*/ 262758 w 3731172"/>
                    <a:gd name="connsiteY10-174" fmla="*/ 1418896 h 1418896"/>
                    <a:gd name="connsiteX11-175" fmla="*/ 0 w 3731172"/>
                    <a:gd name="connsiteY11-176" fmla="*/ 1324303 h 1418896"/>
                    <a:gd name="connsiteX12-177" fmla="*/ 1145627 w 3731172"/>
                    <a:gd name="connsiteY12-178" fmla="*/ 882869 h 1418896"/>
                    <a:gd name="connsiteX13-179" fmla="*/ 1114096 w 3731172"/>
                    <a:gd name="connsiteY13-180" fmla="*/ 420413 h 1418896"/>
                    <a:gd name="connsiteX14-181" fmla="*/ 189185 w 3731172"/>
                    <a:gd name="connsiteY14-182" fmla="*/ 84081 h 1418896"/>
                    <a:gd name="connsiteX0-183" fmla="*/ 168165 w 3731172"/>
                    <a:gd name="connsiteY0-184" fmla="*/ 73572 h 1418896"/>
                    <a:gd name="connsiteX1-185" fmla="*/ 451945 w 3731172"/>
                    <a:gd name="connsiteY1-186" fmla="*/ 0 h 1418896"/>
                    <a:gd name="connsiteX2-187" fmla="*/ 1881352 w 3731172"/>
                    <a:gd name="connsiteY2-188" fmla="*/ 599089 h 1418896"/>
                    <a:gd name="connsiteX3-189" fmla="*/ 3363310 w 3731172"/>
                    <a:gd name="connsiteY3-190" fmla="*/ 0 h 1418896"/>
                    <a:gd name="connsiteX4-191" fmla="*/ 3584027 w 3731172"/>
                    <a:gd name="connsiteY4-192" fmla="*/ 73572 h 1418896"/>
                    <a:gd name="connsiteX5-193" fmla="*/ 2627586 w 3731172"/>
                    <a:gd name="connsiteY5-194" fmla="*/ 441434 h 1418896"/>
                    <a:gd name="connsiteX6-195" fmla="*/ 2596055 w 3731172"/>
                    <a:gd name="connsiteY6-196" fmla="*/ 914400 h 1418896"/>
                    <a:gd name="connsiteX7-197" fmla="*/ 3731172 w 3731172"/>
                    <a:gd name="connsiteY7-198" fmla="*/ 1345324 h 1418896"/>
                    <a:gd name="connsiteX8-199" fmla="*/ 3447393 w 3731172"/>
                    <a:gd name="connsiteY8-200" fmla="*/ 1408386 h 1418896"/>
                    <a:gd name="connsiteX9-201" fmla="*/ 1870841 w 3731172"/>
                    <a:gd name="connsiteY9-202" fmla="*/ 746234 h 1418896"/>
                    <a:gd name="connsiteX10-203" fmla="*/ 262758 w 3731172"/>
                    <a:gd name="connsiteY10-204" fmla="*/ 1418896 h 1418896"/>
                    <a:gd name="connsiteX11-205" fmla="*/ 0 w 3731172"/>
                    <a:gd name="connsiteY11-206" fmla="*/ 1324303 h 1418896"/>
                    <a:gd name="connsiteX12-207" fmla="*/ 1145627 w 3731172"/>
                    <a:gd name="connsiteY12-208" fmla="*/ 882869 h 1418896"/>
                    <a:gd name="connsiteX13-209" fmla="*/ 1114096 w 3731172"/>
                    <a:gd name="connsiteY13-210" fmla="*/ 420413 h 1418896"/>
                    <a:gd name="connsiteX14-211" fmla="*/ 189185 w 3731172"/>
                    <a:gd name="connsiteY14-212" fmla="*/ 84081 h 1418896"/>
                    <a:gd name="connsiteX15-213" fmla="*/ 168165 w 3731172"/>
                    <a:gd name="connsiteY15-214" fmla="*/ 73572 h 1418896"/>
                    <a:gd name="connsiteX0-215" fmla="*/ 168165 w 3731172"/>
                    <a:gd name="connsiteY0-216" fmla="*/ 73572 h 1418896"/>
                    <a:gd name="connsiteX1-217" fmla="*/ 451945 w 3731172"/>
                    <a:gd name="connsiteY1-218" fmla="*/ 0 h 1418896"/>
                    <a:gd name="connsiteX2-219" fmla="*/ 1881352 w 3731172"/>
                    <a:gd name="connsiteY2-220" fmla="*/ 599089 h 1418896"/>
                    <a:gd name="connsiteX3-221" fmla="*/ 3363310 w 3731172"/>
                    <a:gd name="connsiteY3-222" fmla="*/ 0 h 1418896"/>
                    <a:gd name="connsiteX4-223" fmla="*/ 3584027 w 3731172"/>
                    <a:gd name="connsiteY4-224" fmla="*/ 73572 h 1418896"/>
                    <a:gd name="connsiteX5-225" fmla="*/ 2627586 w 3731172"/>
                    <a:gd name="connsiteY5-226" fmla="*/ 441434 h 1418896"/>
                    <a:gd name="connsiteX6-227" fmla="*/ 2596055 w 3731172"/>
                    <a:gd name="connsiteY6-228" fmla="*/ 914400 h 1418896"/>
                    <a:gd name="connsiteX7-229" fmla="*/ 3731172 w 3731172"/>
                    <a:gd name="connsiteY7-230" fmla="*/ 1345324 h 1418896"/>
                    <a:gd name="connsiteX8-231" fmla="*/ 3447393 w 3731172"/>
                    <a:gd name="connsiteY8-232" fmla="*/ 1408386 h 1418896"/>
                    <a:gd name="connsiteX9-233" fmla="*/ 1870841 w 3731172"/>
                    <a:gd name="connsiteY9-234" fmla="*/ 746234 h 1418896"/>
                    <a:gd name="connsiteX10-235" fmla="*/ 262758 w 3731172"/>
                    <a:gd name="connsiteY10-236" fmla="*/ 1418896 h 1418896"/>
                    <a:gd name="connsiteX11-237" fmla="*/ 0 w 3731172"/>
                    <a:gd name="connsiteY11-238" fmla="*/ 1324303 h 1418896"/>
                    <a:gd name="connsiteX12-239" fmla="*/ 1145627 w 3731172"/>
                    <a:gd name="connsiteY12-240" fmla="*/ 882869 h 1418896"/>
                    <a:gd name="connsiteX13-241" fmla="*/ 1156137 w 3731172"/>
                    <a:gd name="connsiteY13-242" fmla="*/ 441434 h 1418896"/>
                    <a:gd name="connsiteX14-243" fmla="*/ 189185 w 3731172"/>
                    <a:gd name="connsiteY14-244" fmla="*/ 84081 h 1418896"/>
                    <a:gd name="connsiteX15-245" fmla="*/ 168165 w 3731172"/>
                    <a:gd name="connsiteY15-246" fmla="*/ 73572 h 1418896"/>
                    <a:gd name="connsiteX0-247" fmla="*/ 168165 w 3731172"/>
                    <a:gd name="connsiteY0-248" fmla="*/ 73572 h 1418896"/>
                    <a:gd name="connsiteX1-249" fmla="*/ 451945 w 3731172"/>
                    <a:gd name="connsiteY1-250" fmla="*/ 0 h 1418896"/>
                    <a:gd name="connsiteX2-251" fmla="*/ 1881352 w 3731172"/>
                    <a:gd name="connsiteY2-252" fmla="*/ 599089 h 1418896"/>
                    <a:gd name="connsiteX3-253" fmla="*/ 3363310 w 3731172"/>
                    <a:gd name="connsiteY3-254" fmla="*/ 0 h 1418896"/>
                    <a:gd name="connsiteX4-255" fmla="*/ 3584027 w 3731172"/>
                    <a:gd name="connsiteY4-256" fmla="*/ 73572 h 1418896"/>
                    <a:gd name="connsiteX5-257" fmla="*/ 2627586 w 3731172"/>
                    <a:gd name="connsiteY5-258" fmla="*/ 441434 h 1418896"/>
                    <a:gd name="connsiteX6-259" fmla="*/ 2596055 w 3731172"/>
                    <a:gd name="connsiteY6-260" fmla="*/ 914400 h 1418896"/>
                    <a:gd name="connsiteX7-261" fmla="*/ 3731172 w 3731172"/>
                    <a:gd name="connsiteY7-262" fmla="*/ 1345324 h 1418896"/>
                    <a:gd name="connsiteX8-263" fmla="*/ 3447393 w 3731172"/>
                    <a:gd name="connsiteY8-264" fmla="*/ 1408386 h 1418896"/>
                    <a:gd name="connsiteX9-265" fmla="*/ 1870841 w 3731172"/>
                    <a:gd name="connsiteY9-266" fmla="*/ 746234 h 1418896"/>
                    <a:gd name="connsiteX10-267" fmla="*/ 262758 w 3731172"/>
                    <a:gd name="connsiteY10-268" fmla="*/ 1418896 h 1418896"/>
                    <a:gd name="connsiteX11-269" fmla="*/ 0 w 3731172"/>
                    <a:gd name="connsiteY11-270" fmla="*/ 1324303 h 1418896"/>
                    <a:gd name="connsiteX12-271" fmla="*/ 1145627 w 3731172"/>
                    <a:gd name="connsiteY12-272" fmla="*/ 882869 h 1418896"/>
                    <a:gd name="connsiteX13-273" fmla="*/ 1145626 w 3731172"/>
                    <a:gd name="connsiteY13-274" fmla="*/ 451945 h 1418896"/>
                    <a:gd name="connsiteX14-275" fmla="*/ 189185 w 3731172"/>
                    <a:gd name="connsiteY14-276" fmla="*/ 84081 h 1418896"/>
                    <a:gd name="connsiteX15-277" fmla="*/ 168165 w 3731172"/>
                    <a:gd name="connsiteY15-278" fmla="*/ 73572 h 1418896"/>
                    <a:gd name="connsiteX0-279" fmla="*/ 168165 w 3731172"/>
                    <a:gd name="connsiteY0-280" fmla="*/ 73572 h 1418896"/>
                    <a:gd name="connsiteX1-281" fmla="*/ 451945 w 3731172"/>
                    <a:gd name="connsiteY1-282" fmla="*/ 0 h 1418896"/>
                    <a:gd name="connsiteX2-283" fmla="*/ 1881352 w 3731172"/>
                    <a:gd name="connsiteY2-284" fmla="*/ 599089 h 1418896"/>
                    <a:gd name="connsiteX3-285" fmla="*/ 3363310 w 3731172"/>
                    <a:gd name="connsiteY3-286" fmla="*/ 0 h 1418896"/>
                    <a:gd name="connsiteX4-287" fmla="*/ 3584027 w 3731172"/>
                    <a:gd name="connsiteY4-288" fmla="*/ 73572 h 1418896"/>
                    <a:gd name="connsiteX5-289" fmla="*/ 2627586 w 3731172"/>
                    <a:gd name="connsiteY5-290" fmla="*/ 441434 h 1418896"/>
                    <a:gd name="connsiteX6-291" fmla="*/ 2596055 w 3731172"/>
                    <a:gd name="connsiteY6-292" fmla="*/ 914400 h 1418896"/>
                    <a:gd name="connsiteX7-293" fmla="*/ 3731172 w 3731172"/>
                    <a:gd name="connsiteY7-294" fmla="*/ 1345324 h 1418896"/>
                    <a:gd name="connsiteX8-295" fmla="*/ 3447393 w 3731172"/>
                    <a:gd name="connsiteY8-296" fmla="*/ 1408386 h 1418896"/>
                    <a:gd name="connsiteX9-297" fmla="*/ 1870841 w 3731172"/>
                    <a:gd name="connsiteY9-298" fmla="*/ 746234 h 1418896"/>
                    <a:gd name="connsiteX10-299" fmla="*/ 262758 w 3731172"/>
                    <a:gd name="connsiteY10-300" fmla="*/ 1418896 h 1418896"/>
                    <a:gd name="connsiteX11-301" fmla="*/ 0 w 3731172"/>
                    <a:gd name="connsiteY11-302" fmla="*/ 1324303 h 1418896"/>
                    <a:gd name="connsiteX12-303" fmla="*/ 1145627 w 3731172"/>
                    <a:gd name="connsiteY12-304" fmla="*/ 903890 h 1418896"/>
                    <a:gd name="connsiteX13-305" fmla="*/ 1145626 w 3731172"/>
                    <a:gd name="connsiteY13-306" fmla="*/ 451945 h 1418896"/>
                    <a:gd name="connsiteX14-307" fmla="*/ 189185 w 3731172"/>
                    <a:gd name="connsiteY14-308" fmla="*/ 84081 h 1418896"/>
                    <a:gd name="connsiteX15-309" fmla="*/ 168165 w 3731172"/>
                    <a:gd name="connsiteY15-310" fmla="*/ 73572 h 1418896"/>
                    <a:gd name="connsiteX0-311" fmla="*/ 147144 w 3710151"/>
                    <a:gd name="connsiteY0-312" fmla="*/ 73572 h 1418896"/>
                    <a:gd name="connsiteX1-313" fmla="*/ 430924 w 3710151"/>
                    <a:gd name="connsiteY1-314" fmla="*/ 0 h 1418896"/>
                    <a:gd name="connsiteX2-315" fmla="*/ 1860331 w 3710151"/>
                    <a:gd name="connsiteY2-316" fmla="*/ 599089 h 1418896"/>
                    <a:gd name="connsiteX3-317" fmla="*/ 3342289 w 3710151"/>
                    <a:gd name="connsiteY3-318" fmla="*/ 0 h 1418896"/>
                    <a:gd name="connsiteX4-319" fmla="*/ 3563006 w 3710151"/>
                    <a:gd name="connsiteY4-320" fmla="*/ 73572 h 1418896"/>
                    <a:gd name="connsiteX5-321" fmla="*/ 2606565 w 3710151"/>
                    <a:gd name="connsiteY5-322" fmla="*/ 441434 h 1418896"/>
                    <a:gd name="connsiteX6-323" fmla="*/ 2575034 w 3710151"/>
                    <a:gd name="connsiteY6-324" fmla="*/ 914400 h 1418896"/>
                    <a:gd name="connsiteX7-325" fmla="*/ 3710151 w 3710151"/>
                    <a:gd name="connsiteY7-326" fmla="*/ 1345324 h 1418896"/>
                    <a:gd name="connsiteX8-327" fmla="*/ 3426372 w 3710151"/>
                    <a:gd name="connsiteY8-328" fmla="*/ 1408386 h 1418896"/>
                    <a:gd name="connsiteX9-329" fmla="*/ 1849820 w 3710151"/>
                    <a:gd name="connsiteY9-330" fmla="*/ 746234 h 1418896"/>
                    <a:gd name="connsiteX10-331" fmla="*/ 241737 w 3710151"/>
                    <a:gd name="connsiteY10-332" fmla="*/ 1418896 h 1418896"/>
                    <a:gd name="connsiteX11-333" fmla="*/ 0 w 3710151"/>
                    <a:gd name="connsiteY11-334" fmla="*/ 1334814 h 1418896"/>
                    <a:gd name="connsiteX12-335" fmla="*/ 1124606 w 3710151"/>
                    <a:gd name="connsiteY12-336" fmla="*/ 903890 h 1418896"/>
                    <a:gd name="connsiteX13-337" fmla="*/ 1124605 w 3710151"/>
                    <a:gd name="connsiteY13-338" fmla="*/ 451945 h 1418896"/>
                    <a:gd name="connsiteX14-339" fmla="*/ 168164 w 3710151"/>
                    <a:gd name="connsiteY14-340" fmla="*/ 84081 h 1418896"/>
                    <a:gd name="connsiteX15-341" fmla="*/ 147144 w 3710151"/>
                    <a:gd name="connsiteY15-342" fmla="*/ 73572 h 1418896"/>
                    <a:gd name="connsiteX0-343" fmla="*/ 147144 w 3710151"/>
                    <a:gd name="connsiteY0-344" fmla="*/ 73572 h 1418896"/>
                    <a:gd name="connsiteX1-345" fmla="*/ 430924 w 3710151"/>
                    <a:gd name="connsiteY1-346" fmla="*/ 0 h 1418896"/>
                    <a:gd name="connsiteX2-347" fmla="*/ 1860331 w 3710151"/>
                    <a:gd name="connsiteY2-348" fmla="*/ 599089 h 1418896"/>
                    <a:gd name="connsiteX3-349" fmla="*/ 3342289 w 3710151"/>
                    <a:gd name="connsiteY3-350" fmla="*/ 0 h 1418896"/>
                    <a:gd name="connsiteX4-351" fmla="*/ 3563006 w 3710151"/>
                    <a:gd name="connsiteY4-352" fmla="*/ 73572 h 1418896"/>
                    <a:gd name="connsiteX5-353" fmla="*/ 2606565 w 3710151"/>
                    <a:gd name="connsiteY5-354" fmla="*/ 441434 h 1418896"/>
                    <a:gd name="connsiteX6-355" fmla="*/ 2606565 w 3710151"/>
                    <a:gd name="connsiteY6-356" fmla="*/ 924910 h 1418896"/>
                    <a:gd name="connsiteX7-357" fmla="*/ 3710151 w 3710151"/>
                    <a:gd name="connsiteY7-358" fmla="*/ 1345324 h 1418896"/>
                    <a:gd name="connsiteX8-359" fmla="*/ 3426372 w 3710151"/>
                    <a:gd name="connsiteY8-360" fmla="*/ 1408386 h 1418896"/>
                    <a:gd name="connsiteX9-361" fmla="*/ 1849820 w 3710151"/>
                    <a:gd name="connsiteY9-362" fmla="*/ 746234 h 1418896"/>
                    <a:gd name="connsiteX10-363" fmla="*/ 241737 w 3710151"/>
                    <a:gd name="connsiteY10-364" fmla="*/ 1418896 h 1418896"/>
                    <a:gd name="connsiteX11-365" fmla="*/ 0 w 3710151"/>
                    <a:gd name="connsiteY11-366" fmla="*/ 1334814 h 1418896"/>
                    <a:gd name="connsiteX12-367" fmla="*/ 1124606 w 3710151"/>
                    <a:gd name="connsiteY12-368" fmla="*/ 903890 h 1418896"/>
                    <a:gd name="connsiteX13-369" fmla="*/ 1124605 w 3710151"/>
                    <a:gd name="connsiteY13-370" fmla="*/ 451945 h 1418896"/>
                    <a:gd name="connsiteX14-371" fmla="*/ 168164 w 3710151"/>
                    <a:gd name="connsiteY14-372" fmla="*/ 84081 h 1418896"/>
                    <a:gd name="connsiteX15-373" fmla="*/ 147144 w 3710151"/>
                    <a:gd name="connsiteY15-374" fmla="*/ 73572 h 1418896"/>
                    <a:gd name="connsiteX0-375" fmla="*/ 147144 w 3710151"/>
                    <a:gd name="connsiteY0-376" fmla="*/ 73572 h 1418896"/>
                    <a:gd name="connsiteX1-377" fmla="*/ 430924 w 3710151"/>
                    <a:gd name="connsiteY1-378" fmla="*/ 0 h 1418896"/>
                    <a:gd name="connsiteX2-379" fmla="*/ 1860331 w 3710151"/>
                    <a:gd name="connsiteY2-380" fmla="*/ 599089 h 1418896"/>
                    <a:gd name="connsiteX3-381" fmla="*/ 3342289 w 3710151"/>
                    <a:gd name="connsiteY3-382" fmla="*/ 0 h 1418896"/>
                    <a:gd name="connsiteX4-383" fmla="*/ 3563006 w 3710151"/>
                    <a:gd name="connsiteY4-384" fmla="*/ 73572 h 1418896"/>
                    <a:gd name="connsiteX5-385" fmla="*/ 2606565 w 3710151"/>
                    <a:gd name="connsiteY5-386" fmla="*/ 441434 h 1418896"/>
                    <a:gd name="connsiteX6-387" fmla="*/ 2610282 w 3710151"/>
                    <a:gd name="connsiteY6-388" fmla="*/ 902607 h 1418896"/>
                    <a:gd name="connsiteX7-389" fmla="*/ 3710151 w 3710151"/>
                    <a:gd name="connsiteY7-390" fmla="*/ 1345324 h 1418896"/>
                    <a:gd name="connsiteX8-391" fmla="*/ 3426372 w 3710151"/>
                    <a:gd name="connsiteY8-392" fmla="*/ 1408386 h 1418896"/>
                    <a:gd name="connsiteX9-393" fmla="*/ 1849820 w 3710151"/>
                    <a:gd name="connsiteY9-394" fmla="*/ 746234 h 1418896"/>
                    <a:gd name="connsiteX10-395" fmla="*/ 241737 w 3710151"/>
                    <a:gd name="connsiteY10-396" fmla="*/ 1418896 h 1418896"/>
                    <a:gd name="connsiteX11-397" fmla="*/ 0 w 3710151"/>
                    <a:gd name="connsiteY11-398" fmla="*/ 1334814 h 1418896"/>
                    <a:gd name="connsiteX12-399" fmla="*/ 1124606 w 3710151"/>
                    <a:gd name="connsiteY12-400" fmla="*/ 903890 h 1418896"/>
                    <a:gd name="connsiteX13-401" fmla="*/ 1124605 w 3710151"/>
                    <a:gd name="connsiteY13-402" fmla="*/ 451945 h 1418896"/>
                    <a:gd name="connsiteX14-403" fmla="*/ 168164 w 3710151"/>
                    <a:gd name="connsiteY14-404" fmla="*/ 84081 h 1418896"/>
                    <a:gd name="connsiteX15-405" fmla="*/ 147144 w 3710151"/>
                    <a:gd name="connsiteY15-406" fmla="*/ 73572 h 1418896"/>
                    <a:gd name="connsiteX0-407" fmla="*/ 147144 w 3710151"/>
                    <a:gd name="connsiteY0-408" fmla="*/ 73572 h 1418896"/>
                    <a:gd name="connsiteX1-409" fmla="*/ 430924 w 3710151"/>
                    <a:gd name="connsiteY1-410" fmla="*/ 0 h 1418896"/>
                    <a:gd name="connsiteX2-411" fmla="*/ 1860331 w 3710151"/>
                    <a:gd name="connsiteY2-412" fmla="*/ 599089 h 1418896"/>
                    <a:gd name="connsiteX3-413" fmla="*/ 3342289 w 3710151"/>
                    <a:gd name="connsiteY3-414" fmla="*/ 0 h 1418896"/>
                    <a:gd name="connsiteX4-415" fmla="*/ 3563006 w 3710151"/>
                    <a:gd name="connsiteY4-416" fmla="*/ 73572 h 1418896"/>
                    <a:gd name="connsiteX5-417" fmla="*/ 2617717 w 3710151"/>
                    <a:gd name="connsiteY5-418" fmla="*/ 445151 h 1418896"/>
                    <a:gd name="connsiteX6-419" fmla="*/ 2610282 w 3710151"/>
                    <a:gd name="connsiteY6-420" fmla="*/ 902607 h 1418896"/>
                    <a:gd name="connsiteX7-421" fmla="*/ 3710151 w 3710151"/>
                    <a:gd name="connsiteY7-422" fmla="*/ 1345324 h 1418896"/>
                    <a:gd name="connsiteX8-423" fmla="*/ 3426372 w 3710151"/>
                    <a:gd name="connsiteY8-424" fmla="*/ 1408386 h 1418896"/>
                    <a:gd name="connsiteX9-425" fmla="*/ 1849820 w 3710151"/>
                    <a:gd name="connsiteY9-426" fmla="*/ 746234 h 1418896"/>
                    <a:gd name="connsiteX10-427" fmla="*/ 241737 w 3710151"/>
                    <a:gd name="connsiteY10-428" fmla="*/ 1418896 h 1418896"/>
                    <a:gd name="connsiteX11-429" fmla="*/ 0 w 3710151"/>
                    <a:gd name="connsiteY11-430" fmla="*/ 1334814 h 1418896"/>
                    <a:gd name="connsiteX12-431" fmla="*/ 1124606 w 3710151"/>
                    <a:gd name="connsiteY12-432" fmla="*/ 903890 h 1418896"/>
                    <a:gd name="connsiteX13-433" fmla="*/ 1124605 w 3710151"/>
                    <a:gd name="connsiteY13-434" fmla="*/ 451945 h 1418896"/>
                    <a:gd name="connsiteX14-435" fmla="*/ 168164 w 3710151"/>
                    <a:gd name="connsiteY14-436" fmla="*/ 84081 h 1418896"/>
                    <a:gd name="connsiteX15-437" fmla="*/ 147144 w 3710151"/>
                    <a:gd name="connsiteY15-438" fmla="*/ 73572 h 1418896"/>
                    <a:gd name="connsiteX0-439" fmla="*/ 147144 w 3710151"/>
                    <a:gd name="connsiteY0-440" fmla="*/ 73572 h 1418896"/>
                    <a:gd name="connsiteX1-441" fmla="*/ 430924 w 3710151"/>
                    <a:gd name="connsiteY1-442" fmla="*/ 0 h 1418896"/>
                    <a:gd name="connsiteX2-443" fmla="*/ 1860331 w 3710151"/>
                    <a:gd name="connsiteY2-444" fmla="*/ 599089 h 1418896"/>
                    <a:gd name="connsiteX3-445" fmla="*/ 3342289 w 3710151"/>
                    <a:gd name="connsiteY3-446" fmla="*/ 0 h 1418896"/>
                    <a:gd name="connsiteX4-447" fmla="*/ 3563006 w 3710151"/>
                    <a:gd name="connsiteY4-448" fmla="*/ 73572 h 1418896"/>
                    <a:gd name="connsiteX5-449" fmla="*/ 2617717 w 3710151"/>
                    <a:gd name="connsiteY5-450" fmla="*/ 448868 h 1418896"/>
                    <a:gd name="connsiteX6-451" fmla="*/ 2610282 w 3710151"/>
                    <a:gd name="connsiteY6-452" fmla="*/ 902607 h 1418896"/>
                    <a:gd name="connsiteX7-453" fmla="*/ 3710151 w 3710151"/>
                    <a:gd name="connsiteY7-454" fmla="*/ 1345324 h 1418896"/>
                    <a:gd name="connsiteX8-455" fmla="*/ 3426372 w 3710151"/>
                    <a:gd name="connsiteY8-456" fmla="*/ 1408386 h 1418896"/>
                    <a:gd name="connsiteX9-457" fmla="*/ 1849820 w 3710151"/>
                    <a:gd name="connsiteY9-458" fmla="*/ 746234 h 1418896"/>
                    <a:gd name="connsiteX10-459" fmla="*/ 241737 w 3710151"/>
                    <a:gd name="connsiteY10-460" fmla="*/ 1418896 h 1418896"/>
                    <a:gd name="connsiteX11-461" fmla="*/ 0 w 3710151"/>
                    <a:gd name="connsiteY11-462" fmla="*/ 1334814 h 1418896"/>
                    <a:gd name="connsiteX12-463" fmla="*/ 1124606 w 3710151"/>
                    <a:gd name="connsiteY12-464" fmla="*/ 903890 h 1418896"/>
                    <a:gd name="connsiteX13-465" fmla="*/ 1124605 w 3710151"/>
                    <a:gd name="connsiteY13-466" fmla="*/ 451945 h 1418896"/>
                    <a:gd name="connsiteX14-467" fmla="*/ 168164 w 3710151"/>
                    <a:gd name="connsiteY14-468" fmla="*/ 84081 h 1418896"/>
                    <a:gd name="connsiteX15-469" fmla="*/ 147144 w 3710151"/>
                    <a:gd name="connsiteY15-470" fmla="*/ 73572 h 1418896"/>
                    <a:gd name="connsiteX0-471" fmla="*/ 147144 w 3710151"/>
                    <a:gd name="connsiteY0-472" fmla="*/ 73572 h 1418896"/>
                    <a:gd name="connsiteX1-473" fmla="*/ 430924 w 3710151"/>
                    <a:gd name="connsiteY1-474" fmla="*/ 0 h 1418896"/>
                    <a:gd name="connsiteX2-475" fmla="*/ 1838028 w 3710151"/>
                    <a:gd name="connsiteY2-476" fmla="*/ 591655 h 1418896"/>
                    <a:gd name="connsiteX3-477" fmla="*/ 3342289 w 3710151"/>
                    <a:gd name="connsiteY3-478" fmla="*/ 0 h 1418896"/>
                    <a:gd name="connsiteX4-479" fmla="*/ 3563006 w 3710151"/>
                    <a:gd name="connsiteY4-480" fmla="*/ 73572 h 1418896"/>
                    <a:gd name="connsiteX5-481" fmla="*/ 2617717 w 3710151"/>
                    <a:gd name="connsiteY5-482" fmla="*/ 448868 h 1418896"/>
                    <a:gd name="connsiteX6-483" fmla="*/ 2610282 w 3710151"/>
                    <a:gd name="connsiteY6-484" fmla="*/ 902607 h 1418896"/>
                    <a:gd name="connsiteX7-485" fmla="*/ 3710151 w 3710151"/>
                    <a:gd name="connsiteY7-486" fmla="*/ 1345324 h 1418896"/>
                    <a:gd name="connsiteX8-487" fmla="*/ 3426372 w 3710151"/>
                    <a:gd name="connsiteY8-488" fmla="*/ 1408386 h 1418896"/>
                    <a:gd name="connsiteX9-489" fmla="*/ 1849820 w 3710151"/>
                    <a:gd name="connsiteY9-490" fmla="*/ 746234 h 1418896"/>
                    <a:gd name="connsiteX10-491" fmla="*/ 241737 w 3710151"/>
                    <a:gd name="connsiteY10-492" fmla="*/ 1418896 h 1418896"/>
                    <a:gd name="connsiteX11-493" fmla="*/ 0 w 3710151"/>
                    <a:gd name="connsiteY11-494" fmla="*/ 1334814 h 1418896"/>
                    <a:gd name="connsiteX12-495" fmla="*/ 1124606 w 3710151"/>
                    <a:gd name="connsiteY12-496" fmla="*/ 903890 h 1418896"/>
                    <a:gd name="connsiteX13-497" fmla="*/ 1124605 w 3710151"/>
                    <a:gd name="connsiteY13-498" fmla="*/ 451945 h 1418896"/>
                    <a:gd name="connsiteX14-499" fmla="*/ 168164 w 3710151"/>
                    <a:gd name="connsiteY14-500" fmla="*/ 84081 h 1418896"/>
                    <a:gd name="connsiteX15-501" fmla="*/ 147144 w 3710151"/>
                    <a:gd name="connsiteY15-502" fmla="*/ 73572 h 1418896"/>
                    <a:gd name="connsiteX0-503" fmla="*/ 147144 w 3710151"/>
                    <a:gd name="connsiteY0-504" fmla="*/ 73572 h 1418896"/>
                    <a:gd name="connsiteX1-505" fmla="*/ 430924 w 3710151"/>
                    <a:gd name="connsiteY1-506" fmla="*/ 0 h 1418896"/>
                    <a:gd name="connsiteX2-507" fmla="*/ 1838028 w 3710151"/>
                    <a:gd name="connsiteY2-508" fmla="*/ 591655 h 1418896"/>
                    <a:gd name="connsiteX3-509" fmla="*/ 3342289 w 3710151"/>
                    <a:gd name="connsiteY3-510" fmla="*/ 0 h 1418896"/>
                    <a:gd name="connsiteX4-511" fmla="*/ 3563006 w 3710151"/>
                    <a:gd name="connsiteY4-512" fmla="*/ 73572 h 1418896"/>
                    <a:gd name="connsiteX5-513" fmla="*/ 2617717 w 3710151"/>
                    <a:gd name="connsiteY5-514" fmla="*/ 448868 h 1418896"/>
                    <a:gd name="connsiteX6-515" fmla="*/ 2610282 w 3710151"/>
                    <a:gd name="connsiteY6-516" fmla="*/ 902607 h 1418896"/>
                    <a:gd name="connsiteX7-517" fmla="*/ 3710151 w 3710151"/>
                    <a:gd name="connsiteY7-518" fmla="*/ 1345324 h 1418896"/>
                    <a:gd name="connsiteX8-519" fmla="*/ 3426372 w 3710151"/>
                    <a:gd name="connsiteY8-520" fmla="*/ 1408386 h 1418896"/>
                    <a:gd name="connsiteX9-521" fmla="*/ 1849820 w 3710151"/>
                    <a:gd name="connsiteY9-522" fmla="*/ 746234 h 1418896"/>
                    <a:gd name="connsiteX10-523" fmla="*/ 241737 w 3710151"/>
                    <a:gd name="connsiteY10-524" fmla="*/ 1418896 h 1418896"/>
                    <a:gd name="connsiteX11-525" fmla="*/ 0 w 3710151"/>
                    <a:gd name="connsiteY11-526" fmla="*/ 1334814 h 1418896"/>
                    <a:gd name="connsiteX12-527" fmla="*/ 1124606 w 3710151"/>
                    <a:gd name="connsiteY12-528" fmla="*/ 903890 h 1418896"/>
                    <a:gd name="connsiteX13-529" fmla="*/ 1087434 w 3710151"/>
                    <a:gd name="connsiteY13-530" fmla="*/ 451945 h 1418896"/>
                    <a:gd name="connsiteX14-531" fmla="*/ 168164 w 3710151"/>
                    <a:gd name="connsiteY14-532" fmla="*/ 84081 h 1418896"/>
                    <a:gd name="connsiteX15-533" fmla="*/ 147144 w 3710151"/>
                    <a:gd name="connsiteY15-534" fmla="*/ 73572 h 1418896"/>
                    <a:gd name="connsiteX0-535" fmla="*/ 147144 w 3710151"/>
                    <a:gd name="connsiteY0-536" fmla="*/ 73572 h 1418896"/>
                    <a:gd name="connsiteX1-537" fmla="*/ 430924 w 3710151"/>
                    <a:gd name="connsiteY1-538" fmla="*/ 0 h 1418896"/>
                    <a:gd name="connsiteX2-539" fmla="*/ 1838028 w 3710151"/>
                    <a:gd name="connsiteY2-540" fmla="*/ 591655 h 1418896"/>
                    <a:gd name="connsiteX3-541" fmla="*/ 3342289 w 3710151"/>
                    <a:gd name="connsiteY3-542" fmla="*/ 0 h 1418896"/>
                    <a:gd name="connsiteX4-543" fmla="*/ 3563006 w 3710151"/>
                    <a:gd name="connsiteY4-544" fmla="*/ 73572 h 1418896"/>
                    <a:gd name="connsiteX5-545" fmla="*/ 2617717 w 3710151"/>
                    <a:gd name="connsiteY5-546" fmla="*/ 448868 h 1418896"/>
                    <a:gd name="connsiteX6-547" fmla="*/ 2610282 w 3710151"/>
                    <a:gd name="connsiteY6-548" fmla="*/ 902607 h 1418896"/>
                    <a:gd name="connsiteX7-549" fmla="*/ 3710151 w 3710151"/>
                    <a:gd name="connsiteY7-550" fmla="*/ 1345324 h 1418896"/>
                    <a:gd name="connsiteX8-551" fmla="*/ 3426372 w 3710151"/>
                    <a:gd name="connsiteY8-552" fmla="*/ 1408386 h 1418896"/>
                    <a:gd name="connsiteX9-553" fmla="*/ 1849820 w 3710151"/>
                    <a:gd name="connsiteY9-554" fmla="*/ 746234 h 1418896"/>
                    <a:gd name="connsiteX10-555" fmla="*/ 241737 w 3710151"/>
                    <a:gd name="connsiteY10-556" fmla="*/ 1418896 h 1418896"/>
                    <a:gd name="connsiteX11-557" fmla="*/ 0 w 3710151"/>
                    <a:gd name="connsiteY11-558" fmla="*/ 1334814 h 1418896"/>
                    <a:gd name="connsiteX12-559" fmla="*/ 1098586 w 3710151"/>
                    <a:gd name="connsiteY12-560" fmla="*/ 903890 h 1418896"/>
                    <a:gd name="connsiteX13-561" fmla="*/ 1087434 w 3710151"/>
                    <a:gd name="connsiteY13-562" fmla="*/ 451945 h 1418896"/>
                    <a:gd name="connsiteX14-563" fmla="*/ 168164 w 3710151"/>
                    <a:gd name="connsiteY14-564" fmla="*/ 84081 h 1418896"/>
                    <a:gd name="connsiteX15-565" fmla="*/ 147144 w 3710151"/>
                    <a:gd name="connsiteY15-566" fmla="*/ 73572 h 1418896"/>
                    <a:gd name="connsiteX0-567" fmla="*/ 162012 w 3725019"/>
                    <a:gd name="connsiteY0-568" fmla="*/ 73572 h 1418896"/>
                    <a:gd name="connsiteX1-569" fmla="*/ 445792 w 3725019"/>
                    <a:gd name="connsiteY1-570" fmla="*/ 0 h 1418896"/>
                    <a:gd name="connsiteX2-571" fmla="*/ 1852896 w 3725019"/>
                    <a:gd name="connsiteY2-572" fmla="*/ 591655 h 1418896"/>
                    <a:gd name="connsiteX3-573" fmla="*/ 3357157 w 3725019"/>
                    <a:gd name="connsiteY3-574" fmla="*/ 0 h 1418896"/>
                    <a:gd name="connsiteX4-575" fmla="*/ 3577874 w 3725019"/>
                    <a:gd name="connsiteY4-576" fmla="*/ 73572 h 1418896"/>
                    <a:gd name="connsiteX5-577" fmla="*/ 2632585 w 3725019"/>
                    <a:gd name="connsiteY5-578" fmla="*/ 448868 h 1418896"/>
                    <a:gd name="connsiteX6-579" fmla="*/ 2625150 w 3725019"/>
                    <a:gd name="connsiteY6-580" fmla="*/ 902607 h 1418896"/>
                    <a:gd name="connsiteX7-581" fmla="*/ 3725019 w 3725019"/>
                    <a:gd name="connsiteY7-582" fmla="*/ 1345324 h 1418896"/>
                    <a:gd name="connsiteX8-583" fmla="*/ 3441240 w 3725019"/>
                    <a:gd name="connsiteY8-584" fmla="*/ 1408386 h 1418896"/>
                    <a:gd name="connsiteX9-585" fmla="*/ 1864688 w 3725019"/>
                    <a:gd name="connsiteY9-586" fmla="*/ 746234 h 1418896"/>
                    <a:gd name="connsiteX10-587" fmla="*/ 256605 w 3725019"/>
                    <a:gd name="connsiteY10-588" fmla="*/ 1418896 h 1418896"/>
                    <a:gd name="connsiteX11-589" fmla="*/ 0 w 3725019"/>
                    <a:gd name="connsiteY11-590" fmla="*/ 1331097 h 1418896"/>
                    <a:gd name="connsiteX12-591" fmla="*/ 1113454 w 3725019"/>
                    <a:gd name="connsiteY12-592" fmla="*/ 903890 h 1418896"/>
                    <a:gd name="connsiteX13-593" fmla="*/ 1102302 w 3725019"/>
                    <a:gd name="connsiteY13-594" fmla="*/ 451945 h 1418896"/>
                    <a:gd name="connsiteX14-595" fmla="*/ 183032 w 3725019"/>
                    <a:gd name="connsiteY14-596" fmla="*/ 84081 h 1418896"/>
                    <a:gd name="connsiteX15-597" fmla="*/ 162012 w 3725019"/>
                    <a:gd name="connsiteY15-598" fmla="*/ 73572 h 141889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</p:grpSp>
      <p:grpSp>
        <p:nvGrpSpPr>
          <p:cNvPr id="50" name="Group 89"/>
          <p:cNvGrpSpPr/>
          <p:nvPr/>
        </p:nvGrpSpPr>
        <p:grpSpPr bwMode="auto">
          <a:xfrm>
            <a:off x="632859" y="3094833"/>
            <a:ext cx="619062" cy="543086"/>
            <a:chOff x="-44" y="1473"/>
            <a:chExt cx="981" cy="1105"/>
          </a:xfrm>
        </p:grpSpPr>
        <p:pic>
          <p:nvPicPr>
            <p:cNvPr id="5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3" name="Group 89"/>
          <p:cNvGrpSpPr/>
          <p:nvPr/>
        </p:nvGrpSpPr>
        <p:grpSpPr bwMode="auto">
          <a:xfrm>
            <a:off x="7872398" y="3094833"/>
            <a:ext cx="619062" cy="543086"/>
            <a:chOff x="-44" y="1473"/>
            <a:chExt cx="981" cy="1105"/>
          </a:xfrm>
        </p:grpSpPr>
        <p:pic>
          <p:nvPicPr>
            <p:cNvPr id="54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718098" y="2763934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x.x.x.x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653397" y="2765757"/>
            <a:ext cx="703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y.y.y.y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" grpId="0"/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IPv6 </a:t>
            </a:r>
            <a:r>
              <a:rPr lang="en-US" altLang="zh-CN" dirty="0"/>
              <a:t>over IPv4 </a:t>
            </a:r>
            <a:r>
              <a:rPr lang="zh-CN" altLang="en-US" dirty="0"/>
              <a:t>隧道技术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隧道技术</a:t>
            </a:r>
            <a:endParaRPr lang="en-US" altLang="zh-CN" dirty="0"/>
          </a:p>
          <a:p>
            <a:pPr lvl="1"/>
            <a:r>
              <a:rPr lang="zh-CN" altLang="en-US" dirty="0"/>
              <a:t>将</a:t>
            </a:r>
            <a:r>
              <a:rPr lang="en-US" altLang="zh-CN" dirty="0"/>
              <a:t>IPv6</a:t>
            </a:r>
            <a:r>
              <a:rPr lang="zh-CN" altLang="en-US" dirty="0"/>
              <a:t>数据报封装成</a:t>
            </a:r>
            <a:r>
              <a:rPr lang="en-US" altLang="zh-CN" dirty="0"/>
              <a:t>IPv4</a:t>
            </a:r>
            <a:r>
              <a:rPr lang="zh-CN" altLang="en-US" dirty="0"/>
              <a:t>数据报传输</a:t>
            </a:r>
            <a:endParaRPr lang="en-US" altLang="zh-C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0FDD4-00E6-4B6F-929E-BBCA7D2ADDE1}" type="slidenum">
              <a:rPr lang="en-US" smtClean="0"/>
            </a:fld>
            <a:endParaRPr lang="en-US"/>
          </a:p>
        </p:txBody>
      </p:sp>
      <p:graphicFrame>
        <p:nvGraphicFramePr>
          <p:cNvPr id="26" name="表格 141"/>
          <p:cNvGraphicFramePr>
            <a:graphicFrameLocks noGrp="1"/>
          </p:cNvGraphicFramePr>
          <p:nvPr/>
        </p:nvGraphicFramePr>
        <p:xfrm>
          <a:off x="925868" y="4278641"/>
          <a:ext cx="2159000" cy="3045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78297"/>
                <a:gridCol w="1080703"/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</a:t>
                      </a:r>
                      <a:r>
                        <a:rPr lang="en-US" altLang="zh-CN" sz="1400" baseline="0" dirty="0"/>
                        <a:t> Header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 Data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</a:tr>
            </a:tbl>
          </a:graphicData>
        </a:graphic>
      </p:graphicFrame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893842" y="3202712"/>
            <a:ext cx="55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IPv6</a:t>
            </a:r>
            <a:endParaRPr lang="en-US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1686218" y="3202712"/>
            <a:ext cx="55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aunPenh" panose="020B0604020202020204" pitchFamily="2" charset="0"/>
              </a:rPr>
              <a:t>IPv6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DaunPenh" panose="020B0604020202020204" pitchFamily="2" charset="0"/>
            </a:endParaRPr>
          </a:p>
        </p:txBody>
      </p:sp>
      <p:sp>
        <p:nvSpPr>
          <p:cNvPr id="13" name="Freeform 162"/>
          <p:cNvSpPr>
            <a:spLocks noEditPoints="1"/>
          </p:cNvSpPr>
          <p:nvPr/>
        </p:nvSpPr>
        <p:spPr bwMode="auto">
          <a:xfrm>
            <a:off x="1239044" y="2812972"/>
            <a:ext cx="1532648" cy="1106808"/>
          </a:xfrm>
          <a:custGeom>
            <a:avLst/>
            <a:gdLst>
              <a:gd name="T0" fmla="*/ 2147483646 w 14525"/>
              <a:gd name="T1" fmla="*/ 2147483646 h 12941"/>
              <a:gd name="T2" fmla="*/ 2147483646 w 14525"/>
              <a:gd name="T3" fmla="*/ 2147483646 h 12941"/>
              <a:gd name="T4" fmla="*/ 2147483646 w 14525"/>
              <a:gd name="T5" fmla="*/ 2147483646 h 12941"/>
              <a:gd name="T6" fmla="*/ 2147483646 w 14525"/>
              <a:gd name="T7" fmla="*/ 2147483646 h 12941"/>
              <a:gd name="T8" fmla="*/ 2147483646 w 14525"/>
              <a:gd name="T9" fmla="*/ 2147483646 h 12941"/>
              <a:gd name="T10" fmla="*/ 2147483646 w 14525"/>
              <a:gd name="T11" fmla="*/ 2147483646 h 12941"/>
              <a:gd name="T12" fmla="*/ 2147483646 w 14525"/>
              <a:gd name="T13" fmla="*/ 2147483646 h 12941"/>
              <a:gd name="T14" fmla="*/ 2147483646 w 14525"/>
              <a:gd name="T15" fmla="*/ 2147483646 h 12941"/>
              <a:gd name="T16" fmla="*/ 2147483646 w 14525"/>
              <a:gd name="T17" fmla="*/ 2147483646 h 12941"/>
              <a:gd name="T18" fmla="*/ 2147483646 w 14525"/>
              <a:gd name="T19" fmla="*/ 2147483646 h 12941"/>
              <a:gd name="T20" fmla="*/ 2147483646 w 14525"/>
              <a:gd name="T21" fmla="*/ 2147483646 h 12941"/>
              <a:gd name="T22" fmla="*/ 2147483646 w 14525"/>
              <a:gd name="T23" fmla="*/ 2147483646 h 12941"/>
              <a:gd name="T24" fmla="*/ 2147483646 w 14525"/>
              <a:gd name="T25" fmla="*/ 2147483646 h 12941"/>
              <a:gd name="T26" fmla="*/ 2147483646 w 14525"/>
              <a:gd name="T27" fmla="*/ 2147483646 h 12941"/>
              <a:gd name="T28" fmla="*/ 2147483646 w 14525"/>
              <a:gd name="T29" fmla="*/ 2147483646 h 12941"/>
              <a:gd name="T30" fmla="*/ 2147483646 w 14525"/>
              <a:gd name="T31" fmla="*/ 2147483646 h 12941"/>
              <a:gd name="T32" fmla="*/ 2147483646 w 14525"/>
              <a:gd name="T33" fmla="*/ 2147483646 h 12941"/>
              <a:gd name="T34" fmla="*/ 2147483646 w 14525"/>
              <a:gd name="T35" fmla="*/ 2147483646 h 12941"/>
              <a:gd name="T36" fmla="*/ 2147483646 w 14525"/>
              <a:gd name="T37" fmla="*/ 2147483646 h 12941"/>
              <a:gd name="T38" fmla="*/ 2147483646 w 14525"/>
              <a:gd name="T39" fmla="*/ 2147483646 h 12941"/>
              <a:gd name="T40" fmla="*/ 2147483646 w 14525"/>
              <a:gd name="T41" fmla="*/ 2147483646 h 12941"/>
              <a:gd name="T42" fmla="*/ 2147483646 w 14525"/>
              <a:gd name="T43" fmla="*/ 2147483646 h 12941"/>
              <a:gd name="T44" fmla="*/ 2147483646 w 14525"/>
              <a:gd name="T45" fmla="*/ 2147483646 h 12941"/>
              <a:gd name="T46" fmla="*/ 2147483646 w 14525"/>
              <a:gd name="T47" fmla="*/ 2147483646 h 12941"/>
              <a:gd name="T48" fmla="*/ 2147483646 w 14525"/>
              <a:gd name="T49" fmla="*/ 2147483646 h 12941"/>
              <a:gd name="T50" fmla="*/ 2147483646 w 14525"/>
              <a:gd name="T51" fmla="*/ 2147483646 h 12941"/>
              <a:gd name="T52" fmla="*/ 2147483646 w 14525"/>
              <a:gd name="T53" fmla="*/ 2147483646 h 12941"/>
              <a:gd name="T54" fmla="*/ 2147483646 w 14525"/>
              <a:gd name="T55" fmla="*/ 2147483646 h 12941"/>
              <a:gd name="T56" fmla="*/ 2147483646 w 14525"/>
              <a:gd name="T57" fmla="*/ 2147483646 h 12941"/>
              <a:gd name="T58" fmla="*/ 2147483646 w 14525"/>
              <a:gd name="T59" fmla="*/ 2147483646 h 12941"/>
              <a:gd name="T60" fmla="*/ 2147483646 w 14525"/>
              <a:gd name="T61" fmla="*/ 2147483646 h 12941"/>
              <a:gd name="T62" fmla="*/ 2147483646 w 14525"/>
              <a:gd name="T63" fmla="*/ 2147483646 h 12941"/>
              <a:gd name="T64" fmla="*/ 2147483646 w 14525"/>
              <a:gd name="T65" fmla="*/ 2147483646 h 12941"/>
              <a:gd name="T66" fmla="*/ 2147483646 w 14525"/>
              <a:gd name="T67" fmla="*/ 2147483646 h 12941"/>
              <a:gd name="T68" fmla="*/ 2147483646 w 14525"/>
              <a:gd name="T69" fmla="*/ 2147483646 h 12941"/>
              <a:gd name="T70" fmla="*/ 2147483646 w 14525"/>
              <a:gd name="T71" fmla="*/ 2147483646 h 12941"/>
              <a:gd name="T72" fmla="*/ 2147483646 w 14525"/>
              <a:gd name="T73" fmla="*/ 2147483646 h 12941"/>
              <a:gd name="T74" fmla="*/ 2147483646 w 14525"/>
              <a:gd name="T75" fmla="*/ 2147483646 h 12941"/>
              <a:gd name="T76" fmla="*/ 2147483646 w 14525"/>
              <a:gd name="T77" fmla="*/ 2147483646 h 12941"/>
              <a:gd name="T78" fmla="*/ 2147483646 w 14525"/>
              <a:gd name="T79" fmla="*/ 2147483646 h 12941"/>
              <a:gd name="T80" fmla="*/ 2147483646 w 14525"/>
              <a:gd name="T81" fmla="*/ 2147483646 h 12941"/>
              <a:gd name="T82" fmla="*/ 2147483646 w 14525"/>
              <a:gd name="T83" fmla="*/ 2147483646 h 12941"/>
              <a:gd name="T84" fmla="*/ 2147483646 w 14525"/>
              <a:gd name="T85" fmla="*/ 2147483646 h 12941"/>
              <a:gd name="T86" fmla="*/ 2147483646 w 14525"/>
              <a:gd name="T87" fmla="*/ 2147483646 h 12941"/>
              <a:gd name="T88" fmla="*/ 2147483646 w 14525"/>
              <a:gd name="T89" fmla="*/ 2147483646 h 12941"/>
              <a:gd name="T90" fmla="*/ 2147483646 w 14525"/>
              <a:gd name="T91" fmla="*/ 2147483646 h 12941"/>
              <a:gd name="T92" fmla="*/ 2147483646 w 14525"/>
              <a:gd name="T93" fmla="*/ 2147483646 h 12941"/>
              <a:gd name="T94" fmla="*/ 2147483646 w 14525"/>
              <a:gd name="T95" fmla="*/ 2147483646 h 12941"/>
              <a:gd name="T96" fmla="*/ 2147483646 w 14525"/>
              <a:gd name="T97" fmla="*/ 2147483646 h 12941"/>
              <a:gd name="T98" fmla="*/ 2147483646 w 14525"/>
              <a:gd name="T99" fmla="*/ 2147483646 h 12941"/>
              <a:gd name="T100" fmla="*/ 2147483646 w 14525"/>
              <a:gd name="T101" fmla="*/ 2147483646 h 12941"/>
              <a:gd name="T102" fmla="*/ 2147483646 w 14525"/>
              <a:gd name="T103" fmla="*/ 2147483646 h 12941"/>
              <a:gd name="T104" fmla="*/ 2147483646 w 14525"/>
              <a:gd name="T105" fmla="*/ 2147483646 h 12941"/>
              <a:gd name="T106" fmla="*/ 2147483646 w 14525"/>
              <a:gd name="T107" fmla="*/ 2147483646 h 12941"/>
              <a:gd name="T108" fmla="*/ 2147483646 w 14525"/>
              <a:gd name="T109" fmla="*/ 2147483646 h 1294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525"/>
              <a:gd name="T166" fmla="*/ 0 h 12941"/>
              <a:gd name="T167" fmla="*/ 14525 w 14525"/>
              <a:gd name="T168" fmla="*/ 12941 h 1294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525" h="12941">
                <a:moveTo>
                  <a:pt x="11373" y="2413"/>
                </a:moveTo>
                <a:lnTo>
                  <a:pt x="11390" y="2419"/>
                </a:lnTo>
                <a:lnTo>
                  <a:pt x="11438" y="2434"/>
                </a:lnTo>
                <a:lnTo>
                  <a:pt x="11515" y="2460"/>
                </a:lnTo>
                <a:lnTo>
                  <a:pt x="11617" y="2495"/>
                </a:lnTo>
                <a:lnTo>
                  <a:pt x="11743" y="2542"/>
                </a:lnTo>
                <a:lnTo>
                  <a:pt x="11887" y="2598"/>
                </a:lnTo>
                <a:lnTo>
                  <a:pt x="12049" y="2666"/>
                </a:lnTo>
                <a:lnTo>
                  <a:pt x="12224" y="2743"/>
                </a:lnTo>
                <a:lnTo>
                  <a:pt x="12411" y="2830"/>
                </a:lnTo>
                <a:lnTo>
                  <a:pt x="12605" y="2927"/>
                </a:lnTo>
                <a:lnTo>
                  <a:pt x="12805" y="3035"/>
                </a:lnTo>
                <a:lnTo>
                  <a:pt x="13006" y="3153"/>
                </a:lnTo>
                <a:lnTo>
                  <a:pt x="13207" y="3282"/>
                </a:lnTo>
                <a:lnTo>
                  <a:pt x="13405" y="3421"/>
                </a:lnTo>
                <a:lnTo>
                  <a:pt x="13595" y="3569"/>
                </a:lnTo>
                <a:lnTo>
                  <a:pt x="13775" y="3728"/>
                </a:lnTo>
                <a:lnTo>
                  <a:pt x="13943" y="3898"/>
                </a:lnTo>
                <a:lnTo>
                  <a:pt x="14096" y="4078"/>
                </a:lnTo>
                <a:lnTo>
                  <a:pt x="14231" y="4268"/>
                </a:lnTo>
                <a:lnTo>
                  <a:pt x="14343" y="4469"/>
                </a:lnTo>
                <a:lnTo>
                  <a:pt x="14432" y="4680"/>
                </a:lnTo>
                <a:lnTo>
                  <a:pt x="14494" y="4900"/>
                </a:lnTo>
                <a:lnTo>
                  <a:pt x="14525" y="5131"/>
                </a:lnTo>
                <a:lnTo>
                  <a:pt x="14523" y="5372"/>
                </a:lnTo>
                <a:lnTo>
                  <a:pt x="14484" y="5625"/>
                </a:lnTo>
                <a:lnTo>
                  <a:pt x="14407" y="5886"/>
                </a:lnTo>
                <a:lnTo>
                  <a:pt x="14289" y="6158"/>
                </a:lnTo>
                <a:lnTo>
                  <a:pt x="14125" y="6441"/>
                </a:lnTo>
                <a:lnTo>
                  <a:pt x="13913" y="6734"/>
                </a:lnTo>
                <a:lnTo>
                  <a:pt x="13651" y="7037"/>
                </a:lnTo>
                <a:lnTo>
                  <a:pt x="13335" y="7351"/>
                </a:lnTo>
                <a:lnTo>
                  <a:pt x="12962" y="7674"/>
                </a:lnTo>
                <a:lnTo>
                  <a:pt x="12965" y="7690"/>
                </a:lnTo>
                <a:lnTo>
                  <a:pt x="12973" y="7737"/>
                </a:lnTo>
                <a:lnTo>
                  <a:pt x="12982" y="7812"/>
                </a:lnTo>
                <a:lnTo>
                  <a:pt x="12994" y="7913"/>
                </a:lnTo>
                <a:lnTo>
                  <a:pt x="13007" y="8037"/>
                </a:lnTo>
                <a:lnTo>
                  <a:pt x="13018" y="8182"/>
                </a:lnTo>
                <a:lnTo>
                  <a:pt x="13027" y="8346"/>
                </a:lnTo>
                <a:lnTo>
                  <a:pt x="13032" y="8526"/>
                </a:lnTo>
                <a:lnTo>
                  <a:pt x="13032" y="8721"/>
                </a:lnTo>
                <a:lnTo>
                  <a:pt x="13026" y="8927"/>
                </a:lnTo>
                <a:lnTo>
                  <a:pt x="13011" y="9142"/>
                </a:lnTo>
                <a:lnTo>
                  <a:pt x="12987" y="9365"/>
                </a:lnTo>
                <a:lnTo>
                  <a:pt x="12953" y="9592"/>
                </a:lnTo>
                <a:lnTo>
                  <a:pt x="12907" y="9820"/>
                </a:lnTo>
                <a:lnTo>
                  <a:pt x="12847" y="10049"/>
                </a:lnTo>
                <a:lnTo>
                  <a:pt x="12773" y="10275"/>
                </a:lnTo>
                <a:lnTo>
                  <a:pt x="12682" y="10497"/>
                </a:lnTo>
                <a:lnTo>
                  <a:pt x="12574" y="10711"/>
                </a:lnTo>
                <a:lnTo>
                  <a:pt x="12447" y="10915"/>
                </a:lnTo>
                <a:lnTo>
                  <a:pt x="12300" y="11107"/>
                </a:lnTo>
                <a:lnTo>
                  <a:pt x="12131" y="11285"/>
                </a:lnTo>
                <a:lnTo>
                  <a:pt x="11940" y="11446"/>
                </a:lnTo>
                <a:lnTo>
                  <a:pt x="11723" y="11587"/>
                </a:lnTo>
                <a:lnTo>
                  <a:pt x="11481" y="11708"/>
                </a:lnTo>
                <a:lnTo>
                  <a:pt x="11212" y="11804"/>
                </a:lnTo>
                <a:lnTo>
                  <a:pt x="10914" y="11875"/>
                </a:lnTo>
                <a:lnTo>
                  <a:pt x="10587" y="11916"/>
                </a:lnTo>
                <a:lnTo>
                  <a:pt x="10228" y="11927"/>
                </a:lnTo>
                <a:lnTo>
                  <a:pt x="9837" y="11904"/>
                </a:lnTo>
                <a:lnTo>
                  <a:pt x="9412" y="11845"/>
                </a:lnTo>
                <a:lnTo>
                  <a:pt x="8951" y="11748"/>
                </a:lnTo>
                <a:lnTo>
                  <a:pt x="8454" y="11611"/>
                </a:lnTo>
                <a:lnTo>
                  <a:pt x="8442" y="11622"/>
                </a:lnTo>
                <a:lnTo>
                  <a:pt x="8408" y="11654"/>
                </a:lnTo>
                <a:lnTo>
                  <a:pt x="8352" y="11701"/>
                </a:lnTo>
                <a:lnTo>
                  <a:pt x="8276" y="11766"/>
                </a:lnTo>
                <a:lnTo>
                  <a:pt x="8182" y="11843"/>
                </a:lnTo>
                <a:lnTo>
                  <a:pt x="8069" y="11930"/>
                </a:lnTo>
                <a:lnTo>
                  <a:pt x="7940" y="12025"/>
                </a:lnTo>
                <a:lnTo>
                  <a:pt x="7796" y="12127"/>
                </a:lnTo>
                <a:lnTo>
                  <a:pt x="7638" y="12232"/>
                </a:lnTo>
                <a:lnTo>
                  <a:pt x="7466" y="12338"/>
                </a:lnTo>
                <a:lnTo>
                  <a:pt x="7284" y="12442"/>
                </a:lnTo>
                <a:lnTo>
                  <a:pt x="7092" y="12543"/>
                </a:lnTo>
                <a:lnTo>
                  <a:pt x="6889" y="12637"/>
                </a:lnTo>
                <a:lnTo>
                  <a:pt x="6680" y="12723"/>
                </a:lnTo>
                <a:lnTo>
                  <a:pt x="6463" y="12798"/>
                </a:lnTo>
                <a:lnTo>
                  <a:pt x="6241" y="12860"/>
                </a:lnTo>
                <a:lnTo>
                  <a:pt x="6015" y="12906"/>
                </a:lnTo>
                <a:lnTo>
                  <a:pt x="5786" y="12934"/>
                </a:lnTo>
                <a:lnTo>
                  <a:pt x="5554" y="12941"/>
                </a:lnTo>
                <a:lnTo>
                  <a:pt x="5323" y="12926"/>
                </a:lnTo>
                <a:lnTo>
                  <a:pt x="5092" y="12885"/>
                </a:lnTo>
                <a:lnTo>
                  <a:pt x="4863" y="12817"/>
                </a:lnTo>
                <a:lnTo>
                  <a:pt x="4638" y="12719"/>
                </a:lnTo>
                <a:lnTo>
                  <a:pt x="4415" y="12588"/>
                </a:lnTo>
                <a:lnTo>
                  <a:pt x="4199" y="12423"/>
                </a:lnTo>
                <a:lnTo>
                  <a:pt x="3991" y="12220"/>
                </a:lnTo>
                <a:lnTo>
                  <a:pt x="3789" y="11978"/>
                </a:lnTo>
                <a:lnTo>
                  <a:pt x="3597" y="11693"/>
                </a:lnTo>
                <a:lnTo>
                  <a:pt x="3417" y="11365"/>
                </a:lnTo>
                <a:lnTo>
                  <a:pt x="3246" y="10990"/>
                </a:lnTo>
                <a:lnTo>
                  <a:pt x="3090" y="10565"/>
                </a:lnTo>
                <a:lnTo>
                  <a:pt x="2948" y="10089"/>
                </a:lnTo>
                <a:lnTo>
                  <a:pt x="2931" y="10085"/>
                </a:lnTo>
                <a:lnTo>
                  <a:pt x="2884" y="10075"/>
                </a:lnTo>
                <a:lnTo>
                  <a:pt x="2810" y="10055"/>
                </a:lnTo>
                <a:lnTo>
                  <a:pt x="2712" y="10028"/>
                </a:lnTo>
                <a:lnTo>
                  <a:pt x="2590" y="9993"/>
                </a:lnTo>
                <a:lnTo>
                  <a:pt x="2451" y="9948"/>
                </a:lnTo>
                <a:lnTo>
                  <a:pt x="2296" y="9895"/>
                </a:lnTo>
                <a:lnTo>
                  <a:pt x="2127" y="9832"/>
                </a:lnTo>
                <a:lnTo>
                  <a:pt x="1949" y="9759"/>
                </a:lnTo>
                <a:lnTo>
                  <a:pt x="1763" y="9676"/>
                </a:lnTo>
                <a:lnTo>
                  <a:pt x="1572" y="9583"/>
                </a:lnTo>
                <a:lnTo>
                  <a:pt x="1381" y="9479"/>
                </a:lnTo>
                <a:lnTo>
                  <a:pt x="1190" y="9363"/>
                </a:lnTo>
                <a:lnTo>
                  <a:pt x="1004" y="9237"/>
                </a:lnTo>
                <a:lnTo>
                  <a:pt x="826" y="9099"/>
                </a:lnTo>
                <a:lnTo>
                  <a:pt x="656" y="8948"/>
                </a:lnTo>
                <a:lnTo>
                  <a:pt x="501" y="8785"/>
                </a:lnTo>
                <a:lnTo>
                  <a:pt x="360" y="8609"/>
                </a:lnTo>
                <a:lnTo>
                  <a:pt x="239" y="8420"/>
                </a:lnTo>
                <a:lnTo>
                  <a:pt x="139" y="8219"/>
                </a:lnTo>
                <a:lnTo>
                  <a:pt x="65" y="8003"/>
                </a:lnTo>
                <a:lnTo>
                  <a:pt x="17" y="7773"/>
                </a:lnTo>
                <a:lnTo>
                  <a:pt x="0" y="7528"/>
                </a:lnTo>
                <a:lnTo>
                  <a:pt x="17" y="7270"/>
                </a:lnTo>
                <a:lnTo>
                  <a:pt x="69" y="6996"/>
                </a:lnTo>
                <a:lnTo>
                  <a:pt x="160" y="6707"/>
                </a:lnTo>
                <a:lnTo>
                  <a:pt x="294" y="6401"/>
                </a:lnTo>
                <a:lnTo>
                  <a:pt x="472" y="6081"/>
                </a:lnTo>
                <a:lnTo>
                  <a:pt x="698" y="5743"/>
                </a:lnTo>
                <a:lnTo>
                  <a:pt x="974" y="5390"/>
                </a:lnTo>
                <a:lnTo>
                  <a:pt x="1304" y="5018"/>
                </a:lnTo>
                <a:lnTo>
                  <a:pt x="1691" y="4631"/>
                </a:lnTo>
                <a:lnTo>
                  <a:pt x="1688" y="4619"/>
                </a:lnTo>
                <a:lnTo>
                  <a:pt x="1680" y="4588"/>
                </a:lnTo>
                <a:lnTo>
                  <a:pt x="1669" y="4537"/>
                </a:lnTo>
                <a:lnTo>
                  <a:pt x="1655" y="4469"/>
                </a:lnTo>
                <a:lnTo>
                  <a:pt x="1639" y="4384"/>
                </a:lnTo>
                <a:lnTo>
                  <a:pt x="1625" y="4284"/>
                </a:lnTo>
                <a:lnTo>
                  <a:pt x="1611" y="4171"/>
                </a:lnTo>
                <a:lnTo>
                  <a:pt x="1600" y="4045"/>
                </a:lnTo>
                <a:lnTo>
                  <a:pt x="1594" y="3909"/>
                </a:lnTo>
                <a:lnTo>
                  <a:pt x="1593" y="3763"/>
                </a:lnTo>
                <a:lnTo>
                  <a:pt x="1598" y="3611"/>
                </a:lnTo>
                <a:lnTo>
                  <a:pt x="1611" y="3451"/>
                </a:lnTo>
                <a:lnTo>
                  <a:pt x="1633" y="3287"/>
                </a:lnTo>
                <a:lnTo>
                  <a:pt x="1666" y="3119"/>
                </a:lnTo>
                <a:lnTo>
                  <a:pt x="1711" y="2948"/>
                </a:lnTo>
                <a:lnTo>
                  <a:pt x="1769" y="2778"/>
                </a:lnTo>
                <a:lnTo>
                  <a:pt x="1842" y="2608"/>
                </a:lnTo>
                <a:lnTo>
                  <a:pt x="1930" y="2440"/>
                </a:lnTo>
                <a:lnTo>
                  <a:pt x="2035" y="2276"/>
                </a:lnTo>
                <a:lnTo>
                  <a:pt x="2159" y="2116"/>
                </a:lnTo>
                <a:lnTo>
                  <a:pt x="2301" y="1965"/>
                </a:lnTo>
                <a:lnTo>
                  <a:pt x="2465" y="1819"/>
                </a:lnTo>
                <a:lnTo>
                  <a:pt x="2651" y="1684"/>
                </a:lnTo>
                <a:lnTo>
                  <a:pt x="2860" y="1560"/>
                </a:lnTo>
                <a:lnTo>
                  <a:pt x="3094" y="1447"/>
                </a:lnTo>
                <a:lnTo>
                  <a:pt x="3354" y="1349"/>
                </a:lnTo>
                <a:lnTo>
                  <a:pt x="3642" y="1266"/>
                </a:lnTo>
                <a:lnTo>
                  <a:pt x="3958" y="1198"/>
                </a:lnTo>
                <a:lnTo>
                  <a:pt x="4304" y="1149"/>
                </a:lnTo>
                <a:lnTo>
                  <a:pt x="4681" y="1119"/>
                </a:lnTo>
                <a:lnTo>
                  <a:pt x="5091" y="1110"/>
                </a:lnTo>
                <a:lnTo>
                  <a:pt x="5535" y="1123"/>
                </a:lnTo>
                <a:lnTo>
                  <a:pt x="5777" y="995"/>
                </a:lnTo>
                <a:lnTo>
                  <a:pt x="6017" y="871"/>
                </a:lnTo>
                <a:lnTo>
                  <a:pt x="6253" y="754"/>
                </a:lnTo>
                <a:lnTo>
                  <a:pt x="6485" y="642"/>
                </a:lnTo>
                <a:lnTo>
                  <a:pt x="6714" y="538"/>
                </a:lnTo>
                <a:lnTo>
                  <a:pt x="6939" y="440"/>
                </a:lnTo>
                <a:lnTo>
                  <a:pt x="7161" y="352"/>
                </a:lnTo>
                <a:lnTo>
                  <a:pt x="7379" y="271"/>
                </a:lnTo>
                <a:lnTo>
                  <a:pt x="7593" y="200"/>
                </a:lnTo>
                <a:lnTo>
                  <a:pt x="7803" y="139"/>
                </a:lnTo>
                <a:lnTo>
                  <a:pt x="8009" y="88"/>
                </a:lnTo>
                <a:lnTo>
                  <a:pt x="8212" y="47"/>
                </a:lnTo>
                <a:lnTo>
                  <a:pt x="8411" y="19"/>
                </a:lnTo>
                <a:lnTo>
                  <a:pt x="8605" y="3"/>
                </a:lnTo>
                <a:lnTo>
                  <a:pt x="8796" y="0"/>
                </a:lnTo>
                <a:lnTo>
                  <a:pt x="8982" y="9"/>
                </a:lnTo>
                <a:lnTo>
                  <a:pt x="9165" y="32"/>
                </a:lnTo>
                <a:lnTo>
                  <a:pt x="9343" y="69"/>
                </a:lnTo>
                <a:lnTo>
                  <a:pt x="9517" y="121"/>
                </a:lnTo>
                <a:lnTo>
                  <a:pt x="9687" y="190"/>
                </a:lnTo>
                <a:lnTo>
                  <a:pt x="9852" y="273"/>
                </a:lnTo>
                <a:lnTo>
                  <a:pt x="10013" y="374"/>
                </a:lnTo>
                <a:lnTo>
                  <a:pt x="10170" y="491"/>
                </a:lnTo>
                <a:lnTo>
                  <a:pt x="10322" y="626"/>
                </a:lnTo>
                <a:lnTo>
                  <a:pt x="10470" y="780"/>
                </a:lnTo>
                <a:lnTo>
                  <a:pt x="10613" y="952"/>
                </a:lnTo>
                <a:lnTo>
                  <a:pt x="10751" y="1144"/>
                </a:lnTo>
                <a:lnTo>
                  <a:pt x="10885" y="1355"/>
                </a:lnTo>
                <a:lnTo>
                  <a:pt x="11014" y="1588"/>
                </a:lnTo>
                <a:lnTo>
                  <a:pt x="11138" y="1841"/>
                </a:lnTo>
                <a:lnTo>
                  <a:pt x="11259" y="2116"/>
                </a:lnTo>
                <a:lnTo>
                  <a:pt x="11373" y="2413"/>
                </a:lnTo>
                <a:close/>
                <a:moveTo>
                  <a:pt x="10582" y="2503"/>
                </a:moveTo>
                <a:lnTo>
                  <a:pt x="10597" y="2507"/>
                </a:lnTo>
                <a:lnTo>
                  <a:pt x="10641" y="2521"/>
                </a:lnTo>
                <a:lnTo>
                  <a:pt x="10711" y="2544"/>
                </a:lnTo>
                <a:lnTo>
                  <a:pt x="10803" y="2576"/>
                </a:lnTo>
                <a:lnTo>
                  <a:pt x="10916" y="2619"/>
                </a:lnTo>
                <a:lnTo>
                  <a:pt x="11047" y="2670"/>
                </a:lnTo>
                <a:lnTo>
                  <a:pt x="11192" y="2730"/>
                </a:lnTo>
                <a:lnTo>
                  <a:pt x="11351" y="2800"/>
                </a:lnTo>
                <a:lnTo>
                  <a:pt x="11520" y="2879"/>
                </a:lnTo>
                <a:lnTo>
                  <a:pt x="11696" y="2967"/>
                </a:lnTo>
                <a:lnTo>
                  <a:pt x="11876" y="3065"/>
                </a:lnTo>
                <a:lnTo>
                  <a:pt x="12058" y="3171"/>
                </a:lnTo>
                <a:lnTo>
                  <a:pt x="12240" y="3288"/>
                </a:lnTo>
                <a:lnTo>
                  <a:pt x="12418" y="3412"/>
                </a:lnTo>
                <a:lnTo>
                  <a:pt x="12591" y="3547"/>
                </a:lnTo>
                <a:lnTo>
                  <a:pt x="12754" y="3691"/>
                </a:lnTo>
                <a:lnTo>
                  <a:pt x="12905" y="3844"/>
                </a:lnTo>
                <a:lnTo>
                  <a:pt x="13043" y="4008"/>
                </a:lnTo>
                <a:lnTo>
                  <a:pt x="13165" y="4179"/>
                </a:lnTo>
                <a:lnTo>
                  <a:pt x="13268" y="4361"/>
                </a:lnTo>
                <a:lnTo>
                  <a:pt x="13347" y="4551"/>
                </a:lnTo>
                <a:lnTo>
                  <a:pt x="13402" y="4750"/>
                </a:lnTo>
                <a:lnTo>
                  <a:pt x="13430" y="4959"/>
                </a:lnTo>
                <a:lnTo>
                  <a:pt x="13429" y="5178"/>
                </a:lnTo>
                <a:lnTo>
                  <a:pt x="13394" y="5405"/>
                </a:lnTo>
                <a:lnTo>
                  <a:pt x="13325" y="5642"/>
                </a:lnTo>
                <a:lnTo>
                  <a:pt x="13218" y="5888"/>
                </a:lnTo>
                <a:lnTo>
                  <a:pt x="13069" y="6144"/>
                </a:lnTo>
                <a:lnTo>
                  <a:pt x="12878" y="6409"/>
                </a:lnTo>
                <a:lnTo>
                  <a:pt x="12640" y="6683"/>
                </a:lnTo>
                <a:lnTo>
                  <a:pt x="12355" y="6965"/>
                </a:lnTo>
                <a:lnTo>
                  <a:pt x="12019" y="7258"/>
                </a:lnTo>
                <a:lnTo>
                  <a:pt x="12021" y="7273"/>
                </a:lnTo>
                <a:lnTo>
                  <a:pt x="12027" y="7315"/>
                </a:lnTo>
                <a:lnTo>
                  <a:pt x="12036" y="7383"/>
                </a:lnTo>
                <a:lnTo>
                  <a:pt x="12048" y="7474"/>
                </a:lnTo>
                <a:lnTo>
                  <a:pt x="12058" y="7586"/>
                </a:lnTo>
                <a:lnTo>
                  <a:pt x="12068" y="7717"/>
                </a:lnTo>
                <a:lnTo>
                  <a:pt x="12077" y="7866"/>
                </a:lnTo>
                <a:lnTo>
                  <a:pt x="12082" y="8029"/>
                </a:lnTo>
                <a:lnTo>
                  <a:pt x="12082" y="8205"/>
                </a:lnTo>
                <a:lnTo>
                  <a:pt x="12076" y="8391"/>
                </a:lnTo>
                <a:lnTo>
                  <a:pt x="12062" y="8586"/>
                </a:lnTo>
                <a:lnTo>
                  <a:pt x="12041" y="8787"/>
                </a:lnTo>
                <a:lnTo>
                  <a:pt x="12010" y="8992"/>
                </a:lnTo>
                <a:lnTo>
                  <a:pt x="11969" y="9199"/>
                </a:lnTo>
                <a:lnTo>
                  <a:pt x="11915" y="9406"/>
                </a:lnTo>
                <a:lnTo>
                  <a:pt x="11847" y="9611"/>
                </a:lnTo>
                <a:lnTo>
                  <a:pt x="11765" y="9810"/>
                </a:lnTo>
                <a:lnTo>
                  <a:pt x="11668" y="10003"/>
                </a:lnTo>
                <a:lnTo>
                  <a:pt x="11553" y="10188"/>
                </a:lnTo>
                <a:lnTo>
                  <a:pt x="11420" y="10362"/>
                </a:lnTo>
                <a:lnTo>
                  <a:pt x="11267" y="10523"/>
                </a:lnTo>
                <a:lnTo>
                  <a:pt x="11094" y="10668"/>
                </a:lnTo>
                <a:lnTo>
                  <a:pt x="10899" y="10797"/>
                </a:lnTo>
                <a:lnTo>
                  <a:pt x="10679" y="10905"/>
                </a:lnTo>
                <a:lnTo>
                  <a:pt x="10437" y="10992"/>
                </a:lnTo>
                <a:lnTo>
                  <a:pt x="10167" y="11055"/>
                </a:lnTo>
                <a:lnTo>
                  <a:pt x="9871" y="11094"/>
                </a:lnTo>
                <a:lnTo>
                  <a:pt x="9547" y="11103"/>
                </a:lnTo>
                <a:lnTo>
                  <a:pt x="9193" y="11082"/>
                </a:lnTo>
                <a:lnTo>
                  <a:pt x="8809" y="11029"/>
                </a:lnTo>
                <a:lnTo>
                  <a:pt x="8392" y="10942"/>
                </a:lnTo>
                <a:lnTo>
                  <a:pt x="7943" y="10818"/>
                </a:lnTo>
                <a:lnTo>
                  <a:pt x="7932" y="10828"/>
                </a:lnTo>
                <a:lnTo>
                  <a:pt x="7900" y="10856"/>
                </a:lnTo>
                <a:lnTo>
                  <a:pt x="7851" y="10900"/>
                </a:lnTo>
                <a:lnTo>
                  <a:pt x="7782" y="10958"/>
                </a:lnTo>
                <a:lnTo>
                  <a:pt x="7696" y="11027"/>
                </a:lnTo>
                <a:lnTo>
                  <a:pt x="7594" y="11106"/>
                </a:lnTo>
                <a:lnTo>
                  <a:pt x="7478" y="11192"/>
                </a:lnTo>
                <a:lnTo>
                  <a:pt x="7348" y="11284"/>
                </a:lnTo>
                <a:lnTo>
                  <a:pt x="7205" y="11379"/>
                </a:lnTo>
                <a:lnTo>
                  <a:pt x="7050" y="11475"/>
                </a:lnTo>
                <a:lnTo>
                  <a:pt x="6885" y="11569"/>
                </a:lnTo>
                <a:lnTo>
                  <a:pt x="6711" y="11660"/>
                </a:lnTo>
                <a:lnTo>
                  <a:pt x="6528" y="11746"/>
                </a:lnTo>
                <a:lnTo>
                  <a:pt x="6338" y="11823"/>
                </a:lnTo>
                <a:lnTo>
                  <a:pt x="6143" y="11891"/>
                </a:lnTo>
                <a:lnTo>
                  <a:pt x="5941" y="11946"/>
                </a:lnTo>
                <a:lnTo>
                  <a:pt x="5737" y="11989"/>
                </a:lnTo>
                <a:lnTo>
                  <a:pt x="5530" y="12014"/>
                </a:lnTo>
                <a:lnTo>
                  <a:pt x="5321" y="12021"/>
                </a:lnTo>
                <a:lnTo>
                  <a:pt x="5112" y="12007"/>
                </a:lnTo>
                <a:lnTo>
                  <a:pt x="4903" y="11970"/>
                </a:lnTo>
                <a:lnTo>
                  <a:pt x="4696" y="11908"/>
                </a:lnTo>
                <a:lnTo>
                  <a:pt x="4492" y="11820"/>
                </a:lnTo>
                <a:lnTo>
                  <a:pt x="4292" y="11701"/>
                </a:lnTo>
                <a:lnTo>
                  <a:pt x="4097" y="11552"/>
                </a:lnTo>
                <a:lnTo>
                  <a:pt x="3907" y="11368"/>
                </a:lnTo>
                <a:lnTo>
                  <a:pt x="3725" y="11149"/>
                </a:lnTo>
                <a:lnTo>
                  <a:pt x="3552" y="10892"/>
                </a:lnTo>
                <a:lnTo>
                  <a:pt x="3388" y="10595"/>
                </a:lnTo>
                <a:lnTo>
                  <a:pt x="3234" y="10256"/>
                </a:lnTo>
                <a:lnTo>
                  <a:pt x="3093" y="9872"/>
                </a:lnTo>
                <a:lnTo>
                  <a:pt x="2964" y="9442"/>
                </a:lnTo>
                <a:lnTo>
                  <a:pt x="2950" y="9438"/>
                </a:lnTo>
                <a:lnTo>
                  <a:pt x="2907" y="9429"/>
                </a:lnTo>
                <a:lnTo>
                  <a:pt x="2840" y="9411"/>
                </a:lnTo>
                <a:lnTo>
                  <a:pt x="2750" y="9387"/>
                </a:lnTo>
                <a:lnTo>
                  <a:pt x="2641" y="9355"/>
                </a:lnTo>
                <a:lnTo>
                  <a:pt x="2516" y="9315"/>
                </a:lnTo>
                <a:lnTo>
                  <a:pt x="2374" y="9266"/>
                </a:lnTo>
                <a:lnTo>
                  <a:pt x="2223" y="9209"/>
                </a:lnTo>
                <a:lnTo>
                  <a:pt x="2061" y="9143"/>
                </a:lnTo>
                <a:lnTo>
                  <a:pt x="1893" y="9069"/>
                </a:lnTo>
                <a:lnTo>
                  <a:pt x="1720" y="8984"/>
                </a:lnTo>
                <a:lnTo>
                  <a:pt x="1547" y="8890"/>
                </a:lnTo>
                <a:lnTo>
                  <a:pt x="1375" y="8786"/>
                </a:lnTo>
                <a:lnTo>
                  <a:pt x="1207" y="8671"/>
                </a:lnTo>
                <a:lnTo>
                  <a:pt x="1045" y="8546"/>
                </a:lnTo>
                <a:lnTo>
                  <a:pt x="892" y="8410"/>
                </a:lnTo>
                <a:lnTo>
                  <a:pt x="751" y="8263"/>
                </a:lnTo>
                <a:lnTo>
                  <a:pt x="625" y="8104"/>
                </a:lnTo>
                <a:lnTo>
                  <a:pt x="515" y="7933"/>
                </a:lnTo>
                <a:lnTo>
                  <a:pt x="425" y="7751"/>
                </a:lnTo>
                <a:lnTo>
                  <a:pt x="357" y="7555"/>
                </a:lnTo>
                <a:lnTo>
                  <a:pt x="315" y="7348"/>
                </a:lnTo>
                <a:lnTo>
                  <a:pt x="299" y="7127"/>
                </a:lnTo>
                <a:lnTo>
                  <a:pt x="314" y="6893"/>
                </a:lnTo>
                <a:lnTo>
                  <a:pt x="362" y="6646"/>
                </a:lnTo>
                <a:lnTo>
                  <a:pt x="444" y="6384"/>
                </a:lnTo>
                <a:lnTo>
                  <a:pt x="564" y="6108"/>
                </a:lnTo>
                <a:lnTo>
                  <a:pt x="726" y="5818"/>
                </a:lnTo>
                <a:lnTo>
                  <a:pt x="930" y="5512"/>
                </a:lnTo>
                <a:lnTo>
                  <a:pt x="1180" y="5193"/>
                </a:lnTo>
                <a:lnTo>
                  <a:pt x="1479" y="4857"/>
                </a:lnTo>
                <a:lnTo>
                  <a:pt x="1828" y="4506"/>
                </a:lnTo>
                <a:lnTo>
                  <a:pt x="1825" y="4497"/>
                </a:lnTo>
                <a:lnTo>
                  <a:pt x="1818" y="4469"/>
                </a:lnTo>
                <a:lnTo>
                  <a:pt x="1808" y="4422"/>
                </a:lnTo>
                <a:lnTo>
                  <a:pt x="1795" y="4361"/>
                </a:lnTo>
                <a:lnTo>
                  <a:pt x="1782" y="4284"/>
                </a:lnTo>
                <a:lnTo>
                  <a:pt x="1768" y="4193"/>
                </a:lnTo>
                <a:lnTo>
                  <a:pt x="1756" y="4091"/>
                </a:lnTo>
                <a:lnTo>
                  <a:pt x="1746" y="3977"/>
                </a:lnTo>
                <a:lnTo>
                  <a:pt x="1740" y="3854"/>
                </a:lnTo>
                <a:lnTo>
                  <a:pt x="1739" y="3723"/>
                </a:lnTo>
                <a:lnTo>
                  <a:pt x="1743" y="3585"/>
                </a:lnTo>
                <a:lnTo>
                  <a:pt x="1756" y="3440"/>
                </a:lnTo>
                <a:lnTo>
                  <a:pt x="1777" y="3292"/>
                </a:lnTo>
                <a:lnTo>
                  <a:pt x="1806" y="3139"/>
                </a:lnTo>
                <a:lnTo>
                  <a:pt x="1846" y="2986"/>
                </a:lnTo>
                <a:lnTo>
                  <a:pt x="1899" y="2831"/>
                </a:lnTo>
                <a:lnTo>
                  <a:pt x="1964" y="2678"/>
                </a:lnTo>
                <a:lnTo>
                  <a:pt x="2044" y="2527"/>
                </a:lnTo>
                <a:lnTo>
                  <a:pt x="2139" y="2378"/>
                </a:lnTo>
                <a:lnTo>
                  <a:pt x="2251" y="2234"/>
                </a:lnTo>
                <a:lnTo>
                  <a:pt x="2380" y="2096"/>
                </a:lnTo>
                <a:lnTo>
                  <a:pt x="2527" y="1965"/>
                </a:lnTo>
                <a:lnTo>
                  <a:pt x="2695" y="1843"/>
                </a:lnTo>
                <a:lnTo>
                  <a:pt x="2885" y="1730"/>
                </a:lnTo>
                <a:lnTo>
                  <a:pt x="3097" y="1629"/>
                </a:lnTo>
                <a:lnTo>
                  <a:pt x="3332" y="1540"/>
                </a:lnTo>
                <a:lnTo>
                  <a:pt x="3592" y="1464"/>
                </a:lnTo>
                <a:lnTo>
                  <a:pt x="3878" y="1403"/>
                </a:lnTo>
                <a:lnTo>
                  <a:pt x="4190" y="1359"/>
                </a:lnTo>
                <a:lnTo>
                  <a:pt x="4532" y="1332"/>
                </a:lnTo>
                <a:lnTo>
                  <a:pt x="4901" y="1324"/>
                </a:lnTo>
                <a:lnTo>
                  <a:pt x="5303" y="1335"/>
                </a:lnTo>
                <a:lnTo>
                  <a:pt x="5522" y="1219"/>
                </a:lnTo>
                <a:lnTo>
                  <a:pt x="5739" y="1107"/>
                </a:lnTo>
                <a:lnTo>
                  <a:pt x="5952" y="1001"/>
                </a:lnTo>
                <a:lnTo>
                  <a:pt x="6163" y="900"/>
                </a:lnTo>
                <a:lnTo>
                  <a:pt x="6369" y="806"/>
                </a:lnTo>
                <a:lnTo>
                  <a:pt x="6573" y="718"/>
                </a:lnTo>
                <a:lnTo>
                  <a:pt x="6773" y="637"/>
                </a:lnTo>
                <a:lnTo>
                  <a:pt x="6970" y="565"/>
                </a:lnTo>
                <a:lnTo>
                  <a:pt x="7163" y="501"/>
                </a:lnTo>
                <a:lnTo>
                  <a:pt x="7354" y="445"/>
                </a:lnTo>
                <a:lnTo>
                  <a:pt x="7540" y="400"/>
                </a:lnTo>
                <a:lnTo>
                  <a:pt x="7724" y="363"/>
                </a:lnTo>
                <a:lnTo>
                  <a:pt x="7904" y="337"/>
                </a:lnTo>
                <a:lnTo>
                  <a:pt x="8079" y="323"/>
                </a:lnTo>
                <a:lnTo>
                  <a:pt x="8251" y="320"/>
                </a:lnTo>
                <a:lnTo>
                  <a:pt x="8421" y="328"/>
                </a:lnTo>
                <a:lnTo>
                  <a:pt x="8586" y="349"/>
                </a:lnTo>
                <a:lnTo>
                  <a:pt x="8746" y="383"/>
                </a:lnTo>
                <a:lnTo>
                  <a:pt x="8903" y="430"/>
                </a:lnTo>
                <a:lnTo>
                  <a:pt x="9057" y="491"/>
                </a:lnTo>
                <a:lnTo>
                  <a:pt x="9206" y="567"/>
                </a:lnTo>
                <a:lnTo>
                  <a:pt x="9352" y="658"/>
                </a:lnTo>
                <a:lnTo>
                  <a:pt x="9494" y="764"/>
                </a:lnTo>
                <a:lnTo>
                  <a:pt x="9631" y="887"/>
                </a:lnTo>
                <a:lnTo>
                  <a:pt x="9765" y="1025"/>
                </a:lnTo>
                <a:lnTo>
                  <a:pt x="9895" y="1181"/>
                </a:lnTo>
                <a:lnTo>
                  <a:pt x="10019" y="1354"/>
                </a:lnTo>
                <a:lnTo>
                  <a:pt x="10141" y="1546"/>
                </a:lnTo>
                <a:lnTo>
                  <a:pt x="10257" y="1756"/>
                </a:lnTo>
                <a:lnTo>
                  <a:pt x="10370" y="1984"/>
                </a:lnTo>
                <a:lnTo>
                  <a:pt x="10478" y="2234"/>
                </a:lnTo>
                <a:lnTo>
                  <a:pt x="10582" y="250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Freeform 163"/>
          <p:cNvSpPr>
            <a:spLocks noEditPoints="1"/>
          </p:cNvSpPr>
          <p:nvPr/>
        </p:nvSpPr>
        <p:spPr bwMode="auto">
          <a:xfrm>
            <a:off x="6366956" y="2812972"/>
            <a:ext cx="1615190" cy="1106808"/>
          </a:xfrm>
          <a:custGeom>
            <a:avLst/>
            <a:gdLst>
              <a:gd name="T0" fmla="*/ 2147483646 w 14525"/>
              <a:gd name="T1" fmla="*/ 2147483646 h 12941"/>
              <a:gd name="T2" fmla="*/ 2147483646 w 14525"/>
              <a:gd name="T3" fmla="*/ 2147483646 h 12941"/>
              <a:gd name="T4" fmla="*/ 2147483646 w 14525"/>
              <a:gd name="T5" fmla="*/ 2147483646 h 12941"/>
              <a:gd name="T6" fmla="*/ 2147483646 w 14525"/>
              <a:gd name="T7" fmla="*/ 2147483646 h 12941"/>
              <a:gd name="T8" fmla="*/ 2147483646 w 14525"/>
              <a:gd name="T9" fmla="*/ 2147483646 h 12941"/>
              <a:gd name="T10" fmla="*/ 2147483646 w 14525"/>
              <a:gd name="T11" fmla="*/ 2147483646 h 12941"/>
              <a:gd name="T12" fmla="*/ 2147483646 w 14525"/>
              <a:gd name="T13" fmla="*/ 2147483646 h 12941"/>
              <a:gd name="T14" fmla="*/ 2147483646 w 14525"/>
              <a:gd name="T15" fmla="*/ 2147483646 h 12941"/>
              <a:gd name="T16" fmla="*/ 2147483646 w 14525"/>
              <a:gd name="T17" fmla="*/ 2147483646 h 12941"/>
              <a:gd name="T18" fmla="*/ 2147483646 w 14525"/>
              <a:gd name="T19" fmla="*/ 2147483646 h 12941"/>
              <a:gd name="T20" fmla="*/ 2147483646 w 14525"/>
              <a:gd name="T21" fmla="*/ 2147483646 h 12941"/>
              <a:gd name="T22" fmla="*/ 2147483646 w 14525"/>
              <a:gd name="T23" fmla="*/ 2147483646 h 12941"/>
              <a:gd name="T24" fmla="*/ 2147483646 w 14525"/>
              <a:gd name="T25" fmla="*/ 2147483646 h 12941"/>
              <a:gd name="T26" fmla="*/ 2147483646 w 14525"/>
              <a:gd name="T27" fmla="*/ 2147483646 h 12941"/>
              <a:gd name="T28" fmla="*/ 2147483646 w 14525"/>
              <a:gd name="T29" fmla="*/ 2147483646 h 12941"/>
              <a:gd name="T30" fmla="*/ 2147483646 w 14525"/>
              <a:gd name="T31" fmla="*/ 2147483646 h 12941"/>
              <a:gd name="T32" fmla="*/ 2147483646 w 14525"/>
              <a:gd name="T33" fmla="*/ 2147483646 h 12941"/>
              <a:gd name="T34" fmla="*/ 2147483646 w 14525"/>
              <a:gd name="T35" fmla="*/ 2147483646 h 12941"/>
              <a:gd name="T36" fmla="*/ 2147483646 w 14525"/>
              <a:gd name="T37" fmla="*/ 2147483646 h 12941"/>
              <a:gd name="T38" fmla="*/ 2147483646 w 14525"/>
              <a:gd name="T39" fmla="*/ 2147483646 h 12941"/>
              <a:gd name="T40" fmla="*/ 2147483646 w 14525"/>
              <a:gd name="T41" fmla="*/ 2147483646 h 12941"/>
              <a:gd name="T42" fmla="*/ 2147483646 w 14525"/>
              <a:gd name="T43" fmla="*/ 2147483646 h 12941"/>
              <a:gd name="T44" fmla="*/ 2147483646 w 14525"/>
              <a:gd name="T45" fmla="*/ 2147483646 h 12941"/>
              <a:gd name="T46" fmla="*/ 2147483646 w 14525"/>
              <a:gd name="T47" fmla="*/ 2147483646 h 12941"/>
              <a:gd name="T48" fmla="*/ 2147483646 w 14525"/>
              <a:gd name="T49" fmla="*/ 2147483646 h 12941"/>
              <a:gd name="T50" fmla="*/ 2147483646 w 14525"/>
              <a:gd name="T51" fmla="*/ 2147483646 h 12941"/>
              <a:gd name="T52" fmla="*/ 2147483646 w 14525"/>
              <a:gd name="T53" fmla="*/ 2147483646 h 12941"/>
              <a:gd name="T54" fmla="*/ 2147483646 w 14525"/>
              <a:gd name="T55" fmla="*/ 2147483646 h 12941"/>
              <a:gd name="T56" fmla="*/ 2147483646 w 14525"/>
              <a:gd name="T57" fmla="*/ 2147483646 h 12941"/>
              <a:gd name="T58" fmla="*/ 2147483646 w 14525"/>
              <a:gd name="T59" fmla="*/ 2147483646 h 12941"/>
              <a:gd name="T60" fmla="*/ 2147483646 w 14525"/>
              <a:gd name="T61" fmla="*/ 2147483646 h 12941"/>
              <a:gd name="T62" fmla="*/ 2147483646 w 14525"/>
              <a:gd name="T63" fmla="*/ 2147483646 h 12941"/>
              <a:gd name="T64" fmla="*/ 2147483646 w 14525"/>
              <a:gd name="T65" fmla="*/ 2147483646 h 12941"/>
              <a:gd name="T66" fmla="*/ 2147483646 w 14525"/>
              <a:gd name="T67" fmla="*/ 2147483646 h 12941"/>
              <a:gd name="T68" fmla="*/ 2147483646 w 14525"/>
              <a:gd name="T69" fmla="*/ 2147483646 h 12941"/>
              <a:gd name="T70" fmla="*/ 2147483646 w 14525"/>
              <a:gd name="T71" fmla="*/ 2147483646 h 12941"/>
              <a:gd name="T72" fmla="*/ 2147483646 w 14525"/>
              <a:gd name="T73" fmla="*/ 2147483646 h 12941"/>
              <a:gd name="T74" fmla="*/ 2147483646 w 14525"/>
              <a:gd name="T75" fmla="*/ 2147483646 h 12941"/>
              <a:gd name="T76" fmla="*/ 2147483646 w 14525"/>
              <a:gd name="T77" fmla="*/ 2147483646 h 12941"/>
              <a:gd name="T78" fmla="*/ 2147483646 w 14525"/>
              <a:gd name="T79" fmla="*/ 2147483646 h 12941"/>
              <a:gd name="T80" fmla="*/ 2147483646 w 14525"/>
              <a:gd name="T81" fmla="*/ 2147483646 h 12941"/>
              <a:gd name="T82" fmla="*/ 2147483646 w 14525"/>
              <a:gd name="T83" fmla="*/ 2147483646 h 12941"/>
              <a:gd name="T84" fmla="*/ 2147483646 w 14525"/>
              <a:gd name="T85" fmla="*/ 2147483646 h 12941"/>
              <a:gd name="T86" fmla="*/ 2147483646 w 14525"/>
              <a:gd name="T87" fmla="*/ 2147483646 h 12941"/>
              <a:gd name="T88" fmla="*/ 2147483646 w 14525"/>
              <a:gd name="T89" fmla="*/ 2147483646 h 12941"/>
              <a:gd name="T90" fmla="*/ 2147483646 w 14525"/>
              <a:gd name="T91" fmla="*/ 2147483646 h 12941"/>
              <a:gd name="T92" fmla="*/ 2147483646 w 14525"/>
              <a:gd name="T93" fmla="*/ 2147483646 h 12941"/>
              <a:gd name="T94" fmla="*/ 2147483646 w 14525"/>
              <a:gd name="T95" fmla="*/ 2147483646 h 12941"/>
              <a:gd name="T96" fmla="*/ 2147483646 w 14525"/>
              <a:gd name="T97" fmla="*/ 2147483646 h 12941"/>
              <a:gd name="T98" fmla="*/ 2147483646 w 14525"/>
              <a:gd name="T99" fmla="*/ 2147483646 h 12941"/>
              <a:gd name="T100" fmla="*/ 2147483646 w 14525"/>
              <a:gd name="T101" fmla="*/ 2147483646 h 12941"/>
              <a:gd name="T102" fmla="*/ 2147483646 w 14525"/>
              <a:gd name="T103" fmla="*/ 2147483646 h 12941"/>
              <a:gd name="T104" fmla="*/ 2147483646 w 14525"/>
              <a:gd name="T105" fmla="*/ 2147483646 h 12941"/>
              <a:gd name="T106" fmla="*/ 2147483646 w 14525"/>
              <a:gd name="T107" fmla="*/ 2147483646 h 12941"/>
              <a:gd name="T108" fmla="*/ 2147483646 w 14525"/>
              <a:gd name="T109" fmla="*/ 2147483646 h 1294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525"/>
              <a:gd name="T166" fmla="*/ 0 h 12941"/>
              <a:gd name="T167" fmla="*/ 14525 w 14525"/>
              <a:gd name="T168" fmla="*/ 12941 h 1294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525" h="12941">
                <a:moveTo>
                  <a:pt x="11373" y="2413"/>
                </a:moveTo>
                <a:lnTo>
                  <a:pt x="11390" y="2419"/>
                </a:lnTo>
                <a:lnTo>
                  <a:pt x="11438" y="2434"/>
                </a:lnTo>
                <a:lnTo>
                  <a:pt x="11515" y="2460"/>
                </a:lnTo>
                <a:lnTo>
                  <a:pt x="11617" y="2495"/>
                </a:lnTo>
                <a:lnTo>
                  <a:pt x="11743" y="2542"/>
                </a:lnTo>
                <a:lnTo>
                  <a:pt x="11887" y="2598"/>
                </a:lnTo>
                <a:lnTo>
                  <a:pt x="12049" y="2666"/>
                </a:lnTo>
                <a:lnTo>
                  <a:pt x="12224" y="2743"/>
                </a:lnTo>
                <a:lnTo>
                  <a:pt x="12411" y="2830"/>
                </a:lnTo>
                <a:lnTo>
                  <a:pt x="12605" y="2927"/>
                </a:lnTo>
                <a:lnTo>
                  <a:pt x="12805" y="3035"/>
                </a:lnTo>
                <a:lnTo>
                  <a:pt x="13006" y="3153"/>
                </a:lnTo>
                <a:lnTo>
                  <a:pt x="13207" y="3282"/>
                </a:lnTo>
                <a:lnTo>
                  <a:pt x="13405" y="3421"/>
                </a:lnTo>
                <a:lnTo>
                  <a:pt x="13595" y="3569"/>
                </a:lnTo>
                <a:lnTo>
                  <a:pt x="13775" y="3728"/>
                </a:lnTo>
                <a:lnTo>
                  <a:pt x="13943" y="3898"/>
                </a:lnTo>
                <a:lnTo>
                  <a:pt x="14096" y="4078"/>
                </a:lnTo>
                <a:lnTo>
                  <a:pt x="14231" y="4268"/>
                </a:lnTo>
                <a:lnTo>
                  <a:pt x="14343" y="4469"/>
                </a:lnTo>
                <a:lnTo>
                  <a:pt x="14432" y="4680"/>
                </a:lnTo>
                <a:lnTo>
                  <a:pt x="14494" y="4900"/>
                </a:lnTo>
                <a:lnTo>
                  <a:pt x="14525" y="5131"/>
                </a:lnTo>
                <a:lnTo>
                  <a:pt x="14523" y="5372"/>
                </a:lnTo>
                <a:lnTo>
                  <a:pt x="14484" y="5625"/>
                </a:lnTo>
                <a:lnTo>
                  <a:pt x="14407" y="5886"/>
                </a:lnTo>
                <a:lnTo>
                  <a:pt x="14289" y="6158"/>
                </a:lnTo>
                <a:lnTo>
                  <a:pt x="14125" y="6441"/>
                </a:lnTo>
                <a:lnTo>
                  <a:pt x="13913" y="6734"/>
                </a:lnTo>
                <a:lnTo>
                  <a:pt x="13651" y="7037"/>
                </a:lnTo>
                <a:lnTo>
                  <a:pt x="13335" y="7351"/>
                </a:lnTo>
                <a:lnTo>
                  <a:pt x="12962" y="7674"/>
                </a:lnTo>
                <a:lnTo>
                  <a:pt x="12965" y="7690"/>
                </a:lnTo>
                <a:lnTo>
                  <a:pt x="12973" y="7737"/>
                </a:lnTo>
                <a:lnTo>
                  <a:pt x="12982" y="7812"/>
                </a:lnTo>
                <a:lnTo>
                  <a:pt x="12994" y="7913"/>
                </a:lnTo>
                <a:lnTo>
                  <a:pt x="13007" y="8037"/>
                </a:lnTo>
                <a:lnTo>
                  <a:pt x="13018" y="8182"/>
                </a:lnTo>
                <a:lnTo>
                  <a:pt x="13027" y="8346"/>
                </a:lnTo>
                <a:lnTo>
                  <a:pt x="13032" y="8526"/>
                </a:lnTo>
                <a:lnTo>
                  <a:pt x="13032" y="8721"/>
                </a:lnTo>
                <a:lnTo>
                  <a:pt x="13026" y="8927"/>
                </a:lnTo>
                <a:lnTo>
                  <a:pt x="13011" y="9142"/>
                </a:lnTo>
                <a:lnTo>
                  <a:pt x="12987" y="9365"/>
                </a:lnTo>
                <a:lnTo>
                  <a:pt x="12953" y="9592"/>
                </a:lnTo>
                <a:lnTo>
                  <a:pt x="12907" y="9820"/>
                </a:lnTo>
                <a:lnTo>
                  <a:pt x="12847" y="10049"/>
                </a:lnTo>
                <a:lnTo>
                  <a:pt x="12773" y="10275"/>
                </a:lnTo>
                <a:lnTo>
                  <a:pt x="12682" y="10497"/>
                </a:lnTo>
                <a:lnTo>
                  <a:pt x="12574" y="10711"/>
                </a:lnTo>
                <a:lnTo>
                  <a:pt x="12447" y="10915"/>
                </a:lnTo>
                <a:lnTo>
                  <a:pt x="12300" y="11107"/>
                </a:lnTo>
                <a:lnTo>
                  <a:pt x="12131" y="11285"/>
                </a:lnTo>
                <a:lnTo>
                  <a:pt x="11940" y="11446"/>
                </a:lnTo>
                <a:lnTo>
                  <a:pt x="11723" y="11587"/>
                </a:lnTo>
                <a:lnTo>
                  <a:pt x="11481" y="11708"/>
                </a:lnTo>
                <a:lnTo>
                  <a:pt x="11212" y="11804"/>
                </a:lnTo>
                <a:lnTo>
                  <a:pt x="10914" y="11875"/>
                </a:lnTo>
                <a:lnTo>
                  <a:pt x="10587" y="11916"/>
                </a:lnTo>
                <a:lnTo>
                  <a:pt x="10228" y="11927"/>
                </a:lnTo>
                <a:lnTo>
                  <a:pt x="9837" y="11904"/>
                </a:lnTo>
                <a:lnTo>
                  <a:pt x="9412" y="11845"/>
                </a:lnTo>
                <a:lnTo>
                  <a:pt x="8951" y="11748"/>
                </a:lnTo>
                <a:lnTo>
                  <a:pt x="8454" y="11611"/>
                </a:lnTo>
                <a:lnTo>
                  <a:pt x="8442" y="11622"/>
                </a:lnTo>
                <a:lnTo>
                  <a:pt x="8408" y="11654"/>
                </a:lnTo>
                <a:lnTo>
                  <a:pt x="8352" y="11701"/>
                </a:lnTo>
                <a:lnTo>
                  <a:pt x="8276" y="11766"/>
                </a:lnTo>
                <a:lnTo>
                  <a:pt x="8182" y="11843"/>
                </a:lnTo>
                <a:lnTo>
                  <a:pt x="8069" y="11930"/>
                </a:lnTo>
                <a:lnTo>
                  <a:pt x="7940" y="12025"/>
                </a:lnTo>
                <a:lnTo>
                  <a:pt x="7796" y="12127"/>
                </a:lnTo>
                <a:lnTo>
                  <a:pt x="7638" y="12232"/>
                </a:lnTo>
                <a:lnTo>
                  <a:pt x="7466" y="12338"/>
                </a:lnTo>
                <a:lnTo>
                  <a:pt x="7284" y="12442"/>
                </a:lnTo>
                <a:lnTo>
                  <a:pt x="7092" y="12543"/>
                </a:lnTo>
                <a:lnTo>
                  <a:pt x="6889" y="12637"/>
                </a:lnTo>
                <a:lnTo>
                  <a:pt x="6680" y="12723"/>
                </a:lnTo>
                <a:lnTo>
                  <a:pt x="6463" y="12798"/>
                </a:lnTo>
                <a:lnTo>
                  <a:pt x="6241" y="12860"/>
                </a:lnTo>
                <a:lnTo>
                  <a:pt x="6015" y="12906"/>
                </a:lnTo>
                <a:lnTo>
                  <a:pt x="5786" y="12934"/>
                </a:lnTo>
                <a:lnTo>
                  <a:pt x="5554" y="12941"/>
                </a:lnTo>
                <a:lnTo>
                  <a:pt x="5323" y="12926"/>
                </a:lnTo>
                <a:lnTo>
                  <a:pt x="5092" y="12885"/>
                </a:lnTo>
                <a:lnTo>
                  <a:pt x="4863" y="12817"/>
                </a:lnTo>
                <a:lnTo>
                  <a:pt x="4638" y="12719"/>
                </a:lnTo>
                <a:lnTo>
                  <a:pt x="4415" y="12588"/>
                </a:lnTo>
                <a:lnTo>
                  <a:pt x="4199" y="12423"/>
                </a:lnTo>
                <a:lnTo>
                  <a:pt x="3991" y="12220"/>
                </a:lnTo>
                <a:lnTo>
                  <a:pt x="3789" y="11978"/>
                </a:lnTo>
                <a:lnTo>
                  <a:pt x="3597" y="11693"/>
                </a:lnTo>
                <a:lnTo>
                  <a:pt x="3417" y="11365"/>
                </a:lnTo>
                <a:lnTo>
                  <a:pt x="3246" y="10990"/>
                </a:lnTo>
                <a:lnTo>
                  <a:pt x="3090" y="10565"/>
                </a:lnTo>
                <a:lnTo>
                  <a:pt x="2948" y="10089"/>
                </a:lnTo>
                <a:lnTo>
                  <a:pt x="2931" y="10085"/>
                </a:lnTo>
                <a:lnTo>
                  <a:pt x="2884" y="10075"/>
                </a:lnTo>
                <a:lnTo>
                  <a:pt x="2810" y="10055"/>
                </a:lnTo>
                <a:lnTo>
                  <a:pt x="2712" y="10028"/>
                </a:lnTo>
                <a:lnTo>
                  <a:pt x="2590" y="9993"/>
                </a:lnTo>
                <a:lnTo>
                  <a:pt x="2451" y="9948"/>
                </a:lnTo>
                <a:lnTo>
                  <a:pt x="2296" y="9895"/>
                </a:lnTo>
                <a:lnTo>
                  <a:pt x="2127" y="9832"/>
                </a:lnTo>
                <a:lnTo>
                  <a:pt x="1949" y="9759"/>
                </a:lnTo>
                <a:lnTo>
                  <a:pt x="1763" y="9676"/>
                </a:lnTo>
                <a:lnTo>
                  <a:pt x="1572" y="9583"/>
                </a:lnTo>
                <a:lnTo>
                  <a:pt x="1381" y="9479"/>
                </a:lnTo>
                <a:lnTo>
                  <a:pt x="1190" y="9363"/>
                </a:lnTo>
                <a:lnTo>
                  <a:pt x="1004" y="9237"/>
                </a:lnTo>
                <a:lnTo>
                  <a:pt x="826" y="9099"/>
                </a:lnTo>
                <a:lnTo>
                  <a:pt x="656" y="8948"/>
                </a:lnTo>
                <a:lnTo>
                  <a:pt x="501" y="8785"/>
                </a:lnTo>
                <a:lnTo>
                  <a:pt x="360" y="8609"/>
                </a:lnTo>
                <a:lnTo>
                  <a:pt x="239" y="8420"/>
                </a:lnTo>
                <a:lnTo>
                  <a:pt x="139" y="8219"/>
                </a:lnTo>
                <a:lnTo>
                  <a:pt x="65" y="8003"/>
                </a:lnTo>
                <a:lnTo>
                  <a:pt x="17" y="7773"/>
                </a:lnTo>
                <a:lnTo>
                  <a:pt x="0" y="7528"/>
                </a:lnTo>
                <a:lnTo>
                  <a:pt x="17" y="7270"/>
                </a:lnTo>
                <a:lnTo>
                  <a:pt x="69" y="6996"/>
                </a:lnTo>
                <a:lnTo>
                  <a:pt x="160" y="6707"/>
                </a:lnTo>
                <a:lnTo>
                  <a:pt x="294" y="6401"/>
                </a:lnTo>
                <a:lnTo>
                  <a:pt x="472" y="6081"/>
                </a:lnTo>
                <a:lnTo>
                  <a:pt x="698" y="5743"/>
                </a:lnTo>
                <a:lnTo>
                  <a:pt x="974" y="5390"/>
                </a:lnTo>
                <a:lnTo>
                  <a:pt x="1304" y="5018"/>
                </a:lnTo>
                <a:lnTo>
                  <a:pt x="1691" y="4631"/>
                </a:lnTo>
                <a:lnTo>
                  <a:pt x="1688" y="4619"/>
                </a:lnTo>
                <a:lnTo>
                  <a:pt x="1680" y="4588"/>
                </a:lnTo>
                <a:lnTo>
                  <a:pt x="1669" y="4537"/>
                </a:lnTo>
                <a:lnTo>
                  <a:pt x="1655" y="4469"/>
                </a:lnTo>
                <a:lnTo>
                  <a:pt x="1639" y="4384"/>
                </a:lnTo>
                <a:lnTo>
                  <a:pt x="1625" y="4284"/>
                </a:lnTo>
                <a:lnTo>
                  <a:pt x="1611" y="4171"/>
                </a:lnTo>
                <a:lnTo>
                  <a:pt x="1600" y="4045"/>
                </a:lnTo>
                <a:lnTo>
                  <a:pt x="1594" y="3909"/>
                </a:lnTo>
                <a:lnTo>
                  <a:pt x="1593" y="3763"/>
                </a:lnTo>
                <a:lnTo>
                  <a:pt x="1598" y="3611"/>
                </a:lnTo>
                <a:lnTo>
                  <a:pt x="1611" y="3451"/>
                </a:lnTo>
                <a:lnTo>
                  <a:pt x="1633" y="3287"/>
                </a:lnTo>
                <a:lnTo>
                  <a:pt x="1666" y="3119"/>
                </a:lnTo>
                <a:lnTo>
                  <a:pt x="1711" y="2948"/>
                </a:lnTo>
                <a:lnTo>
                  <a:pt x="1769" y="2778"/>
                </a:lnTo>
                <a:lnTo>
                  <a:pt x="1842" y="2608"/>
                </a:lnTo>
                <a:lnTo>
                  <a:pt x="1930" y="2440"/>
                </a:lnTo>
                <a:lnTo>
                  <a:pt x="2035" y="2276"/>
                </a:lnTo>
                <a:lnTo>
                  <a:pt x="2159" y="2116"/>
                </a:lnTo>
                <a:lnTo>
                  <a:pt x="2301" y="1965"/>
                </a:lnTo>
                <a:lnTo>
                  <a:pt x="2465" y="1819"/>
                </a:lnTo>
                <a:lnTo>
                  <a:pt x="2651" y="1684"/>
                </a:lnTo>
                <a:lnTo>
                  <a:pt x="2860" y="1560"/>
                </a:lnTo>
                <a:lnTo>
                  <a:pt x="3094" y="1447"/>
                </a:lnTo>
                <a:lnTo>
                  <a:pt x="3354" y="1349"/>
                </a:lnTo>
                <a:lnTo>
                  <a:pt x="3642" y="1266"/>
                </a:lnTo>
                <a:lnTo>
                  <a:pt x="3958" y="1198"/>
                </a:lnTo>
                <a:lnTo>
                  <a:pt x="4304" y="1149"/>
                </a:lnTo>
                <a:lnTo>
                  <a:pt x="4681" y="1119"/>
                </a:lnTo>
                <a:lnTo>
                  <a:pt x="5091" y="1110"/>
                </a:lnTo>
                <a:lnTo>
                  <a:pt x="5535" y="1123"/>
                </a:lnTo>
                <a:lnTo>
                  <a:pt x="5777" y="995"/>
                </a:lnTo>
                <a:lnTo>
                  <a:pt x="6017" y="871"/>
                </a:lnTo>
                <a:lnTo>
                  <a:pt x="6253" y="754"/>
                </a:lnTo>
                <a:lnTo>
                  <a:pt x="6485" y="642"/>
                </a:lnTo>
                <a:lnTo>
                  <a:pt x="6714" y="538"/>
                </a:lnTo>
                <a:lnTo>
                  <a:pt x="6939" y="440"/>
                </a:lnTo>
                <a:lnTo>
                  <a:pt x="7161" y="352"/>
                </a:lnTo>
                <a:lnTo>
                  <a:pt x="7379" y="271"/>
                </a:lnTo>
                <a:lnTo>
                  <a:pt x="7593" y="200"/>
                </a:lnTo>
                <a:lnTo>
                  <a:pt x="7803" y="139"/>
                </a:lnTo>
                <a:lnTo>
                  <a:pt x="8009" y="88"/>
                </a:lnTo>
                <a:lnTo>
                  <a:pt x="8212" y="47"/>
                </a:lnTo>
                <a:lnTo>
                  <a:pt x="8411" y="19"/>
                </a:lnTo>
                <a:lnTo>
                  <a:pt x="8605" y="3"/>
                </a:lnTo>
                <a:lnTo>
                  <a:pt x="8796" y="0"/>
                </a:lnTo>
                <a:lnTo>
                  <a:pt x="8982" y="9"/>
                </a:lnTo>
                <a:lnTo>
                  <a:pt x="9165" y="32"/>
                </a:lnTo>
                <a:lnTo>
                  <a:pt x="9343" y="69"/>
                </a:lnTo>
                <a:lnTo>
                  <a:pt x="9517" y="121"/>
                </a:lnTo>
                <a:lnTo>
                  <a:pt x="9687" y="190"/>
                </a:lnTo>
                <a:lnTo>
                  <a:pt x="9852" y="273"/>
                </a:lnTo>
                <a:lnTo>
                  <a:pt x="10013" y="374"/>
                </a:lnTo>
                <a:lnTo>
                  <a:pt x="10170" y="491"/>
                </a:lnTo>
                <a:lnTo>
                  <a:pt x="10322" y="626"/>
                </a:lnTo>
                <a:lnTo>
                  <a:pt x="10470" y="780"/>
                </a:lnTo>
                <a:lnTo>
                  <a:pt x="10613" y="952"/>
                </a:lnTo>
                <a:lnTo>
                  <a:pt x="10751" y="1144"/>
                </a:lnTo>
                <a:lnTo>
                  <a:pt x="10885" y="1355"/>
                </a:lnTo>
                <a:lnTo>
                  <a:pt x="11014" y="1588"/>
                </a:lnTo>
                <a:lnTo>
                  <a:pt x="11138" y="1841"/>
                </a:lnTo>
                <a:lnTo>
                  <a:pt x="11259" y="2116"/>
                </a:lnTo>
                <a:lnTo>
                  <a:pt x="11373" y="2413"/>
                </a:lnTo>
                <a:close/>
                <a:moveTo>
                  <a:pt x="10582" y="2503"/>
                </a:moveTo>
                <a:lnTo>
                  <a:pt x="10597" y="2507"/>
                </a:lnTo>
                <a:lnTo>
                  <a:pt x="10641" y="2521"/>
                </a:lnTo>
                <a:lnTo>
                  <a:pt x="10711" y="2544"/>
                </a:lnTo>
                <a:lnTo>
                  <a:pt x="10803" y="2576"/>
                </a:lnTo>
                <a:lnTo>
                  <a:pt x="10916" y="2619"/>
                </a:lnTo>
                <a:lnTo>
                  <a:pt x="11047" y="2670"/>
                </a:lnTo>
                <a:lnTo>
                  <a:pt x="11192" y="2730"/>
                </a:lnTo>
                <a:lnTo>
                  <a:pt x="11351" y="2800"/>
                </a:lnTo>
                <a:lnTo>
                  <a:pt x="11520" y="2879"/>
                </a:lnTo>
                <a:lnTo>
                  <a:pt x="11696" y="2967"/>
                </a:lnTo>
                <a:lnTo>
                  <a:pt x="11876" y="3065"/>
                </a:lnTo>
                <a:lnTo>
                  <a:pt x="12058" y="3171"/>
                </a:lnTo>
                <a:lnTo>
                  <a:pt x="12240" y="3288"/>
                </a:lnTo>
                <a:lnTo>
                  <a:pt x="12418" y="3412"/>
                </a:lnTo>
                <a:lnTo>
                  <a:pt x="12591" y="3547"/>
                </a:lnTo>
                <a:lnTo>
                  <a:pt x="12754" y="3691"/>
                </a:lnTo>
                <a:lnTo>
                  <a:pt x="12905" y="3844"/>
                </a:lnTo>
                <a:lnTo>
                  <a:pt x="13043" y="4008"/>
                </a:lnTo>
                <a:lnTo>
                  <a:pt x="13165" y="4179"/>
                </a:lnTo>
                <a:lnTo>
                  <a:pt x="13268" y="4361"/>
                </a:lnTo>
                <a:lnTo>
                  <a:pt x="13347" y="4551"/>
                </a:lnTo>
                <a:lnTo>
                  <a:pt x="13402" y="4750"/>
                </a:lnTo>
                <a:lnTo>
                  <a:pt x="13430" y="4959"/>
                </a:lnTo>
                <a:lnTo>
                  <a:pt x="13429" y="5178"/>
                </a:lnTo>
                <a:lnTo>
                  <a:pt x="13394" y="5405"/>
                </a:lnTo>
                <a:lnTo>
                  <a:pt x="13325" y="5642"/>
                </a:lnTo>
                <a:lnTo>
                  <a:pt x="13218" y="5888"/>
                </a:lnTo>
                <a:lnTo>
                  <a:pt x="13069" y="6144"/>
                </a:lnTo>
                <a:lnTo>
                  <a:pt x="12878" y="6409"/>
                </a:lnTo>
                <a:lnTo>
                  <a:pt x="12640" y="6683"/>
                </a:lnTo>
                <a:lnTo>
                  <a:pt x="12355" y="6965"/>
                </a:lnTo>
                <a:lnTo>
                  <a:pt x="12019" y="7258"/>
                </a:lnTo>
                <a:lnTo>
                  <a:pt x="12021" y="7273"/>
                </a:lnTo>
                <a:lnTo>
                  <a:pt x="12027" y="7315"/>
                </a:lnTo>
                <a:lnTo>
                  <a:pt x="12036" y="7383"/>
                </a:lnTo>
                <a:lnTo>
                  <a:pt x="12048" y="7474"/>
                </a:lnTo>
                <a:lnTo>
                  <a:pt x="12058" y="7586"/>
                </a:lnTo>
                <a:lnTo>
                  <a:pt x="12068" y="7717"/>
                </a:lnTo>
                <a:lnTo>
                  <a:pt x="12077" y="7866"/>
                </a:lnTo>
                <a:lnTo>
                  <a:pt x="12082" y="8029"/>
                </a:lnTo>
                <a:lnTo>
                  <a:pt x="12082" y="8205"/>
                </a:lnTo>
                <a:lnTo>
                  <a:pt x="12076" y="8391"/>
                </a:lnTo>
                <a:lnTo>
                  <a:pt x="12062" y="8586"/>
                </a:lnTo>
                <a:lnTo>
                  <a:pt x="12041" y="8787"/>
                </a:lnTo>
                <a:lnTo>
                  <a:pt x="12010" y="8992"/>
                </a:lnTo>
                <a:lnTo>
                  <a:pt x="11969" y="9199"/>
                </a:lnTo>
                <a:lnTo>
                  <a:pt x="11915" y="9406"/>
                </a:lnTo>
                <a:lnTo>
                  <a:pt x="11847" y="9611"/>
                </a:lnTo>
                <a:lnTo>
                  <a:pt x="11765" y="9810"/>
                </a:lnTo>
                <a:lnTo>
                  <a:pt x="11668" y="10003"/>
                </a:lnTo>
                <a:lnTo>
                  <a:pt x="11553" y="10188"/>
                </a:lnTo>
                <a:lnTo>
                  <a:pt x="11420" y="10362"/>
                </a:lnTo>
                <a:lnTo>
                  <a:pt x="11267" y="10523"/>
                </a:lnTo>
                <a:lnTo>
                  <a:pt x="11094" y="10668"/>
                </a:lnTo>
                <a:lnTo>
                  <a:pt x="10899" y="10797"/>
                </a:lnTo>
                <a:lnTo>
                  <a:pt x="10679" y="10905"/>
                </a:lnTo>
                <a:lnTo>
                  <a:pt x="10437" y="10992"/>
                </a:lnTo>
                <a:lnTo>
                  <a:pt x="10167" y="11055"/>
                </a:lnTo>
                <a:lnTo>
                  <a:pt x="9871" y="11094"/>
                </a:lnTo>
                <a:lnTo>
                  <a:pt x="9547" y="11103"/>
                </a:lnTo>
                <a:lnTo>
                  <a:pt x="9193" y="11082"/>
                </a:lnTo>
                <a:lnTo>
                  <a:pt x="8809" y="11029"/>
                </a:lnTo>
                <a:lnTo>
                  <a:pt x="8392" y="10942"/>
                </a:lnTo>
                <a:lnTo>
                  <a:pt x="7943" y="10818"/>
                </a:lnTo>
                <a:lnTo>
                  <a:pt x="7932" y="10828"/>
                </a:lnTo>
                <a:lnTo>
                  <a:pt x="7900" y="10856"/>
                </a:lnTo>
                <a:lnTo>
                  <a:pt x="7851" y="10900"/>
                </a:lnTo>
                <a:lnTo>
                  <a:pt x="7782" y="10958"/>
                </a:lnTo>
                <a:lnTo>
                  <a:pt x="7696" y="11027"/>
                </a:lnTo>
                <a:lnTo>
                  <a:pt x="7594" y="11106"/>
                </a:lnTo>
                <a:lnTo>
                  <a:pt x="7478" y="11192"/>
                </a:lnTo>
                <a:lnTo>
                  <a:pt x="7348" y="11284"/>
                </a:lnTo>
                <a:lnTo>
                  <a:pt x="7205" y="11379"/>
                </a:lnTo>
                <a:lnTo>
                  <a:pt x="7050" y="11475"/>
                </a:lnTo>
                <a:lnTo>
                  <a:pt x="6885" y="11569"/>
                </a:lnTo>
                <a:lnTo>
                  <a:pt x="6711" y="11660"/>
                </a:lnTo>
                <a:lnTo>
                  <a:pt x="6528" y="11746"/>
                </a:lnTo>
                <a:lnTo>
                  <a:pt x="6338" y="11823"/>
                </a:lnTo>
                <a:lnTo>
                  <a:pt x="6143" y="11891"/>
                </a:lnTo>
                <a:lnTo>
                  <a:pt x="5941" y="11946"/>
                </a:lnTo>
                <a:lnTo>
                  <a:pt x="5737" y="11989"/>
                </a:lnTo>
                <a:lnTo>
                  <a:pt x="5530" y="12014"/>
                </a:lnTo>
                <a:lnTo>
                  <a:pt x="5321" y="12021"/>
                </a:lnTo>
                <a:lnTo>
                  <a:pt x="5112" y="12007"/>
                </a:lnTo>
                <a:lnTo>
                  <a:pt x="4903" y="11970"/>
                </a:lnTo>
                <a:lnTo>
                  <a:pt x="4696" y="11908"/>
                </a:lnTo>
                <a:lnTo>
                  <a:pt x="4492" y="11820"/>
                </a:lnTo>
                <a:lnTo>
                  <a:pt x="4292" y="11701"/>
                </a:lnTo>
                <a:lnTo>
                  <a:pt x="4097" y="11552"/>
                </a:lnTo>
                <a:lnTo>
                  <a:pt x="3907" y="11368"/>
                </a:lnTo>
                <a:lnTo>
                  <a:pt x="3725" y="11149"/>
                </a:lnTo>
                <a:lnTo>
                  <a:pt x="3552" y="10892"/>
                </a:lnTo>
                <a:lnTo>
                  <a:pt x="3388" y="10595"/>
                </a:lnTo>
                <a:lnTo>
                  <a:pt x="3234" y="10256"/>
                </a:lnTo>
                <a:lnTo>
                  <a:pt x="3093" y="9872"/>
                </a:lnTo>
                <a:lnTo>
                  <a:pt x="2964" y="9442"/>
                </a:lnTo>
                <a:lnTo>
                  <a:pt x="2950" y="9438"/>
                </a:lnTo>
                <a:lnTo>
                  <a:pt x="2907" y="9429"/>
                </a:lnTo>
                <a:lnTo>
                  <a:pt x="2840" y="9411"/>
                </a:lnTo>
                <a:lnTo>
                  <a:pt x="2750" y="9387"/>
                </a:lnTo>
                <a:lnTo>
                  <a:pt x="2641" y="9355"/>
                </a:lnTo>
                <a:lnTo>
                  <a:pt x="2516" y="9315"/>
                </a:lnTo>
                <a:lnTo>
                  <a:pt x="2374" y="9266"/>
                </a:lnTo>
                <a:lnTo>
                  <a:pt x="2223" y="9209"/>
                </a:lnTo>
                <a:lnTo>
                  <a:pt x="2061" y="9143"/>
                </a:lnTo>
                <a:lnTo>
                  <a:pt x="1893" y="9069"/>
                </a:lnTo>
                <a:lnTo>
                  <a:pt x="1720" y="8984"/>
                </a:lnTo>
                <a:lnTo>
                  <a:pt x="1547" y="8890"/>
                </a:lnTo>
                <a:lnTo>
                  <a:pt x="1375" y="8786"/>
                </a:lnTo>
                <a:lnTo>
                  <a:pt x="1207" y="8671"/>
                </a:lnTo>
                <a:lnTo>
                  <a:pt x="1045" y="8546"/>
                </a:lnTo>
                <a:lnTo>
                  <a:pt x="892" y="8410"/>
                </a:lnTo>
                <a:lnTo>
                  <a:pt x="751" y="8263"/>
                </a:lnTo>
                <a:lnTo>
                  <a:pt x="625" y="8104"/>
                </a:lnTo>
                <a:lnTo>
                  <a:pt x="515" y="7933"/>
                </a:lnTo>
                <a:lnTo>
                  <a:pt x="425" y="7751"/>
                </a:lnTo>
                <a:lnTo>
                  <a:pt x="357" y="7555"/>
                </a:lnTo>
                <a:lnTo>
                  <a:pt x="315" y="7348"/>
                </a:lnTo>
                <a:lnTo>
                  <a:pt x="299" y="7127"/>
                </a:lnTo>
                <a:lnTo>
                  <a:pt x="314" y="6893"/>
                </a:lnTo>
                <a:lnTo>
                  <a:pt x="362" y="6646"/>
                </a:lnTo>
                <a:lnTo>
                  <a:pt x="444" y="6384"/>
                </a:lnTo>
                <a:lnTo>
                  <a:pt x="564" y="6108"/>
                </a:lnTo>
                <a:lnTo>
                  <a:pt x="726" y="5818"/>
                </a:lnTo>
                <a:lnTo>
                  <a:pt x="930" y="5512"/>
                </a:lnTo>
                <a:lnTo>
                  <a:pt x="1180" y="5193"/>
                </a:lnTo>
                <a:lnTo>
                  <a:pt x="1479" y="4857"/>
                </a:lnTo>
                <a:lnTo>
                  <a:pt x="1828" y="4506"/>
                </a:lnTo>
                <a:lnTo>
                  <a:pt x="1825" y="4497"/>
                </a:lnTo>
                <a:lnTo>
                  <a:pt x="1818" y="4469"/>
                </a:lnTo>
                <a:lnTo>
                  <a:pt x="1808" y="4422"/>
                </a:lnTo>
                <a:lnTo>
                  <a:pt x="1795" y="4361"/>
                </a:lnTo>
                <a:lnTo>
                  <a:pt x="1782" y="4284"/>
                </a:lnTo>
                <a:lnTo>
                  <a:pt x="1768" y="4193"/>
                </a:lnTo>
                <a:lnTo>
                  <a:pt x="1756" y="4091"/>
                </a:lnTo>
                <a:lnTo>
                  <a:pt x="1746" y="3977"/>
                </a:lnTo>
                <a:lnTo>
                  <a:pt x="1740" y="3854"/>
                </a:lnTo>
                <a:lnTo>
                  <a:pt x="1739" y="3723"/>
                </a:lnTo>
                <a:lnTo>
                  <a:pt x="1743" y="3585"/>
                </a:lnTo>
                <a:lnTo>
                  <a:pt x="1756" y="3440"/>
                </a:lnTo>
                <a:lnTo>
                  <a:pt x="1777" y="3292"/>
                </a:lnTo>
                <a:lnTo>
                  <a:pt x="1806" y="3139"/>
                </a:lnTo>
                <a:lnTo>
                  <a:pt x="1846" y="2986"/>
                </a:lnTo>
                <a:lnTo>
                  <a:pt x="1899" y="2831"/>
                </a:lnTo>
                <a:lnTo>
                  <a:pt x="1964" y="2678"/>
                </a:lnTo>
                <a:lnTo>
                  <a:pt x="2044" y="2527"/>
                </a:lnTo>
                <a:lnTo>
                  <a:pt x="2139" y="2378"/>
                </a:lnTo>
                <a:lnTo>
                  <a:pt x="2251" y="2234"/>
                </a:lnTo>
                <a:lnTo>
                  <a:pt x="2380" y="2096"/>
                </a:lnTo>
                <a:lnTo>
                  <a:pt x="2527" y="1965"/>
                </a:lnTo>
                <a:lnTo>
                  <a:pt x="2695" y="1843"/>
                </a:lnTo>
                <a:lnTo>
                  <a:pt x="2885" y="1730"/>
                </a:lnTo>
                <a:lnTo>
                  <a:pt x="3097" y="1629"/>
                </a:lnTo>
                <a:lnTo>
                  <a:pt x="3332" y="1540"/>
                </a:lnTo>
                <a:lnTo>
                  <a:pt x="3592" y="1464"/>
                </a:lnTo>
                <a:lnTo>
                  <a:pt x="3878" y="1403"/>
                </a:lnTo>
                <a:lnTo>
                  <a:pt x="4190" y="1359"/>
                </a:lnTo>
                <a:lnTo>
                  <a:pt x="4532" y="1332"/>
                </a:lnTo>
                <a:lnTo>
                  <a:pt x="4901" y="1324"/>
                </a:lnTo>
                <a:lnTo>
                  <a:pt x="5303" y="1335"/>
                </a:lnTo>
                <a:lnTo>
                  <a:pt x="5522" y="1219"/>
                </a:lnTo>
                <a:lnTo>
                  <a:pt x="5739" y="1107"/>
                </a:lnTo>
                <a:lnTo>
                  <a:pt x="5952" y="1001"/>
                </a:lnTo>
                <a:lnTo>
                  <a:pt x="6163" y="900"/>
                </a:lnTo>
                <a:lnTo>
                  <a:pt x="6369" y="806"/>
                </a:lnTo>
                <a:lnTo>
                  <a:pt x="6573" y="718"/>
                </a:lnTo>
                <a:lnTo>
                  <a:pt x="6773" y="637"/>
                </a:lnTo>
                <a:lnTo>
                  <a:pt x="6970" y="565"/>
                </a:lnTo>
                <a:lnTo>
                  <a:pt x="7163" y="501"/>
                </a:lnTo>
                <a:lnTo>
                  <a:pt x="7354" y="445"/>
                </a:lnTo>
                <a:lnTo>
                  <a:pt x="7540" y="400"/>
                </a:lnTo>
                <a:lnTo>
                  <a:pt x="7724" y="363"/>
                </a:lnTo>
                <a:lnTo>
                  <a:pt x="7904" y="337"/>
                </a:lnTo>
                <a:lnTo>
                  <a:pt x="8079" y="323"/>
                </a:lnTo>
                <a:lnTo>
                  <a:pt x="8251" y="320"/>
                </a:lnTo>
                <a:lnTo>
                  <a:pt x="8421" y="328"/>
                </a:lnTo>
                <a:lnTo>
                  <a:pt x="8586" y="349"/>
                </a:lnTo>
                <a:lnTo>
                  <a:pt x="8746" y="383"/>
                </a:lnTo>
                <a:lnTo>
                  <a:pt x="8903" y="430"/>
                </a:lnTo>
                <a:lnTo>
                  <a:pt x="9057" y="491"/>
                </a:lnTo>
                <a:lnTo>
                  <a:pt x="9206" y="567"/>
                </a:lnTo>
                <a:lnTo>
                  <a:pt x="9352" y="658"/>
                </a:lnTo>
                <a:lnTo>
                  <a:pt x="9494" y="764"/>
                </a:lnTo>
                <a:lnTo>
                  <a:pt x="9631" y="887"/>
                </a:lnTo>
                <a:lnTo>
                  <a:pt x="9765" y="1025"/>
                </a:lnTo>
                <a:lnTo>
                  <a:pt x="9895" y="1181"/>
                </a:lnTo>
                <a:lnTo>
                  <a:pt x="10019" y="1354"/>
                </a:lnTo>
                <a:lnTo>
                  <a:pt x="10141" y="1546"/>
                </a:lnTo>
                <a:lnTo>
                  <a:pt x="10257" y="1756"/>
                </a:lnTo>
                <a:lnTo>
                  <a:pt x="10370" y="1984"/>
                </a:lnTo>
                <a:lnTo>
                  <a:pt x="10478" y="2234"/>
                </a:lnTo>
                <a:lnTo>
                  <a:pt x="10582" y="250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0" name="Group 29"/>
          <p:cNvGrpSpPr/>
          <p:nvPr/>
        </p:nvGrpSpPr>
        <p:grpSpPr>
          <a:xfrm>
            <a:off x="3457361" y="2812972"/>
            <a:ext cx="2213616" cy="1106808"/>
            <a:chOff x="3706813" y="3897313"/>
            <a:chExt cx="1873250" cy="936625"/>
          </a:xfrm>
        </p:grpSpPr>
        <p:sp>
          <p:nvSpPr>
            <p:cNvPr id="10" name="Text Box 9"/>
            <p:cNvSpPr txBox="1">
              <a:spLocks noChangeArrowheads="1"/>
            </p:cNvSpPr>
            <p:nvPr/>
          </p:nvSpPr>
          <p:spPr bwMode="auto">
            <a:xfrm>
              <a:off x="4362238" y="3966213"/>
              <a:ext cx="465560" cy="286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IPv4</a:t>
              </a:r>
              <a:endPara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5" name="Freeform 164"/>
            <p:cNvSpPr>
              <a:spLocks noEditPoints="1"/>
            </p:cNvSpPr>
            <p:nvPr/>
          </p:nvSpPr>
          <p:spPr bwMode="auto">
            <a:xfrm>
              <a:off x="3706813" y="3897313"/>
              <a:ext cx="1873250" cy="936625"/>
            </a:xfrm>
            <a:custGeom>
              <a:avLst/>
              <a:gdLst>
                <a:gd name="T0" fmla="*/ 2147483646 w 14525"/>
                <a:gd name="T1" fmla="*/ 2147483646 h 12941"/>
                <a:gd name="T2" fmla="*/ 2147483646 w 14525"/>
                <a:gd name="T3" fmla="*/ 2147483646 h 12941"/>
                <a:gd name="T4" fmla="*/ 2147483646 w 14525"/>
                <a:gd name="T5" fmla="*/ 2147483646 h 12941"/>
                <a:gd name="T6" fmla="*/ 2147483646 w 14525"/>
                <a:gd name="T7" fmla="*/ 2147483646 h 12941"/>
                <a:gd name="T8" fmla="*/ 2147483646 w 14525"/>
                <a:gd name="T9" fmla="*/ 2147483646 h 12941"/>
                <a:gd name="T10" fmla="*/ 2147483646 w 14525"/>
                <a:gd name="T11" fmla="*/ 2147483646 h 12941"/>
                <a:gd name="T12" fmla="*/ 2147483646 w 14525"/>
                <a:gd name="T13" fmla="*/ 2147483646 h 12941"/>
                <a:gd name="T14" fmla="*/ 2147483646 w 14525"/>
                <a:gd name="T15" fmla="*/ 2147483646 h 12941"/>
                <a:gd name="T16" fmla="*/ 2147483646 w 14525"/>
                <a:gd name="T17" fmla="*/ 2147483646 h 12941"/>
                <a:gd name="T18" fmla="*/ 2147483646 w 14525"/>
                <a:gd name="T19" fmla="*/ 2147483646 h 12941"/>
                <a:gd name="T20" fmla="*/ 2147483646 w 14525"/>
                <a:gd name="T21" fmla="*/ 2147483646 h 12941"/>
                <a:gd name="T22" fmla="*/ 2147483646 w 14525"/>
                <a:gd name="T23" fmla="*/ 2147483646 h 12941"/>
                <a:gd name="T24" fmla="*/ 2147483646 w 14525"/>
                <a:gd name="T25" fmla="*/ 2147483646 h 12941"/>
                <a:gd name="T26" fmla="*/ 2147483646 w 14525"/>
                <a:gd name="T27" fmla="*/ 2147483646 h 12941"/>
                <a:gd name="T28" fmla="*/ 2147483646 w 14525"/>
                <a:gd name="T29" fmla="*/ 2147483646 h 12941"/>
                <a:gd name="T30" fmla="*/ 2147483646 w 14525"/>
                <a:gd name="T31" fmla="*/ 2147483646 h 12941"/>
                <a:gd name="T32" fmla="*/ 2147483646 w 14525"/>
                <a:gd name="T33" fmla="*/ 2147483646 h 12941"/>
                <a:gd name="T34" fmla="*/ 2147483646 w 14525"/>
                <a:gd name="T35" fmla="*/ 2147483646 h 12941"/>
                <a:gd name="T36" fmla="*/ 2147483646 w 14525"/>
                <a:gd name="T37" fmla="*/ 2147483646 h 12941"/>
                <a:gd name="T38" fmla="*/ 2147483646 w 14525"/>
                <a:gd name="T39" fmla="*/ 2147483646 h 12941"/>
                <a:gd name="T40" fmla="*/ 2147483646 w 14525"/>
                <a:gd name="T41" fmla="*/ 2147483646 h 12941"/>
                <a:gd name="T42" fmla="*/ 2147483646 w 14525"/>
                <a:gd name="T43" fmla="*/ 2147483646 h 12941"/>
                <a:gd name="T44" fmla="*/ 2147483646 w 14525"/>
                <a:gd name="T45" fmla="*/ 2147483646 h 12941"/>
                <a:gd name="T46" fmla="*/ 2147483646 w 14525"/>
                <a:gd name="T47" fmla="*/ 2147483646 h 12941"/>
                <a:gd name="T48" fmla="*/ 2147483646 w 14525"/>
                <a:gd name="T49" fmla="*/ 2147483646 h 12941"/>
                <a:gd name="T50" fmla="*/ 2147483646 w 14525"/>
                <a:gd name="T51" fmla="*/ 2147483646 h 12941"/>
                <a:gd name="T52" fmla="*/ 2147483646 w 14525"/>
                <a:gd name="T53" fmla="*/ 2147483646 h 12941"/>
                <a:gd name="T54" fmla="*/ 2147483646 w 14525"/>
                <a:gd name="T55" fmla="*/ 2147483646 h 12941"/>
                <a:gd name="T56" fmla="*/ 2147483646 w 14525"/>
                <a:gd name="T57" fmla="*/ 2147483646 h 12941"/>
                <a:gd name="T58" fmla="*/ 2147483646 w 14525"/>
                <a:gd name="T59" fmla="*/ 2147483646 h 12941"/>
                <a:gd name="T60" fmla="*/ 2147483646 w 14525"/>
                <a:gd name="T61" fmla="*/ 2147483646 h 12941"/>
                <a:gd name="T62" fmla="*/ 2147483646 w 14525"/>
                <a:gd name="T63" fmla="*/ 2147483646 h 12941"/>
                <a:gd name="T64" fmla="*/ 2147483646 w 14525"/>
                <a:gd name="T65" fmla="*/ 2147483646 h 12941"/>
                <a:gd name="T66" fmla="*/ 2147483646 w 14525"/>
                <a:gd name="T67" fmla="*/ 2147483646 h 12941"/>
                <a:gd name="T68" fmla="*/ 2147483646 w 14525"/>
                <a:gd name="T69" fmla="*/ 2147483646 h 12941"/>
                <a:gd name="T70" fmla="*/ 2147483646 w 14525"/>
                <a:gd name="T71" fmla="*/ 2147483646 h 12941"/>
                <a:gd name="T72" fmla="*/ 2147483646 w 14525"/>
                <a:gd name="T73" fmla="*/ 2147483646 h 12941"/>
                <a:gd name="T74" fmla="*/ 2147483646 w 14525"/>
                <a:gd name="T75" fmla="*/ 2147483646 h 12941"/>
                <a:gd name="T76" fmla="*/ 2147483646 w 14525"/>
                <a:gd name="T77" fmla="*/ 2147483646 h 12941"/>
                <a:gd name="T78" fmla="*/ 2147483646 w 14525"/>
                <a:gd name="T79" fmla="*/ 2147483646 h 12941"/>
                <a:gd name="T80" fmla="*/ 2147483646 w 14525"/>
                <a:gd name="T81" fmla="*/ 2147483646 h 12941"/>
                <a:gd name="T82" fmla="*/ 2147483646 w 14525"/>
                <a:gd name="T83" fmla="*/ 2147483646 h 12941"/>
                <a:gd name="T84" fmla="*/ 2147483646 w 14525"/>
                <a:gd name="T85" fmla="*/ 2147483646 h 12941"/>
                <a:gd name="T86" fmla="*/ 2147483646 w 14525"/>
                <a:gd name="T87" fmla="*/ 2147483646 h 12941"/>
                <a:gd name="T88" fmla="*/ 2147483646 w 14525"/>
                <a:gd name="T89" fmla="*/ 2147483646 h 12941"/>
                <a:gd name="T90" fmla="*/ 2147483646 w 14525"/>
                <a:gd name="T91" fmla="*/ 2147483646 h 12941"/>
                <a:gd name="T92" fmla="*/ 2147483646 w 14525"/>
                <a:gd name="T93" fmla="*/ 2147483646 h 12941"/>
                <a:gd name="T94" fmla="*/ 2147483646 w 14525"/>
                <a:gd name="T95" fmla="*/ 2147483646 h 12941"/>
                <a:gd name="T96" fmla="*/ 2147483646 w 14525"/>
                <a:gd name="T97" fmla="*/ 2147483646 h 12941"/>
                <a:gd name="T98" fmla="*/ 2147483646 w 14525"/>
                <a:gd name="T99" fmla="*/ 2147483646 h 12941"/>
                <a:gd name="T100" fmla="*/ 2147483646 w 14525"/>
                <a:gd name="T101" fmla="*/ 2147483646 h 12941"/>
                <a:gd name="T102" fmla="*/ 2147483646 w 14525"/>
                <a:gd name="T103" fmla="*/ 2147483646 h 12941"/>
                <a:gd name="T104" fmla="*/ 2147483646 w 14525"/>
                <a:gd name="T105" fmla="*/ 2147483646 h 12941"/>
                <a:gd name="T106" fmla="*/ 2147483646 w 14525"/>
                <a:gd name="T107" fmla="*/ 2147483646 h 12941"/>
                <a:gd name="T108" fmla="*/ 2147483646 w 14525"/>
                <a:gd name="T109" fmla="*/ 2147483646 h 129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4525"/>
                <a:gd name="T166" fmla="*/ 0 h 12941"/>
                <a:gd name="T167" fmla="*/ 14525 w 14525"/>
                <a:gd name="T168" fmla="*/ 12941 h 1294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4525" h="12941">
                  <a:moveTo>
                    <a:pt x="11373" y="2413"/>
                  </a:moveTo>
                  <a:lnTo>
                    <a:pt x="11390" y="2419"/>
                  </a:lnTo>
                  <a:lnTo>
                    <a:pt x="11438" y="2434"/>
                  </a:lnTo>
                  <a:lnTo>
                    <a:pt x="11515" y="2460"/>
                  </a:lnTo>
                  <a:lnTo>
                    <a:pt x="11617" y="2495"/>
                  </a:lnTo>
                  <a:lnTo>
                    <a:pt x="11743" y="2542"/>
                  </a:lnTo>
                  <a:lnTo>
                    <a:pt x="11887" y="2598"/>
                  </a:lnTo>
                  <a:lnTo>
                    <a:pt x="12049" y="2666"/>
                  </a:lnTo>
                  <a:lnTo>
                    <a:pt x="12224" y="2743"/>
                  </a:lnTo>
                  <a:lnTo>
                    <a:pt x="12411" y="2830"/>
                  </a:lnTo>
                  <a:lnTo>
                    <a:pt x="12605" y="2927"/>
                  </a:lnTo>
                  <a:lnTo>
                    <a:pt x="12805" y="3035"/>
                  </a:lnTo>
                  <a:lnTo>
                    <a:pt x="13006" y="3153"/>
                  </a:lnTo>
                  <a:lnTo>
                    <a:pt x="13207" y="3282"/>
                  </a:lnTo>
                  <a:lnTo>
                    <a:pt x="13405" y="3421"/>
                  </a:lnTo>
                  <a:lnTo>
                    <a:pt x="13595" y="3569"/>
                  </a:lnTo>
                  <a:lnTo>
                    <a:pt x="13775" y="3728"/>
                  </a:lnTo>
                  <a:lnTo>
                    <a:pt x="13943" y="3898"/>
                  </a:lnTo>
                  <a:lnTo>
                    <a:pt x="14096" y="4078"/>
                  </a:lnTo>
                  <a:lnTo>
                    <a:pt x="14231" y="4268"/>
                  </a:lnTo>
                  <a:lnTo>
                    <a:pt x="14343" y="4469"/>
                  </a:lnTo>
                  <a:lnTo>
                    <a:pt x="14432" y="4680"/>
                  </a:lnTo>
                  <a:lnTo>
                    <a:pt x="14494" y="4900"/>
                  </a:lnTo>
                  <a:lnTo>
                    <a:pt x="14525" y="5131"/>
                  </a:lnTo>
                  <a:lnTo>
                    <a:pt x="14523" y="5372"/>
                  </a:lnTo>
                  <a:lnTo>
                    <a:pt x="14484" y="5625"/>
                  </a:lnTo>
                  <a:lnTo>
                    <a:pt x="14407" y="5886"/>
                  </a:lnTo>
                  <a:lnTo>
                    <a:pt x="14289" y="6158"/>
                  </a:lnTo>
                  <a:lnTo>
                    <a:pt x="14125" y="6441"/>
                  </a:lnTo>
                  <a:lnTo>
                    <a:pt x="13913" y="6734"/>
                  </a:lnTo>
                  <a:lnTo>
                    <a:pt x="13651" y="7037"/>
                  </a:lnTo>
                  <a:lnTo>
                    <a:pt x="13335" y="7351"/>
                  </a:lnTo>
                  <a:lnTo>
                    <a:pt x="12962" y="7674"/>
                  </a:lnTo>
                  <a:lnTo>
                    <a:pt x="12965" y="7690"/>
                  </a:lnTo>
                  <a:lnTo>
                    <a:pt x="12973" y="7737"/>
                  </a:lnTo>
                  <a:lnTo>
                    <a:pt x="12982" y="7812"/>
                  </a:lnTo>
                  <a:lnTo>
                    <a:pt x="12994" y="7913"/>
                  </a:lnTo>
                  <a:lnTo>
                    <a:pt x="13007" y="8037"/>
                  </a:lnTo>
                  <a:lnTo>
                    <a:pt x="13018" y="8182"/>
                  </a:lnTo>
                  <a:lnTo>
                    <a:pt x="13027" y="8346"/>
                  </a:lnTo>
                  <a:lnTo>
                    <a:pt x="13032" y="8526"/>
                  </a:lnTo>
                  <a:lnTo>
                    <a:pt x="13032" y="8721"/>
                  </a:lnTo>
                  <a:lnTo>
                    <a:pt x="13026" y="8927"/>
                  </a:lnTo>
                  <a:lnTo>
                    <a:pt x="13011" y="9142"/>
                  </a:lnTo>
                  <a:lnTo>
                    <a:pt x="12987" y="9365"/>
                  </a:lnTo>
                  <a:lnTo>
                    <a:pt x="12953" y="9592"/>
                  </a:lnTo>
                  <a:lnTo>
                    <a:pt x="12907" y="9820"/>
                  </a:lnTo>
                  <a:lnTo>
                    <a:pt x="12847" y="10049"/>
                  </a:lnTo>
                  <a:lnTo>
                    <a:pt x="12773" y="10275"/>
                  </a:lnTo>
                  <a:lnTo>
                    <a:pt x="12682" y="10497"/>
                  </a:lnTo>
                  <a:lnTo>
                    <a:pt x="12574" y="10711"/>
                  </a:lnTo>
                  <a:lnTo>
                    <a:pt x="12447" y="10915"/>
                  </a:lnTo>
                  <a:lnTo>
                    <a:pt x="12300" y="11107"/>
                  </a:lnTo>
                  <a:lnTo>
                    <a:pt x="12131" y="11285"/>
                  </a:lnTo>
                  <a:lnTo>
                    <a:pt x="11940" y="11446"/>
                  </a:lnTo>
                  <a:lnTo>
                    <a:pt x="11723" y="11587"/>
                  </a:lnTo>
                  <a:lnTo>
                    <a:pt x="11481" y="11708"/>
                  </a:lnTo>
                  <a:lnTo>
                    <a:pt x="11212" y="11804"/>
                  </a:lnTo>
                  <a:lnTo>
                    <a:pt x="10914" y="11875"/>
                  </a:lnTo>
                  <a:lnTo>
                    <a:pt x="10587" y="11916"/>
                  </a:lnTo>
                  <a:lnTo>
                    <a:pt x="10228" y="11927"/>
                  </a:lnTo>
                  <a:lnTo>
                    <a:pt x="9837" y="11904"/>
                  </a:lnTo>
                  <a:lnTo>
                    <a:pt x="9412" y="11845"/>
                  </a:lnTo>
                  <a:lnTo>
                    <a:pt x="8951" y="11748"/>
                  </a:lnTo>
                  <a:lnTo>
                    <a:pt x="8454" y="11611"/>
                  </a:lnTo>
                  <a:lnTo>
                    <a:pt x="8442" y="11622"/>
                  </a:lnTo>
                  <a:lnTo>
                    <a:pt x="8408" y="11654"/>
                  </a:lnTo>
                  <a:lnTo>
                    <a:pt x="8352" y="11701"/>
                  </a:lnTo>
                  <a:lnTo>
                    <a:pt x="8276" y="11766"/>
                  </a:lnTo>
                  <a:lnTo>
                    <a:pt x="8182" y="11843"/>
                  </a:lnTo>
                  <a:lnTo>
                    <a:pt x="8069" y="11930"/>
                  </a:lnTo>
                  <a:lnTo>
                    <a:pt x="7940" y="12025"/>
                  </a:lnTo>
                  <a:lnTo>
                    <a:pt x="7796" y="12127"/>
                  </a:lnTo>
                  <a:lnTo>
                    <a:pt x="7638" y="12232"/>
                  </a:lnTo>
                  <a:lnTo>
                    <a:pt x="7466" y="12338"/>
                  </a:lnTo>
                  <a:lnTo>
                    <a:pt x="7284" y="12442"/>
                  </a:lnTo>
                  <a:lnTo>
                    <a:pt x="7092" y="12543"/>
                  </a:lnTo>
                  <a:lnTo>
                    <a:pt x="6889" y="12637"/>
                  </a:lnTo>
                  <a:lnTo>
                    <a:pt x="6680" y="12723"/>
                  </a:lnTo>
                  <a:lnTo>
                    <a:pt x="6463" y="12798"/>
                  </a:lnTo>
                  <a:lnTo>
                    <a:pt x="6241" y="12860"/>
                  </a:lnTo>
                  <a:lnTo>
                    <a:pt x="6015" y="12906"/>
                  </a:lnTo>
                  <a:lnTo>
                    <a:pt x="5786" y="12934"/>
                  </a:lnTo>
                  <a:lnTo>
                    <a:pt x="5554" y="12941"/>
                  </a:lnTo>
                  <a:lnTo>
                    <a:pt x="5323" y="12926"/>
                  </a:lnTo>
                  <a:lnTo>
                    <a:pt x="5092" y="12885"/>
                  </a:lnTo>
                  <a:lnTo>
                    <a:pt x="4863" y="12817"/>
                  </a:lnTo>
                  <a:lnTo>
                    <a:pt x="4638" y="12719"/>
                  </a:lnTo>
                  <a:lnTo>
                    <a:pt x="4415" y="12588"/>
                  </a:lnTo>
                  <a:lnTo>
                    <a:pt x="4199" y="12423"/>
                  </a:lnTo>
                  <a:lnTo>
                    <a:pt x="3991" y="12220"/>
                  </a:lnTo>
                  <a:lnTo>
                    <a:pt x="3789" y="11978"/>
                  </a:lnTo>
                  <a:lnTo>
                    <a:pt x="3597" y="11693"/>
                  </a:lnTo>
                  <a:lnTo>
                    <a:pt x="3417" y="11365"/>
                  </a:lnTo>
                  <a:lnTo>
                    <a:pt x="3246" y="10990"/>
                  </a:lnTo>
                  <a:lnTo>
                    <a:pt x="3090" y="10565"/>
                  </a:lnTo>
                  <a:lnTo>
                    <a:pt x="2948" y="10089"/>
                  </a:lnTo>
                  <a:lnTo>
                    <a:pt x="2931" y="10085"/>
                  </a:lnTo>
                  <a:lnTo>
                    <a:pt x="2884" y="10075"/>
                  </a:lnTo>
                  <a:lnTo>
                    <a:pt x="2810" y="10055"/>
                  </a:lnTo>
                  <a:lnTo>
                    <a:pt x="2712" y="10028"/>
                  </a:lnTo>
                  <a:lnTo>
                    <a:pt x="2590" y="9993"/>
                  </a:lnTo>
                  <a:lnTo>
                    <a:pt x="2451" y="9948"/>
                  </a:lnTo>
                  <a:lnTo>
                    <a:pt x="2296" y="9895"/>
                  </a:lnTo>
                  <a:lnTo>
                    <a:pt x="2127" y="9832"/>
                  </a:lnTo>
                  <a:lnTo>
                    <a:pt x="1949" y="9759"/>
                  </a:lnTo>
                  <a:lnTo>
                    <a:pt x="1763" y="9676"/>
                  </a:lnTo>
                  <a:lnTo>
                    <a:pt x="1572" y="9583"/>
                  </a:lnTo>
                  <a:lnTo>
                    <a:pt x="1381" y="9479"/>
                  </a:lnTo>
                  <a:lnTo>
                    <a:pt x="1190" y="9363"/>
                  </a:lnTo>
                  <a:lnTo>
                    <a:pt x="1004" y="9237"/>
                  </a:lnTo>
                  <a:lnTo>
                    <a:pt x="826" y="9099"/>
                  </a:lnTo>
                  <a:lnTo>
                    <a:pt x="656" y="8948"/>
                  </a:lnTo>
                  <a:lnTo>
                    <a:pt x="501" y="8785"/>
                  </a:lnTo>
                  <a:lnTo>
                    <a:pt x="360" y="8609"/>
                  </a:lnTo>
                  <a:lnTo>
                    <a:pt x="239" y="8420"/>
                  </a:lnTo>
                  <a:lnTo>
                    <a:pt x="139" y="8219"/>
                  </a:lnTo>
                  <a:lnTo>
                    <a:pt x="65" y="8003"/>
                  </a:lnTo>
                  <a:lnTo>
                    <a:pt x="17" y="7773"/>
                  </a:lnTo>
                  <a:lnTo>
                    <a:pt x="0" y="7528"/>
                  </a:lnTo>
                  <a:lnTo>
                    <a:pt x="17" y="7270"/>
                  </a:lnTo>
                  <a:lnTo>
                    <a:pt x="69" y="6996"/>
                  </a:lnTo>
                  <a:lnTo>
                    <a:pt x="160" y="6707"/>
                  </a:lnTo>
                  <a:lnTo>
                    <a:pt x="294" y="6401"/>
                  </a:lnTo>
                  <a:lnTo>
                    <a:pt x="472" y="6081"/>
                  </a:lnTo>
                  <a:lnTo>
                    <a:pt x="698" y="5743"/>
                  </a:lnTo>
                  <a:lnTo>
                    <a:pt x="974" y="5390"/>
                  </a:lnTo>
                  <a:lnTo>
                    <a:pt x="1304" y="5018"/>
                  </a:lnTo>
                  <a:lnTo>
                    <a:pt x="1691" y="4631"/>
                  </a:lnTo>
                  <a:lnTo>
                    <a:pt x="1688" y="4619"/>
                  </a:lnTo>
                  <a:lnTo>
                    <a:pt x="1680" y="4588"/>
                  </a:lnTo>
                  <a:lnTo>
                    <a:pt x="1669" y="4537"/>
                  </a:lnTo>
                  <a:lnTo>
                    <a:pt x="1655" y="4469"/>
                  </a:lnTo>
                  <a:lnTo>
                    <a:pt x="1639" y="4384"/>
                  </a:lnTo>
                  <a:lnTo>
                    <a:pt x="1625" y="4284"/>
                  </a:lnTo>
                  <a:lnTo>
                    <a:pt x="1611" y="4171"/>
                  </a:lnTo>
                  <a:lnTo>
                    <a:pt x="1600" y="4045"/>
                  </a:lnTo>
                  <a:lnTo>
                    <a:pt x="1594" y="3909"/>
                  </a:lnTo>
                  <a:lnTo>
                    <a:pt x="1593" y="3763"/>
                  </a:lnTo>
                  <a:lnTo>
                    <a:pt x="1598" y="3611"/>
                  </a:lnTo>
                  <a:lnTo>
                    <a:pt x="1611" y="3451"/>
                  </a:lnTo>
                  <a:lnTo>
                    <a:pt x="1633" y="3287"/>
                  </a:lnTo>
                  <a:lnTo>
                    <a:pt x="1666" y="3119"/>
                  </a:lnTo>
                  <a:lnTo>
                    <a:pt x="1711" y="2948"/>
                  </a:lnTo>
                  <a:lnTo>
                    <a:pt x="1769" y="2778"/>
                  </a:lnTo>
                  <a:lnTo>
                    <a:pt x="1842" y="2608"/>
                  </a:lnTo>
                  <a:lnTo>
                    <a:pt x="1930" y="2440"/>
                  </a:lnTo>
                  <a:lnTo>
                    <a:pt x="2035" y="2276"/>
                  </a:lnTo>
                  <a:lnTo>
                    <a:pt x="2159" y="2116"/>
                  </a:lnTo>
                  <a:lnTo>
                    <a:pt x="2301" y="1965"/>
                  </a:lnTo>
                  <a:lnTo>
                    <a:pt x="2465" y="1819"/>
                  </a:lnTo>
                  <a:lnTo>
                    <a:pt x="2651" y="1684"/>
                  </a:lnTo>
                  <a:lnTo>
                    <a:pt x="2860" y="1560"/>
                  </a:lnTo>
                  <a:lnTo>
                    <a:pt x="3094" y="1447"/>
                  </a:lnTo>
                  <a:lnTo>
                    <a:pt x="3354" y="1349"/>
                  </a:lnTo>
                  <a:lnTo>
                    <a:pt x="3642" y="1266"/>
                  </a:lnTo>
                  <a:lnTo>
                    <a:pt x="3958" y="1198"/>
                  </a:lnTo>
                  <a:lnTo>
                    <a:pt x="4304" y="1149"/>
                  </a:lnTo>
                  <a:lnTo>
                    <a:pt x="4681" y="1119"/>
                  </a:lnTo>
                  <a:lnTo>
                    <a:pt x="5091" y="1110"/>
                  </a:lnTo>
                  <a:lnTo>
                    <a:pt x="5535" y="1123"/>
                  </a:lnTo>
                  <a:lnTo>
                    <a:pt x="5777" y="995"/>
                  </a:lnTo>
                  <a:lnTo>
                    <a:pt x="6017" y="871"/>
                  </a:lnTo>
                  <a:lnTo>
                    <a:pt x="6253" y="754"/>
                  </a:lnTo>
                  <a:lnTo>
                    <a:pt x="6485" y="642"/>
                  </a:lnTo>
                  <a:lnTo>
                    <a:pt x="6714" y="538"/>
                  </a:lnTo>
                  <a:lnTo>
                    <a:pt x="6939" y="440"/>
                  </a:lnTo>
                  <a:lnTo>
                    <a:pt x="7161" y="352"/>
                  </a:lnTo>
                  <a:lnTo>
                    <a:pt x="7379" y="271"/>
                  </a:lnTo>
                  <a:lnTo>
                    <a:pt x="7593" y="200"/>
                  </a:lnTo>
                  <a:lnTo>
                    <a:pt x="7803" y="139"/>
                  </a:lnTo>
                  <a:lnTo>
                    <a:pt x="8009" y="88"/>
                  </a:lnTo>
                  <a:lnTo>
                    <a:pt x="8212" y="47"/>
                  </a:lnTo>
                  <a:lnTo>
                    <a:pt x="8411" y="19"/>
                  </a:lnTo>
                  <a:lnTo>
                    <a:pt x="8605" y="3"/>
                  </a:lnTo>
                  <a:lnTo>
                    <a:pt x="8796" y="0"/>
                  </a:lnTo>
                  <a:lnTo>
                    <a:pt x="8982" y="9"/>
                  </a:lnTo>
                  <a:lnTo>
                    <a:pt x="9165" y="32"/>
                  </a:lnTo>
                  <a:lnTo>
                    <a:pt x="9343" y="69"/>
                  </a:lnTo>
                  <a:lnTo>
                    <a:pt x="9517" y="121"/>
                  </a:lnTo>
                  <a:lnTo>
                    <a:pt x="9687" y="190"/>
                  </a:lnTo>
                  <a:lnTo>
                    <a:pt x="9852" y="273"/>
                  </a:lnTo>
                  <a:lnTo>
                    <a:pt x="10013" y="374"/>
                  </a:lnTo>
                  <a:lnTo>
                    <a:pt x="10170" y="491"/>
                  </a:lnTo>
                  <a:lnTo>
                    <a:pt x="10322" y="626"/>
                  </a:lnTo>
                  <a:lnTo>
                    <a:pt x="10470" y="780"/>
                  </a:lnTo>
                  <a:lnTo>
                    <a:pt x="10613" y="952"/>
                  </a:lnTo>
                  <a:lnTo>
                    <a:pt x="10751" y="1144"/>
                  </a:lnTo>
                  <a:lnTo>
                    <a:pt x="10885" y="1355"/>
                  </a:lnTo>
                  <a:lnTo>
                    <a:pt x="11014" y="1588"/>
                  </a:lnTo>
                  <a:lnTo>
                    <a:pt x="11138" y="1841"/>
                  </a:lnTo>
                  <a:lnTo>
                    <a:pt x="11259" y="2116"/>
                  </a:lnTo>
                  <a:lnTo>
                    <a:pt x="11373" y="2413"/>
                  </a:lnTo>
                  <a:close/>
                  <a:moveTo>
                    <a:pt x="10582" y="2503"/>
                  </a:moveTo>
                  <a:lnTo>
                    <a:pt x="10597" y="2507"/>
                  </a:lnTo>
                  <a:lnTo>
                    <a:pt x="10641" y="2521"/>
                  </a:lnTo>
                  <a:lnTo>
                    <a:pt x="10711" y="2544"/>
                  </a:lnTo>
                  <a:lnTo>
                    <a:pt x="10803" y="2576"/>
                  </a:lnTo>
                  <a:lnTo>
                    <a:pt x="10916" y="2619"/>
                  </a:lnTo>
                  <a:lnTo>
                    <a:pt x="11047" y="2670"/>
                  </a:lnTo>
                  <a:lnTo>
                    <a:pt x="11192" y="2730"/>
                  </a:lnTo>
                  <a:lnTo>
                    <a:pt x="11351" y="2800"/>
                  </a:lnTo>
                  <a:lnTo>
                    <a:pt x="11520" y="2879"/>
                  </a:lnTo>
                  <a:lnTo>
                    <a:pt x="11696" y="2967"/>
                  </a:lnTo>
                  <a:lnTo>
                    <a:pt x="11876" y="3065"/>
                  </a:lnTo>
                  <a:lnTo>
                    <a:pt x="12058" y="3171"/>
                  </a:lnTo>
                  <a:lnTo>
                    <a:pt x="12240" y="3288"/>
                  </a:lnTo>
                  <a:lnTo>
                    <a:pt x="12418" y="3412"/>
                  </a:lnTo>
                  <a:lnTo>
                    <a:pt x="12591" y="3547"/>
                  </a:lnTo>
                  <a:lnTo>
                    <a:pt x="12754" y="3691"/>
                  </a:lnTo>
                  <a:lnTo>
                    <a:pt x="12905" y="3844"/>
                  </a:lnTo>
                  <a:lnTo>
                    <a:pt x="13043" y="4008"/>
                  </a:lnTo>
                  <a:lnTo>
                    <a:pt x="13165" y="4179"/>
                  </a:lnTo>
                  <a:lnTo>
                    <a:pt x="13268" y="4361"/>
                  </a:lnTo>
                  <a:lnTo>
                    <a:pt x="13347" y="4551"/>
                  </a:lnTo>
                  <a:lnTo>
                    <a:pt x="13402" y="4750"/>
                  </a:lnTo>
                  <a:lnTo>
                    <a:pt x="13430" y="4959"/>
                  </a:lnTo>
                  <a:lnTo>
                    <a:pt x="13429" y="5178"/>
                  </a:lnTo>
                  <a:lnTo>
                    <a:pt x="13394" y="5405"/>
                  </a:lnTo>
                  <a:lnTo>
                    <a:pt x="13325" y="5642"/>
                  </a:lnTo>
                  <a:lnTo>
                    <a:pt x="13218" y="5888"/>
                  </a:lnTo>
                  <a:lnTo>
                    <a:pt x="13069" y="6144"/>
                  </a:lnTo>
                  <a:lnTo>
                    <a:pt x="12878" y="6409"/>
                  </a:lnTo>
                  <a:lnTo>
                    <a:pt x="12640" y="6683"/>
                  </a:lnTo>
                  <a:lnTo>
                    <a:pt x="12355" y="6965"/>
                  </a:lnTo>
                  <a:lnTo>
                    <a:pt x="12019" y="7258"/>
                  </a:lnTo>
                  <a:lnTo>
                    <a:pt x="12021" y="7273"/>
                  </a:lnTo>
                  <a:lnTo>
                    <a:pt x="12027" y="7315"/>
                  </a:lnTo>
                  <a:lnTo>
                    <a:pt x="12036" y="7383"/>
                  </a:lnTo>
                  <a:lnTo>
                    <a:pt x="12048" y="7474"/>
                  </a:lnTo>
                  <a:lnTo>
                    <a:pt x="12058" y="7586"/>
                  </a:lnTo>
                  <a:lnTo>
                    <a:pt x="12068" y="7717"/>
                  </a:lnTo>
                  <a:lnTo>
                    <a:pt x="12077" y="7866"/>
                  </a:lnTo>
                  <a:lnTo>
                    <a:pt x="12082" y="8029"/>
                  </a:lnTo>
                  <a:lnTo>
                    <a:pt x="12082" y="8205"/>
                  </a:lnTo>
                  <a:lnTo>
                    <a:pt x="12076" y="8391"/>
                  </a:lnTo>
                  <a:lnTo>
                    <a:pt x="12062" y="8586"/>
                  </a:lnTo>
                  <a:lnTo>
                    <a:pt x="12041" y="8787"/>
                  </a:lnTo>
                  <a:lnTo>
                    <a:pt x="12010" y="8992"/>
                  </a:lnTo>
                  <a:lnTo>
                    <a:pt x="11969" y="9199"/>
                  </a:lnTo>
                  <a:lnTo>
                    <a:pt x="11915" y="9406"/>
                  </a:lnTo>
                  <a:lnTo>
                    <a:pt x="11847" y="9611"/>
                  </a:lnTo>
                  <a:lnTo>
                    <a:pt x="11765" y="9810"/>
                  </a:lnTo>
                  <a:lnTo>
                    <a:pt x="11668" y="10003"/>
                  </a:lnTo>
                  <a:lnTo>
                    <a:pt x="11553" y="10188"/>
                  </a:lnTo>
                  <a:lnTo>
                    <a:pt x="11420" y="10362"/>
                  </a:lnTo>
                  <a:lnTo>
                    <a:pt x="11267" y="10523"/>
                  </a:lnTo>
                  <a:lnTo>
                    <a:pt x="11094" y="10668"/>
                  </a:lnTo>
                  <a:lnTo>
                    <a:pt x="10899" y="10797"/>
                  </a:lnTo>
                  <a:lnTo>
                    <a:pt x="10679" y="10905"/>
                  </a:lnTo>
                  <a:lnTo>
                    <a:pt x="10437" y="10992"/>
                  </a:lnTo>
                  <a:lnTo>
                    <a:pt x="10167" y="11055"/>
                  </a:lnTo>
                  <a:lnTo>
                    <a:pt x="9871" y="11094"/>
                  </a:lnTo>
                  <a:lnTo>
                    <a:pt x="9547" y="11103"/>
                  </a:lnTo>
                  <a:lnTo>
                    <a:pt x="9193" y="11082"/>
                  </a:lnTo>
                  <a:lnTo>
                    <a:pt x="8809" y="11029"/>
                  </a:lnTo>
                  <a:lnTo>
                    <a:pt x="8392" y="10942"/>
                  </a:lnTo>
                  <a:lnTo>
                    <a:pt x="7943" y="10818"/>
                  </a:lnTo>
                  <a:lnTo>
                    <a:pt x="7932" y="10828"/>
                  </a:lnTo>
                  <a:lnTo>
                    <a:pt x="7900" y="10856"/>
                  </a:lnTo>
                  <a:lnTo>
                    <a:pt x="7851" y="10900"/>
                  </a:lnTo>
                  <a:lnTo>
                    <a:pt x="7782" y="10958"/>
                  </a:lnTo>
                  <a:lnTo>
                    <a:pt x="7696" y="11027"/>
                  </a:lnTo>
                  <a:lnTo>
                    <a:pt x="7594" y="11106"/>
                  </a:lnTo>
                  <a:lnTo>
                    <a:pt x="7478" y="11192"/>
                  </a:lnTo>
                  <a:lnTo>
                    <a:pt x="7348" y="11284"/>
                  </a:lnTo>
                  <a:lnTo>
                    <a:pt x="7205" y="11379"/>
                  </a:lnTo>
                  <a:lnTo>
                    <a:pt x="7050" y="11475"/>
                  </a:lnTo>
                  <a:lnTo>
                    <a:pt x="6885" y="11569"/>
                  </a:lnTo>
                  <a:lnTo>
                    <a:pt x="6711" y="11660"/>
                  </a:lnTo>
                  <a:lnTo>
                    <a:pt x="6528" y="11746"/>
                  </a:lnTo>
                  <a:lnTo>
                    <a:pt x="6338" y="11823"/>
                  </a:lnTo>
                  <a:lnTo>
                    <a:pt x="6143" y="11891"/>
                  </a:lnTo>
                  <a:lnTo>
                    <a:pt x="5941" y="11946"/>
                  </a:lnTo>
                  <a:lnTo>
                    <a:pt x="5737" y="11989"/>
                  </a:lnTo>
                  <a:lnTo>
                    <a:pt x="5530" y="12014"/>
                  </a:lnTo>
                  <a:lnTo>
                    <a:pt x="5321" y="12021"/>
                  </a:lnTo>
                  <a:lnTo>
                    <a:pt x="5112" y="12007"/>
                  </a:lnTo>
                  <a:lnTo>
                    <a:pt x="4903" y="11970"/>
                  </a:lnTo>
                  <a:lnTo>
                    <a:pt x="4696" y="11908"/>
                  </a:lnTo>
                  <a:lnTo>
                    <a:pt x="4492" y="11820"/>
                  </a:lnTo>
                  <a:lnTo>
                    <a:pt x="4292" y="11701"/>
                  </a:lnTo>
                  <a:lnTo>
                    <a:pt x="4097" y="11552"/>
                  </a:lnTo>
                  <a:lnTo>
                    <a:pt x="3907" y="11368"/>
                  </a:lnTo>
                  <a:lnTo>
                    <a:pt x="3725" y="11149"/>
                  </a:lnTo>
                  <a:lnTo>
                    <a:pt x="3552" y="10892"/>
                  </a:lnTo>
                  <a:lnTo>
                    <a:pt x="3388" y="10595"/>
                  </a:lnTo>
                  <a:lnTo>
                    <a:pt x="3234" y="10256"/>
                  </a:lnTo>
                  <a:lnTo>
                    <a:pt x="3093" y="9872"/>
                  </a:lnTo>
                  <a:lnTo>
                    <a:pt x="2964" y="9442"/>
                  </a:lnTo>
                  <a:lnTo>
                    <a:pt x="2950" y="9438"/>
                  </a:lnTo>
                  <a:lnTo>
                    <a:pt x="2907" y="9429"/>
                  </a:lnTo>
                  <a:lnTo>
                    <a:pt x="2840" y="9411"/>
                  </a:lnTo>
                  <a:lnTo>
                    <a:pt x="2750" y="9387"/>
                  </a:lnTo>
                  <a:lnTo>
                    <a:pt x="2641" y="9355"/>
                  </a:lnTo>
                  <a:lnTo>
                    <a:pt x="2516" y="9315"/>
                  </a:lnTo>
                  <a:lnTo>
                    <a:pt x="2374" y="9266"/>
                  </a:lnTo>
                  <a:lnTo>
                    <a:pt x="2223" y="9209"/>
                  </a:lnTo>
                  <a:lnTo>
                    <a:pt x="2061" y="9143"/>
                  </a:lnTo>
                  <a:lnTo>
                    <a:pt x="1893" y="9069"/>
                  </a:lnTo>
                  <a:lnTo>
                    <a:pt x="1720" y="8984"/>
                  </a:lnTo>
                  <a:lnTo>
                    <a:pt x="1547" y="8890"/>
                  </a:lnTo>
                  <a:lnTo>
                    <a:pt x="1375" y="8786"/>
                  </a:lnTo>
                  <a:lnTo>
                    <a:pt x="1207" y="8671"/>
                  </a:lnTo>
                  <a:lnTo>
                    <a:pt x="1045" y="8546"/>
                  </a:lnTo>
                  <a:lnTo>
                    <a:pt x="892" y="8410"/>
                  </a:lnTo>
                  <a:lnTo>
                    <a:pt x="751" y="8263"/>
                  </a:lnTo>
                  <a:lnTo>
                    <a:pt x="625" y="8104"/>
                  </a:lnTo>
                  <a:lnTo>
                    <a:pt x="515" y="7933"/>
                  </a:lnTo>
                  <a:lnTo>
                    <a:pt x="425" y="7751"/>
                  </a:lnTo>
                  <a:lnTo>
                    <a:pt x="357" y="7555"/>
                  </a:lnTo>
                  <a:lnTo>
                    <a:pt x="315" y="7348"/>
                  </a:lnTo>
                  <a:lnTo>
                    <a:pt x="299" y="7127"/>
                  </a:lnTo>
                  <a:lnTo>
                    <a:pt x="314" y="6893"/>
                  </a:lnTo>
                  <a:lnTo>
                    <a:pt x="362" y="6646"/>
                  </a:lnTo>
                  <a:lnTo>
                    <a:pt x="444" y="6384"/>
                  </a:lnTo>
                  <a:lnTo>
                    <a:pt x="564" y="6108"/>
                  </a:lnTo>
                  <a:lnTo>
                    <a:pt x="726" y="5818"/>
                  </a:lnTo>
                  <a:lnTo>
                    <a:pt x="930" y="5512"/>
                  </a:lnTo>
                  <a:lnTo>
                    <a:pt x="1180" y="5193"/>
                  </a:lnTo>
                  <a:lnTo>
                    <a:pt x="1479" y="4857"/>
                  </a:lnTo>
                  <a:lnTo>
                    <a:pt x="1828" y="4506"/>
                  </a:lnTo>
                  <a:lnTo>
                    <a:pt x="1825" y="4497"/>
                  </a:lnTo>
                  <a:lnTo>
                    <a:pt x="1818" y="4469"/>
                  </a:lnTo>
                  <a:lnTo>
                    <a:pt x="1808" y="4422"/>
                  </a:lnTo>
                  <a:lnTo>
                    <a:pt x="1795" y="4361"/>
                  </a:lnTo>
                  <a:lnTo>
                    <a:pt x="1782" y="4284"/>
                  </a:lnTo>
                  <a:lnTo>
                    <a:pt x="1768" y="4193"/>
                  </a:lnTo>
                  <a:lnTo>
                    <a:pt x="1756" y="4091"/>
                  </a:lnTo>
                  <a:lnTo>
                    <a:pt x="1746" y="3977"/>
                  </a:lnTo>
                  <a:lnTo>
                    <a:pt x="1740" y="3854"/>
                  </a:lnTo>
                  <a:lnTo>
                    <a:pt x="1739" y="3723"/>
                  </a:lnTo>
                  <a:lnTo>
                    <a:pt x="1743" y="3585"/>
                  </a:lnTo>
                  <a:lnTo>
                    <a:pt x="1756" y="3440"/>
                  </a:lnTo>
                  <a:lnTo>
                    <a:pt x="1777" y="3292"/>
                  </a:lnTo>
                  <a:lnTo>
                    <a:pt x="1806" y="3139"/>
                  </a:lnTo>
                  <a:lnTo>
                    <a:pt x="1846" y="2986"/>
                  </a:lnTo>
                  <a:lnTo>
                    <a:pt x="1899" y="2831"/>
                  </a:lnTo>
                  <a:lnTo>
                    <a:pt x="1964" y="2678"/>
                  </a:lnTo>
                  <a:lnTo>
                    <a:pt x="2044" y="2527"/>
                  </a:lnTo>
                  <a:lnTo>
                    <a:pt x="2139" y="2378"/>
                  </a:lnTo>
                  <a:lnTo>
                    <a:pt x="2251" y="2234"/>
                  </a:lnTo>
                  <a:lnTo>
                    <a:pt x="2380" y="2096"/>
                  </a:lnTo>
                  <a:lnTo>
                    <a:pt x="2527" y="1965"/>
                  </a:lnTo>
                  <a:lnTo>
                    <a:pt x="2695" y="1843"/>
                  </a:lnTo>
                  <a:lnTo>
                    <a:pt x="2885" y="1730"/>
                  </a:lnTo>
                  <a:lnTo>
                    <a:pt x="3097" y="1629"/>
                  </a:lnTo>
                  <a:lnTo>
                    <a:pt x="3332" y="1540"/>
                  </a:lnTo>
                  <a:lnTo>
                    <a:pt x="3592" y="1464"/>
                  </a:lnTo>
                  <a:lnTo>
                    <a:pt x="3878" y="1403"/>
                  </a:lnTo>
                  <a:lnTo>
                    <a:pt x="4190" y="1359"/>
                  </a:lnTo>
                  <a:lnTo>
                    <a:pt x="4532" y="1332"/>
                  </a:lnTo>
                  <a:lnTo>
                    <a:pt x="4901" y="1324"/>
                  </a:lnTo>
                  <a:lnTo>
                    <a:pt x="5303" y="1335"/>
                  </a:lnTo>
                  <a:lnTo>
                    <a:pt x="5522" y="1219"/>
                  </a:lnTo>
                  <a:lnTo>
                    <a:pt x="5739" y="1107"/>
                  </a:lnTo>
                  <a:lnTo>
                    <a:pt x="5952" y="1001"/>
                  </a:lnTo>
                  <a:lnTo>
                    <a:pt x="6163" y="900"/>
                  </a:lnTo>
                  <a:lnTo>
                    <a:pt x="6369" y="806"/>
                  </a:lnTo>
                  <a:lnTo>
                    <a:pt x="6573" y="718"/>
                  </a:lnTo>
                  <a:lnTo>
                    <a:pt x="6773" y="637"/>
                  </a:lnTo>
                  <a:lnTo>
                    <a:pt x="6970" y="565"/>
                  </a:lnTo>
                  <a:lnTo>
                    <a:pt x="7163" y="501"/>
                  </a:lnTo>
                  <a:lnTo>
                    <a:pt x="7354" y="445"/>
                  </a:lnTo>
                  <a:lnTo>
                    <a:pt x="7540" y="400"/>
                  </a:lnTo>
                  <a:lnTo>
                    <a:pt x="7724" y="363"/>
                  </a:lnTo>
                  <a:lnTo>
                    <a:pt x="7904" y="337"/>
                  </a:lnTo>
                  <a:lnTo>
                    <a:pt x="8079" y="323"/>
                  </a:lnTo>
                  <a:lnTo>
                    <a:pt x="8251" y="320"/>
                  </a:lnTo>
                  <a:lnTo>
                    <a:pt x="8421" y="328"/>
                  </a:lnTo>
                  <a:lnTo>
                    <a:pt x="8586" y="349"/>
                  </a:lnTo>
                  <a:lnTo>
                    <a:pt x="8746" y="383"/>
                  </a:lnTo>
                  <a:lnTo>
                    <a:pt x="8903" y="430"/>
                  </a:lnTo>
                  <a:lnTo>
                    <a:pt x="9057" y="491"/>
                  </a:lnTo>
                  <a:lnTo>
                    <a:pt x="9206" y="567"/>
                  </a:lnTo>
                  <a:lnTo>
                    <a:pt x="9352" y="658"/>
                  </a:lnTo>
                  <a:lnTo>
                    <a:pt x="9494" y="764"/>
                  </a:lnTo>
                  <a:lnTo>
                    <a:pt x="9631" y="887"/>
                  </a:lnTo>
                  <a:lnTo>
                    <a:pt x="9765" y="1025"/>
                  </a:lnTo>
                  <a:lnTo>
                    <a:pt x="9895" y="1181"/>
                  </a:lnTo>
                  <a:lnTo>
                    <a:pt x="10019" y="1354"/>
                  </a:lnTo>
                  <a:lnTo>
                    <a:pt x="10141" y="1546"/>
                  </a:lnTo>
                  <a:lnTo>
                    <a:pt x="10257" y="1756"/>
                  </a:lnTo>
                  <a:lnTo>
                    <a:pt x="10370" y="1984"/>
                  </a:lnTo>
                  <a:lnTo>
                    <a:pt x="10478" y="2234"/>
                  </a:lnTo>
                  <a:lnTo>
                    <a:pt x="10582" y="2503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20" name="矩形 135"/>
          <p:cNvSpPr>
            <a:spLocks noChangeArrowheads="1"/>
          </p:cNvSpPr>
          <p:nvPr/>
        </p:nvSpPr>
        <p:spPr bwMode="auto">
          <a:xfrm>
            <a:off x="225106" y="3557722"/>
            <a:ext cx="1446355" cy="4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latin typeface="+mn-lt"/>
                <a:ea typeface="+mn-ea"/>
              </a:rPr>
              <a:t>PC1</a:t>
            </a:r>
            <a:endParaRPr lang="en-US" altLang="zh-CN" sz="1600" dirty="0">
              <a:latin typeface="+mn-lt"/>
              <a:ea typeface="+mn-ea"/>
            </a:endParaRPr>
          </a:p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latin typeface="+mn-lt"/>
                <a:ea typeface="+mn-ea"/>
              </a:rPr>
              <a:t>IPv6</a:t>
            </a:r>
            <a:r>
              <a:rPr lang="zh-CN" altLang="en-US" sz="1600" dirty="0">
                <a:latin typeface="+mn-lt"/>
                <a:ea typeface="+mn-ea"/>
              </a:rPr>
              <a:t>主机</a:t>
            </a:r>
            <a:endParaRPr lang="en-US" altLang="zh-CN" sz="1600" dirty="0">
              <a:latin typeface="+mn-lt"/>
              <a:ea typeface="+mn-ea"/>
            </a:endParaRPr>
          </a:p>
        </p:txBody>
      </p:sp>
      <p:sp>
        <p:nvSpPr>
          <p:cNvPr id="22" name="矩形 137"/>
          <p:cNvSpPr>
            <a:spLocks noChangeArrowheads="1"/>
          </p:cNvSpPr>
          <p:nvPr/>
        </p:nvSpPr>
        <p:spPr bwMode="auto">
          <a:xfrm>
            <a:off x="7458751" y="3557722"/>
            <a:ext cx="1446355" cy="4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PC2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IPv6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主机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4" name="圆柱形 139"/>
          <p:cNvSpPr/>
          <p:nvPr/>
        </p:nvSpPr>
        <p:spPr bwMode="auto">
          <a:xfrm rot="5400000">
            <a:off x="4397675" y="2217828"/>
            <a:ext cx="341422" cy="2297095"/>
          </a:xfrm>
          <a:prstGeom prst="can">
            <a:avLst>
              <a:gd name="adj" fmla="val 5318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eaLnBrk="1" hangingPunct="1">
              <a:defRPr/>
            </a:pPr>
            <a:r>
              <a:rPr lang="en-US" altLang="zh-CN" sz="2000" dirty="0"/>
              <a:t>IPv6 over IPv4</a:t>
            </a:r>
            <a:endParaRPr lang="zh-CN" altLang="en-US" sz="2000" dirty="0"/>
          </a:p>
        </p:txBody>
      </p:sp>
      <p:grpSp>
        <p:nvGrpSpPr>
          <p:cNvPr id="56" name="Group 55"/>
          <p:cNvGrpSpPr/>
          <p:nvPr/>
        </p:nvGrpSpPr>
        <p:grpSpPr>
          <a:xfrm>
            <a:off x="2456531" y="3199012"/>
            <a:ext cx="4303546" cy="941291"/>
            <a:chOff x="2859871" y="4223995"/>
            <a:chExt cx="3641833" cy="796558"/>
          </a:xfrm>
        </p:grpSpPr>
        <p:sp>
          <p:nvSpPr>
            <p:cNvPr id="17" name="Rectangle 16"/>
            <p:cNvSpPr>
              <a:spLocks noChangeArrowheads="1"/>
            </p:cNvSpPr>
            <p:nvPr/>
          </p:nvSpPr>
          <p:spPr bwMode="auto">
            <a:xfrm>
              <a:off x="2859871" y="4527550"/>
              <a:ext cx="1085850" cy="493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050" tIns="44633" rIns="91050" bIns="44633">
              <a:spAutoFit/>
            </a:bodyPr>
            <a:lstStyle>
              <a:lvl1pPr defTabSz="78930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8930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8930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8930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8930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R1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双栈路由器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19" name="Rectangle 10"/>
            <p:cNvSpPr>
              <a:spLocks noChangeArrowheads="1"/>
            </p:cNvSpPr>
            <p:nvPr/>
          </p:nvSpPr>
          <p:spPr bwMode="auto">
            <a:xfrm>
              <a:off x="5269804" y="4527550"/>
              <a:ext cx="1231900" cy="493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050" tIns="44633" rIns="91050" bIns="44633">
              <a:spAutoFit/>
            </a:bodyPr>
            <a:lstStyle>
              <a:lvl1pPr defTabSz="78930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8930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8930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8930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8930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R2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双栈路由器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grpSp>
          <p:nvGrpSpPr>
            <p:cNvPr id="34" name="Group 33"/>
            <p:cNvGrpSpPr/>
            <p:nvPr/>
          </p:nvGrpSpPr>
          <p:grpSpPr>
            <a:xfrm>
              <a:off x="3147655" y="4223995"/>
              <a:ext cx="510282" cy="283261"/>
              <a:chOff x="7493876" y="2774731"/>
              <a:chExt cx="1481958" cy="894622"/>
            </a:xfrm>
          </p:grpSpPr>
          <p:sp>
            <p:nvSpPr>
              <p:cNvPr id="35" name="Freeform 23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-1" fmla="*/ 8187558 w 8187558"/>
                  <a:gd name="connsiteY0-2" fmla="*/ 0 h 2617076"/>
                  <a:gd name="connsiteX1-3" fmla="*/ 8187558 w 8187558"/>
                  <a:gd name="connsiteY1-4" fmla="*/ 1271752 h 2617076"/>
                  <a:gd name="connsiteX2-5" fmla="*/ 4025462 w 8187558"/>
                  <a:gd name="connsiteY2-6" fmla="*/ 2617076 h 2617076"/>
                  <a:gd name="connsiteX3-7" fmla="*/ 0 w 8187558"/>
                  <a:gd name="connsiteY3-8" fmla="*/ 1229711 h 2617076"/>
                  <a:gd name="connsiteX4-9" fmla="*/ 31531 w 8187558"/>
                  <a:gd name="connsiteY4-10" fmla="*/ 147145 h 2617076"/>
                  <a:gd name="connsiteX5-11" fmla="*/ 4046482 w 8187558"/>
                  <a:gd name="connsiteY5-12" fmla="*/ 1576552 h 2617076"/>
                  <a:gd name="connsiteX6-13" fmla="*/ 8187558 w 8187558"/>
                  <a:gd name="connsiteY6-14" fmla="*/ 0 h 2617076"/>
                  <a:gd name="connsiteX0-15" fmla="*/ 8187558 w 8187558"/>
                  <a:gd name="connsiteY0-16" fmla="*/ 0 h 2617076"/>
                  <a:gd name="connsiteX1-17" fmla="*/ 8187558 w 8187558"/>
                  <a:gd name="connsiteY1-18" fmla="*/ 1271752 h 2617076"/>
                  <a:gd name="connsiteX2-19" fmla="*/ 4025462 w 8187558"/>
                  <a:gd name="connsiteY2-20" fmla="*/ 2617076 h 2617076"/>
                  <a:gd name="connsiteX3-21" fmla="*/ 0 w 8187558"/>
                  <a:gd name="connsiteY3-22" fmla="*/ 1229711 h 2617076"/>
                  <a:gd name="connsiteX4-23" fmla="*/ 31531 w 8187558"/>
                  <a:gd name="connsiteY4-24" fmla="*/ 147145 h 2617076"/>
                  <a:gd name="connsiteX5-25" fmla="*/ 4046482 w 8187558"/>
                  <a:gd name="connsiteY5-26" fmla="*/ 1576552 h 2617076"/>
                  <a:gd name="connsiteX6-27" fmla="*/ 8187558 w 8187558"/>
                  <a:gd name="connsiteY6-28" fmla="*/ 0 h 2617076"/>
                  <a:gd name="connsiteX0-29" fmla="*/ 8187558 w 8187558"/>
                  <a:gd name="connsiteY0-30" fmla="*/ 0 h 2617076"/>
                  <a:gd name="connsiteX1-31" fmla="*/ 8187558 w 8187558"/>
                  <a:gd name="connsiteY1-32" fmla="*/ 1271752 h 2617076"/>
                  <a:gd name="connsiteX2-33" fmla="*/ 4025462 w 8187558"/>
                  <a:gd name="connsiteY2-34" fmla="*/ 2617076 h 2617076"/>
                  <a:gd name="connsiteX3-35" fmla="*/ 0 w 8187558"/>
                  <a:gd name="connsiteY3-36" fmla="*/ 1229711 h 2617076"/>
                  <a:gd name="connsiteX4-37" fmla="*/ 31531 w 8187558"/>
                  <a:gd name="connsiteY4-38" fmla="*/ 147145 h 2617076"/>
                  <a:gd name="connsiteX5-39" fmla="*/ 4046482 w 8187558"/>
                  <a:gd name="connsiteY5-40" fmla="*/ 1576552 h 2617076"/>
                  <a:gd name="connsiteX6-41" fmla="*/ 8187558 w 8187558"/>
                  <a:gd name="connsiteY6-42" fmla="*/ 0 h 2617076"/>
                  <a:gd name="connsiteX0-43" fmla="*/ 8187558 w 8187558"/>
                  <a:gd name="connsiteY0-44" fmla="*/ 0 h 2617076"/>
                  <a:gd name="connsiteX1-45" fmla="*/ 8187558 w 8187558"/>
                  <a:gd name="connsiteY1-46" fmla="*/ 1271752 h 2617076"/>
                  <a:gd name="connsiteX2-47" fmla="*/ 4025462 w 8187558"/>
                  <a:gd name="connsiteY2-48" fmla="*/ 2617076 h 2617076"/>
                  <a:gd name="connsiteX3-49" fmla="*/ 0 w 8187558"/>
                  <a:gd name="connsiteY3-50" fmla="*/ 1229711 h 2617076"/>
                  <a:gd name="connsiteX4-51" fmla="*/ 31531 w 8187558"/>
                  <a:gd name="connsiteY4-52" fmla="*/ 147145 h 2617076"/>
                  <a:gd name="connsiteX5-53" fmla="*/ 4046482 w 8187558"/>
                  <a:gd name="connsiteY5-54" fmla="*/ 1576552 h 2617076"/>
                  <a:gd name="connsiteX6-55" fmla="*/ 8187558 w 8187558"/>
                  <a:gd name="connsiteY6-56" fmla="*/ 0 h 2617076"/>
                  <a:gd name="connsiteX0-57" fmla="*/ 8187558 w 8187558"/>
                  <a:gd name="connsiteY0-58" fmla="*/ 0 h 2617076"/>
                  <a:gd name="connsiteX1-59" fmla="*/ 8187558 w 8187558"/>
                  <a:gd name="connsiteY1-60" fmla="*/ 1271752 h 2617076"/>
                  <a:gd name="connsiteX2-61" fmla="*/ 4025462 w 8187558"/>
                  <a:gd name="connsiteY2-62" fmla="*/ 2617076 h 2617076"/>
                  <a:gd name="connsiteX3-63" fmla="*/ 0 w 8187558"/>
                  <a:gd name="connsiteY3-64" fmla="*/ 1229711 h 2617076"/>
                  <a:gd name="connsiteX4-65" fmla="*/ 31531 w 8187558"/>
                  <a:gd name="connsiteY4-66" fmla="*/ 147145 h 2617076"/>
                  <a:gd name="connsiteX5-67" fmla="*/ 4046482 w 8187558"/>
                  <a:gd name="connsiteY5-68" fmla="*/ 1576552 h 2617076"/>
                  <a:gd name="connsiteX6-69" fmla="*/ 8187558 w 8187558"/>
                  <a:gd name="connsiteY6-70" fmla="*/ 0 h 2617076"/>
                  <a:gd name="connsiteX0-71" fmla="*/ 8187558 w 8187558"/>
                  <a:gd name="connsiteY0-72" fmla="*/ 0 h 2617076"/>
                  <a:gd name="connsiteX1-73" fmla="*/ 8187558 w 8187558"/>
                  <a:gd name="connsiteY1-74" fmla="*/ 1271752 h 2617076"/>
                  <a:gd name="connsiteX2-75" fmla="*/ 4025462 w 8187558"/>
                  <a:gd name="connsiteY2-76" fmla="*/ 2617076 h 2617076"/>
                  <a:gd name="connsiteX3-77" fmla="*/ 0 w 8187558"/>
                  <a:gd name="connsiteY3-78" fmla="*/ 1229711 h 2617076"/>
                  <a:gd name="connsiteX4-79" fmla="*/ 31531 w 8187558"/>
                  <a:gd name="connsiteY4-80" fmla="*/ 147145 h 2617076"/>
                  <a:gd name="connsiteX5-81" fmla="*/ 4046482 w 8187558"/>
                  <a:gd name="connsiteY5-82" fmla="*/ 1576552 h 2617076"/>
                  <a:gd name="connsiteX6-83" fmla="*/ 8187558 w 8187558"/>
                  <a:gd name="connsiteY6-84" fmla="*/ 0 h 2617076"/>
                  <a:gd name="connsiteX0-85" fmla="*/ 8187558 w 8187558"/>
                  <a:gd name="connsiteY0-86" fmla="*/ 0 h 2638097"/>
                  <a:gd name="connsiteX1-87" fmla="*/ 8187558 w 8187558"/>
                  <a:gd name="connsiteY1-88" fmla="*/ 1271752 h 2638097"/>
                  <a:gd name="connsiteX2-89" fmla="*/ 4099035 w 8187558"/>
                  <a:gd name="connsiteY2-90" fmla="*/ 2638097 h 2638097"/>
                  <a:gd name="connsiteX3-91" fmla="*/ 0 w 8187558"/>
                  <a:gd name="connsiteY3-92" fmla="*/ 1229711 h 2638097"/>
                  <a:gd name="connsiteX4-93" fmla="*/ 31531 w 8187558"/>
                  <a:gd name="connsiteY4-94" fmla="*/ 147145 h 2638097"/>
                  <a:gd name="connsiteX5-95" fmla="*/ 4046482 w 8187558"/>
                  <a:gd name="connsiteY5-96" fmla="*/ 1576552 h 2638097"/>
                  <a:gd name="connsiteX6-97" fmla="*/ 8187558 w 8187558"/>
                  <a:gd name="connsiteY6-98" fmla="*/ 0 h 2638097"/>
                  <a:gd name="connsiteX0-99" fmla="*/ 8187558 w 8187558"/>
                  <a:gd name="connsiteY0-100" fmla="*/ 0 h 2638097"/>
                  <a:gd name="connsiteX1-101" fmla="*/ 8187558 w 8187558"/>
                  <a:gd name="connsiteY1-102" fmla="*/ 1271752 h 2638097"/>
                  <a:gd name="connsiteX2-103" fmla="*/ 4099035 w 8187558"/>
                  <a:gd name="connsiteY2-104" fmla="*/ 2638097 h 2638097"/>
                  <a:gd name="connsiteX3-105" fmla="*/ 0 w 8187558"/>
                  <a:gd name="connsiteY3-106" fmla="*/ 1229711 h 2638097"/>
                  <a:gd name="connsiteX4-107" fmla="*/ 31531 w 8187558"/>
                  <a:gd name="connsiteY4-108" fmla="*/ 147145 h 2638097"/>
                  <a:gd name="connsiteX5-109" fmla="*/ 4046482 w 8187558"/>
                  <a:gd name="connsiteY5-110" fmla="*/ 1576552 h 2638097"/>
                  <a:gd name="connsiteX6-111" fmla="*/ 8187558 w 8187558"/>
                  <a:gd name="connsiteY6-112" fmla="*/ 0 h 2638097"/>
                  <a:gd name="connsiteX0-113" fmla="*/ 8187558 w 8187558"/>
                  <a:gd name="connsiteY0-114" fmla="*/ 0 h 2638097"/>
                  <a:gd name="connsiteX1-115" fmla="*/ 8187558 w 8187558"/>
                  <a:gd name="connsiteY1-116" fmla="*/ 1271752 h 2638097"/>
                  <a:gd name="connsiteX2-117" fmla="*/ 4099035 w 8187558"/>
                  <a:gd name="connsiteY2-118" fmla="*/ 2638097 h 2638097"/>
                  <a:gd name="connsiteX3-119" fmla="*/ 0 w 8187558"/>
                  <a:gd name="connsiteY3-120" fmla="*/ 1229711 h 2638097"/>
                  <a:gd name="connsiteX4-121" fmla="*/ 31531 w 8187558"/>
                  <a:gd name="connsiteY4-122" fmla="*/ 147145 h 2638097"/>
                  <a:gd name="connsiteX5-123" fmla="*/ 4046482 w 8187558"/>
                  <a:gd name="connsiteY5-124" fmla="*/ 1576552 h 2638097"/>
                  <a:gd name="connsiteX6-125" fmla="*/ 8187558 w 8187558"/>
                  <a:gd name="connsiteY6-126" fmla="*/ 0 h 2638097"/>
                  <a:gd name="connsiteX0-127" fmla="*/ 8187558 w 8187558"/>
                  <a:gd name="connsiteY0-128" fmla="*/ 0 h 2638097"/>
                  <a:gd name="connsiteX1-129" fmla="*/ 8187558 w 8187558"/>
                  <a:gd name="connsiteY1-130" fmla="*/ 1271752 h 2638097"/>
                  <a:gd name="connsiteX2-131" fmla="*/ 4099035 w 8187558"/>
                  <a:gd name="connsiteY2-132" fmla="*/ 2638097 h 2638097"/>
                  <a:gd name="connsiteX3-133" fmla="*/ 0 w 8187558"/>
                  <a:gd name="connsiteY3-134" fmla="*/ 1229711 h 2638097"/>
                  <a:gd name="connsiteX4-135" fmla="*/ 31531 w 8187558"/>
                  <a:gd name="connsiteY4-136" fmla="*/ 147145 h 2638097"/>
                  <a:gd name="connsiteX5-137" fmla="*/ 4046482 w 8187558"/>
                  <a:gd name="connsiteY5-138" fmla="*/ 1576552 h 2638097"/>
                  <a:gd name="connsiteX6-139" fmla="*/ 8187558 w 8187558"/>
                  <a:gd name="connsiteY6-140" fmla="*/ 0 h 2638097"/>
                  <a:gd name="connsiteX0-141" fmla="*/ 8187558 w 8187558"/>
                  <a:gd name="connsiteY0-142" fmla="*/ 0 h 2638097"/>
                  <a:gd name="connsiteX1-143" fmla="*/ 8187558 w 8187558"/>
                  <a:gd name="connsiteY1-144" fmla="*/ 1271752 h 2638097"/>
                  <a:gd name="connsiteX2-145" fmla="*/ 4099035 w 8187558"/>
                  <a:gd name="connsiteY2-146" fmla="*/ 2638097 h 2638097"/>
                  <a:gd name="connsiteX3-147" fmla="*/ 0 w 8187558"/>
                  <a:gd name="connsiteY3-148" fmla="*/ 1229711 h 2638097"/>
                  <a:gd name="connsiteX4-149" fmla="*/ 31531 w 8187558"/>
                  <a:gd name="connsiteY4-150" fmla="*/ 147145 h 2638097"/>
                  <a:gd name="connsiteX5-151" fmla="*/ 4088524 w 8187558"/>
                  <a:gd name="connsiteY5-152" fmla="*/ 1597573 h 2638097"/>
                  <a:gd name="connsiteX6-153" fmla="*/ 8187558 w 8187558"/>
                  <a:gd name="connsiteY6-154" fmla="*/ 0 h 2638097"/>
                  <a:gd name="connsiteX0-155" fmla="*/ 8187558 w 8187558"/>
                  <a:gd name="connsiteY0-156" fmla="*/ 0 h 2638097"/>
                  <a:gd name="connsiteX1-157" fmla="*/ 8187558 w 8187558"/>
                  <a:gd name="connsiteY1-158" fmla="*/ 1271752 h 2638097"/>
                  <a:gd name="connsiteX2-159" fmla="*/ 4099035 w 8187558"/>
                  <a:gd name="connsiteY2-160" fmla="*/ 2638097 h 2638097"/>
                  <a:gd name="connsiteX3-161" fmla="*/ 0 w 8187558"/>
                  <a:gd name="connsiteY3-162" fmla="*/ 1229711 h 2638097"/>
                  <a:gd name="connsiteX4-163" fmla="*/ 31531 w 8187558"/>
                  <a:gd name="connsiteY4-164" fmla="*/ 147145 h 2638097"/>
                  <a:gd name="connsiteX5-165" fmla="*/ 4088524 w 8187558"/>
                  <a:gd name="connsiteY5-166" fmla="*/ 1597573 h 2638097"/>
                  <a:gd name="connsiteX6-167" fmla="*/ 8187558 w 8187558"/>
                  <a:gd name="connsiteY6-168" fmla="*/ 0 h 2638097"/>
                  <a:gd name="connsiteX0-169" fmla="*/ 8187558 w 8187558"/>
                  <a:gd name="connsiteY0-170" fmla="*/ 0 h 2638097"/>
                  <a:gd name="connsiteX1-171" fmla="*/ 8187558 w 8187558"/>
                  <a:gd name="connsiteY1-172" fmla="*/ 1271752 h 2638097"/>
                  <a:gd name="connsiteX2-173" fmla="*/ 4099035 w 8187558"/>
                  <a:gd name="connsiteY2-174" fmla="*/ 2638097 h 2638097"/>
                  <a:gd name="connsiteX3-175" fmla="*/ 0 w 8187558"/>
                  <a:gd name="connsiteY3-176" fmla="*/ 1229711 h 2638097"/>
                  <a:gd name="connsiteX4-177" fmla="*/ 31531 w 8187558"/>
                  <a:gd name="connsiteY4-178" fmla="*/ 147145 h 2638097"/>
                  <a:gd name="connsiteX5-179" fmla="*/ 4099035 w 8187558"/>
                  <a:gd name="connsiteY5-180" fmla="*/ 1566042 h 2638097"/>
                  <a:gd name="connsiteX6-181" fmla="*/ 8187558 w 8187558"/>
                  <a:gd name="connsiteY6-182" fmla="*/ 0 h 2638097"/>
                  <a:gd name="connsiteX0-183" fmla="*/ 8187558 w 8187558"/>
                  <a:gd name="connsiteY0-184" fmla="*/ 0 h 2638097"/>
                  <a:gd name="connsiteX1-185" fmla="*/ 8187558 w 8187558"/>
                  <a:gd name="connsiteY1-186" fmla="*/ 1271752 h 2638097"/>
                  <a:gd name="connsiteX2-187" fmla="*/ 4099035 w 8187558"/>
                  <a:gd name="connsiteY2-188" fmla="*/ 2638097 h 2638097"/>
                  <a:gd name="connsiteX3-189" fmla="*/ 0 w 8187558"/>
                  <a:gd name="connsiteY3-190" fmla="*/ 1229711 h 2638097"/>
                  <a:gd name="connsiteX4-191" fmla="*/ 31531 w 8187558"/>
                  <a:gd name="connsiteY4-192" fmla="*/ 147145 h 2638097"/>
                  <a:gd name="connsiteX5-193" fmla="*/ 4099035 w 8187558"/>
                  <a:gd name="connsiteY5-194" fmla="*/ 1566042 h 2638097"/>
                  <a:gd name="connsiteX6-195" fmla="*/ 8187558 w 8187558"/>
                  <a:gd name="connsiteY6-196" fmla="*/ 0 h 2638097"/>
                  <a:gd name="connsiteX0-197" fmla="*/ 8187558 w 8187558"/>
                  <a:gd name="connsiteY0-198" fmla="*/ 0 h 2638097"/>
                  <a:gd name="connsiteX1-199" fmla="*/ 8187558 w 8187558"/>
                  <a:gd name="connsiteY1-200" fmla="*/ 1271752 h 2638097"/>
                  <a:gd name="connsiteX2-201" fmla="*/ 4099035 w 8187558"/>
                  <a:gd name="connsiteY2-202" fmla="*/ 2638097 h 2638097"/>
                  <a:gd name="connsiteX3-203" fmla="*/ 0 w 8187558"/>
                  <a:gd name="connsiteY3-204" fmla="*/ 1229711 h 2638097"/>
                  <a:gd name="connsiteX4-205" fmla="*/ 31531 w 8187558"/>
                  <a:gd name="connsiteY4-206" fmla="*/ 147145 h 2638097"/>
                  <a:gd name="connsiteX5-207" fmla="*/ 4099035 w 8187558"/>
                  <a:gd name="connsiteY5-208" fmla="*/ 1566042 h 2638097"/>
                  <a:gd name="connsiteX6-209" fmla="*/ 8187558 w 8187558"/>
                  <a:gd name="connsiteY6-210" fmla="*/ 0 h 2638097"/>
                  <a:gd name="connsiteX0-211" fmla="*/ 8187558 w 8187558"/>
                  <a:gd name="connsiteY0-212" fmla="*/ 0 h 2638097"/>
                  <a:gd name="connsiteX1-213" fmla="*/ 8187558 w 8187558"/>
                  <a:gd name="connsiteY1-214" fmla="*/ 1271752 h 2638097"/>
                  <a:gd name="connsiteX2-215" fmla="*/ 4099035 w 8187558"/>
                  <a:gd name="connsiteY2-216" fmla="*/ 2638097 h 2638097"/>
                  <a:gd name="connsiteX3-217" fmla="*/ 0 w 8187558"/>
                  <a:gd name="connsiteY3-218" fmla="*/ 1229711 h 2638097"/>
                  <a:gd name="connsiteX4-219" fmla="*/ 31531 w 8187558"/>
                  <a:gd name="connsiteY4-220" fmla="*/ 147145 h 2638097"/>
                  <a:gd name="connsiteX5-221" fmla="*/ 4099035 w 8187558"/>
                  <a:gd name="connsiteY5-222" fmla="*/ 1566042 h 2638097"/>
                  <a:gd name="connsiteX6-223" fmla="*/ 8187558 w 8187558"/>
                  <a:gd name="connsiteY6-224" fmla="*/ 0 h 2638097"/>
                  <a:gd name="connsiteX0-225" fmla="*/ 8187558 w 8187558"/>
                  <a:gd name="connsiteY0-226" fmla="*/ 0 h 2638097"/>
                  <a:gd name="connsiteX1-227" fmla="*/ 8187558 w 8187558"/>
                  <a:gd name="connsiteY1-228" fmla="*/ 1271752 h 2638097"/>
                  <a:gd name="connsiteX2-229" fmla="*/ 4099035 w 8187558"/>
                  <a:gd name="connsiteY2-230" fmla="*/ 2638097 h 2638097"/>
                  <a:gd name="connsiteX3-231" fmla="*/ 0 w 8187558"/>
                  <a:gd name="connsiteY3-232" fmla="*/ 1229711 h 2638097"/>
                  <a:gd name="connsiteX4-233" fmla="*/ 31531 w 8187558"/>
                  <a:gd name="connsiteY4-234" fmla="*/ 147145 h 2638097"/>
                  <a:gd name="connsiteX5-235" fmla="*/ 4099035 w 8187558"/>
                  <a:gd name="connsiteY5-236" fmla="*/ 1566042 h 2638097"/>
                  <a:gd name="connsiteX6-237" fmla="*/ 8187558 w 8187558"/>
                  <a:gd name="connsiteY6-238" fmla="*/ 0 h 2638097"/>
                  <a:gd name="connsiteX0-239" fmla="*/ 8187558 w 8187558"/>
                  <a:gd name="connsiteY0-240" fmla="*/ 0 h 2638097"/>
                  <a:gd name="connsiteX1-241" fmla="*/ 8187558 w 8187558"/>
                  <a:gd name="connsiteY1-242" fmla="*/ 1271752 h 2638097"/>
                  <a:gd name="connsiteX2-243" fmla="*/ 4099035 w 8187558"/>
                  <a:gd name="connsiteY2-244" fmla="*/ 2638097 h 2638097"/>
                  <a:gd name="connsiteX3-245" fmla="*/ 0 w 8187558"/>
                  <a:gd name="connsiteY3-246" fmla="*/ 1229711 h 2638097"/>
                  <a:gd name="connsiteX4-247" fmla="*/ 31531 w 8187558"/>
                  <a:gd name="connsiteY4-248" fmla="*/ 147145 h 2638097"/>
                  <a:gd name="connsiteX5-249" fmla="*/ 4099035 w 8187558"/>
                  <a:gd name="connsiteY5-250" fmla="*/ 1566042 h 2638097"/>
                  <a:gd name="connsiteX6-251" fmla="*/ 8187558 w 8187558"/>
                  <a:gd name="connsiteY6-252" fmla="*/ 0 h 2638097"/>
                  <a:gd name="connsiteX0-253" fmla="*/ 8187558 w 8187558"/>
                  <a:gd name="connsiteY0-254" fmla="*/ 0 h 2638097"/>
                  <a:gd name="connsiteX1-255" fmla="*/ 8187558 w 8187558"/>
                  <a:gd name="connsiteY1-256" fmla="*/ 1271752 h 2638097"/>
                  <a:gd name="connsiteX2-257" fmla="*/ 4099035 w 8187558"/>
                  <a:gd name="connsiteY2-258" fmla="*/ 2638097 h 2638097"/>
                  <a:gd name="connsiteX3-259" fmla="*/ 0 w 8187558"/>
                  <a:gd name="connsiteY3-260" fmla="*/ 1229711 h 2638097"/>
                  <a:gd name="connsiteX4-261" fmla="*/ 31531 w 8187558"/>
                  <a:gd name="connsiteY4-262" fmla="*/ 147145 h 2638097"/>
                  <a:gd name="connsiteX5-263" fmla="*/ 4099035 w 8187558"/>
                  <a:gd name="connsiteY5-264" fmla="*/ 1566042 h 2638097"/>
                  <a:gd name="connsiteX6-265" fmla="*/ 8187558 w 8187558"/>
                  <a:gd name="connsiteY6-266" fmla="*/ 0 h 2638097"/>
                  <a:gd name="connsiteX0-267" fmla="*/ 8187558 w 8187558"/>
                  <a:gd name="connsiteY0-268" fmla="*/ 0 h 2638097"/>
                  <a:gd name="connsiteX1-269" fmla="*/ 8187558 w 8187558"/>
                  <a:gd name="connsiteY1-270" fmla="*/ 1271752 h 2638097"/>
                  <a:gd name="connsiteX2-271" fmla="*/ 4099035 w 8187558"/>
                  <a:gd name="connsiteY2-272" fmla="*/ 2638097 h 2638097"/>
                  <a:gd name="connsiteX3-273" fmla="*/ 0 w 8187558"/>
                  <a:gd name="connsiteY3-274" fmla="*/ 1229711 h 2638097"/>
                  <a:gd name="connsiteX4-275" fmla="*/ 31531 w 8187558"/>
                  <a:gd name="connsiteY4-276" fmla="*/ 147145 h 2638097"/>
                  <a:gd name="connsiteX5-277" fmla="*/ 4099035 w 8187558"/>
                  <a:gd name="connsiteY5-278" fmla="*/ 1566042 h 2638097"/>
                  <a:gd name="connsiteX6-279" fmla="*/ 8187558 w 8187558"/>
                  <a:gd name="connsiteY6-280" fmla="*/ 0 h 2638097"/>
                  <a:gd name="connsiteX0-281" fmla="*/ 8187558 w 8187558"/>
                  <a:gd name="connsiteY0-282" fmla="*/ 0 h 2638097"/>
                  <a:gd name="connsiteX1-283" fmla="*/ 8187558 w 8187558"/>
                  <a:gd name="connsiteY1-284" fmla="*/ 1271752 h 2638097"/>
                  <a:gd name="connsiteX2-285" fmla="*/ 4099035 w 8187558"/>
                  <a:gd name="connsiteY2-286" fmla="*/ 2638097 h 2638097"/>
                  <a:gd name="connsiteX3-287" fmla="*/ 0 w 8187558"/>
                  <a:gd name="connsiteY3-288" fmla="*/ 1229711 h 2638097"/>
                  <a:gd name="connsiteX4-289" fmla="*/ 31531 w 8187558"/>
                  <a:gd name="connsiteY4-290" fmla="*/ 147145 h 2638097"/>
                  <a:gd name="connsiteX5-291" fmla="*/ 4099035 w 8187558"/>
                  <a:gd name="connsiteY5-292" fmla="*/ 1566042 h 2638097"/>
                  <a:gd name="connsiteX6-293" fmla="*/ 8187558 w 8187558"/>
                  <a:gd name="connsiteY6-294" fmla="*/ 0 h 2638097"/>
                  <a:gd name="connsiteX0-295" fmla="*/ 8176538 w 8176538"/>
                  <a:gd name="connsiteY0-296" fmla="*/ 0 h 2638097"/>
                  <a:gd name="connsiteX1-297" fmla="*/ 8176538 w 8176538"/>
                  <a:gd name="connsiteY1-298" fmla="*/ 1271752 h 2638097"/>
                  <a:gd name="connsiteX2-299" fmla="*/ 4088015 w 8176538"/>
                  <a:gd name="connsiteY2-300" fmla="*/ 2638097 h 2638097"/>
                  <a:gd name="connsiteX3-301" fmla="*/ 0 w 8176538"/>
                  <a:gd name="connsiteY3-302" fmla="*/ 1269888 h 2638097"/>
                  <a:gd name="connsiteX4-303" fmla="*/ 20511 w 8176538"/>
                  <a:gd name="connsiteY4-304" fmla="*/ 147145 h 2638097"/>
                  <a:gd name="connsiteX5-305" fmla="*/ 4088015 w 8176538"/>
                  <a:gd name="connsiteY5-306" fmla="*/ 1566042 h 2638097"/>
                  <a:gd name="connsiteX6-307" fmla="*/ 8176538 w 8176538"/>
                  <a:gd name="connsiteY6-308" fmla="*/ 0 h 2638097"/>
                  <a:gd name="connsiteX0-309" fmla="*/ 8176538 w 8176538"/>
                  <a:gd name="connsiteY0-310" fmla="*/ 0 h 2772020"/>
                  <a:gd name="connsiteX1-311" fmla="*/ 8176538 w 8176538"/>
                  <a:gd name="connsiteY1-312" fmla="*/ 1271752 h 2772020"/>
                  <a:gd name="connsiteX2-313" fmla="*/ 4099034 w 8176538"/>
                  <a:gd name="connsiteY2-314" fmla="*/ 2772020 h 2772020"/>
                  <a:gd name="connsiteX3-315" fmla="*/ 0 w 8176538"/>
                  <a:gd name="connsiteY3-316" fmla="*/ 1269888 h 2772020"/>
                  <a:gd name="connsiteX4-317" fmla="*/ 20511 w 8176538"/>
                  <a:gd name="connsiteY4-318" fmla="*/ 147145 h 2772020"/>
                  <a:gd name="connsiteX5-319" fmla="*/ 4088015 w 8176538"/>
                  <a:gd name="connsiteY5-320" fmla="*/ 1566042 h 2772020"/>
                  <a:gd name="connsiteX6-321" fmla="*/ 8176538 w 8176538"/>
                  <a:gd name="connsiteY6-322" fmla="*/ 0 h 2772020"/>
                  <a:gd name="connsiteX0-323" fmla="*/ 8176538 w 8176538"/>
                  <a:gd name="connsiteY0-324" fmla="*/ 0 h 2772339"/>
                  <a:gd name="connsiteX1-325" fmla="*/ 8176538 w 8176538"/>
                  <a:gd name="connsiteY1-326" fmla="*/ 1378890 h 2772339"/>
                  <a:gd name="connsiteX2-327" fmla="*/ 4099034 w 8176538"/>
                  <a:gd name="connsiteY2-328" fmla="*/ 2772020 h 2772339"/>
                  <a:gd name="connsiteX3-329" fmla="*/ 0 w 8176538"/>
                  <a:gd name="connsiteY3-330" fmla="*/ 1269888 h 2772339"/>
                  <a:gd name="connsiteX4-331" fmla="*/ 20511 w 8176538"/>
                  <a:gd name="connsiteY4-332" fmla="*/ 147145 h 2772339"/>
                  <a:gd name="connsiteX5-333" fmla="*/ 4088015 w 8176538"/>
                  <a:gd name="connsiteY5-334" fmla="*/ 1566042 h 2772339"/>
                  <a:gd name="connsiteX6-335" fmla="*/ 8176538 w 8176538"/>
                  <a:gd name="connsiteY6-336" fmla="*/ 0 h 2772339"/>
                  <a:gd name="connsiteX0-337" fmla="*/ 8176538 w 8176538"/>
                  <a:gd name="connsiteY0-338" fmla="*/ 0 h 2825888"/>
                  <a:gd name="connsiteX1-339" fmla="*/ 8176538 w 8176538"/>
                  <a:gd name="connsiteY1-340" fmla="*/ 1378890 h 2825888"/>
                  <a:gd name="connsiteX2-341" fmla="*/ 4099034 w 8176538"/>
                  <a:gd name="connsiteY2-342" fmla="*/ 2825590 h 2825888"/>
                  <a:gd name="connsiteX3-343" fmla="*/ 0 w 8176538"/>
                  <a:gd name="connsiteY3-344" fmla="*/ 1269888 h 2825888"/>
                  <a:gd name="connsiteX4-345" fmla="*/ 20511 w 8176538"/>
                  <a:gd name="connsiteY4-346" fmla="*/ 147145 h 2825888"/>
                  <a:gd name="connsiteX5-347" fmla="*/ 4088015 w 8176538"/>
                  <a:gd name="connsiteY5-348" fmla="*/ 1566042 h 2825888"/>
                  <a:gd name="connsiteX6-349" fmla="*/ 8176538 w 8176538"/>
                  <a:gd name="connsiteY6-350" fmla="*/ 0 h 2825888"/>
                  <a:gd name="connsiteX0-351" fmla="*/ 8165518 w 8165518"/>
                  <a:gd name="connsiteY0-352" fmla="*/ 0 h 2825606"/>
                  <a:gd name="connsiteX1-353" fmla="*/ 8165518 w 8165518"/>
                  <a:gd name="connsiteY1-354" fmla="*/ 1378890 h 2825606"/>
                  <a:gd name="connsiteX2-355" fmla="*/ 4088014 w 8165518"/>
                  <a:gd name="connsiteY2-356" fmla="*/ 2825590 h 2825606"/>
                  <a:gd name="connsiteX3-357" fmla="*/ 0 w 8165518"/>
                  <a:gd name="connsiteY3-358" fmla="*/ 1403811 h 2825606"/>
                  <a:gd name="connsiteX4-359" fmla="*/ 9491 w 8165518"/>
                  <a:gd name="connsiteY4-360" fmla="*/ 147145 h 2825606"/>
                  <a:gd name="connsiteX5-361" fmla="*/ 4076995 w 8165518"/>
                  <a:gd name="connsiteY5-362" fmla="*/ 1566042 h 2825606"/>
                  <a:gd name="connsiteX6-363" fmla="*/ 8165518 w 8165518"/>
                  <a:gd name="connsiteY6-364" fmla="*/ 0 h 2825606"/>
                  <a:gd name="connsiteX0-365" fmla="*/ 8165518 w 8165518"/>
                  <a:gd name="connsiteY0-366" fmla="*/ 0 h 2879174"/>
                  <a:gd name="connsiteX1-367" fmla="*/ 8165518 w 8165518"/>
                  <a:gd name="connsiteY1-368" fmla="*/ 1378890 h 2879174"/>
                  <a:gd name="connsiteX2-369" fmla="*/ 4132092 w 8165518"/>
                  <a:gd name="connsiteY2-370" fmla="*/ 2879159 h 2879174"/>
                  <a:gd name="connsiteX3-371" fmla="*/ 0 w 8165518"/>
                  <a:gd name="connsiteY3-372" fmla="*/ 1403811 h 2879174"/>
                  <a:gd name="connsiteX4-373" fmla="*/ 9491 w 8165518"/>
                  <a:gd name="connsiteY4-374" fmla="*/ 147145 h 2879174"/>
                  <a:gd name="connsiteX5-375" fmla="*/ 4076995 w 8165518"/>
                  <a:gd name="connsiteY5-376" fmla="*/ 1566042 h 2879174"/>
                  <a:gd name="connsiteX6-377" fmla="*/ 8165518 w 8165518"/>
                  <a:gd name="connsiteY6-378" fmla="*/ 0 h 2879174"/>
                  <a:gd name="connsiteX0-379" fmla="*/ 8165518 w 8176537"/>
                  <a:gd name="connsiteY0-380" fmla="*/ 0 h 2879410"/>
                  <a:gd name="connsiteX1-381" fmla="*/ 8176537 w 8176537"/>
                  <a:gd name="connsiteY1-382" fmla="*/ 1499420 h 2879410"/>
                  <a:gd name="connsiteX2-383" fmla="*/ 4132092 w 8176537"/>
                  <a:gd name="connsiteY2-384" fmla="*/ 2879159 h 2879410"/>
                  <a:gd name="connsiteX3-385" fmla="*/ 0 w 8176537"/>
                  <a:gd name="connsiteY3-386" fmla="*/ 1403811 h 2879410"/>
                  <a:gd name="connsiteX4-387" fmla="*/ 9491 w 8176537"/>
                  <a:gd name="connsiteY4-388" fmla="*/ 147145 h 2879410"/>
                  <a:gd name="connsiteX5-389" fmla="*/ 4076995 w 8176537"/>
                  <a:gd name="connsiteY5-390" fmla="*/ 1566042 h 2879410"/>
                  <a:gd name="connsiteX6-391" fmla="*/ 8165518 w 8176537"/>
                  <a:gd name="connsiteY6-392" fmla="*/ 0 h 2879410"/>
                  <a:gd name="connsiteX0-393" fmla="*/ 8165518 w 8176537"/>
                  <a:gd name="connsiteY0-394" fmla="*/ 0 h 2879262"/>
                  <a:gd name="connsiteX1-395" fmla="*/ 8176537 w 8176537"/>
                  <a:gd name="connsiteY1-396" fmla="*/ 1499420 h 2879262"/>
                  <a:gd name="connsiteX2-397" fmla="*/ 4132092 w 8176537"/>
                  <a:gd name="connsiteY2-398" fmla="*/ 2879159 h 2879262"/>
                  <a:gd name="connsiteX3-399" fmla="*/ 0 w 8176537"/>
                  <a:gd name="connsiteY3-400" fmla="*/ 1403811 h 2879262"/>
                  <a:gd name="connsiteX4-401" fmla="*/ 9491 w 8176537"/>
                  <a:gd name="connsiteY4-402" fmla="*/ 147145 h 2879262"/>
                  <a:gd name="connsiteX5-403" fmla="*/ 4076995 w 8176537"/>
                  <a:gd name="connsiteY5-404" fmla="*/ 1566042 h 2879262"/>
                  <a:gd name="connsiteX6-405" fmla="*/ 8165518 w 8176537"/>
                  <a:gd name="connsiteY6-406" fmla="*/ 0 h 2879262"/>
                  <a:gd name="connsiteX0-407" fmla="*/ 8165518 w 8176537"/>
                  <a:gd name="connsiteY0-408" fmla="*/ 0 h 2879163"/>
                  <a:gd name="connsiteX1-409" fmla="*/ 8176537 w 8176537"/>
                  <a:gd name="connsiteY1-410" fmla="*/ 1499420 h 2879163"/>
                  <a:gd name="connsiteX2-411" fmla="*/ 4132092 w 8176537"/>
                  <a:gd name="connsiteY2-412" fmla="*/ 2879159 h 2879163"/>
                  <a:gd name="connsiteX3-413" fmla="*/ 0 w 8176537"/>
                  <a:gd name="connsiteY3-414" fmla="*/ 1510948 h 2879163"/>
                  <a:gd name="connsiteX4-415" fmla="*/ 9491 w 8176537"/>
                  <a:gd name="connsiteY4-416" fmla="*/ 147145 h 2879163"/>
                  <a:gd name="connsiteX5-417" fmla="*/ 4076995 w 8176537"/>
                  <a:gd name="connsiteY5-418" fmla="*/ 1566042 h 2879163"/>
                  <a:gd name="connsiteX6-419" fmla="*/ 8165518 w 8176537"/>
                  <a:gd name="connsiteY6-420" fmla="*/ 0 h 2879163"/>
                  <a:gd name="connsiteX0-421" fmla="*/ 8165518 w 8198577"/>
                  <a:gd name="connsiteY0-422" fmla="*/ 0 h 2879451"/>
                  <a:gd name="connsiteX1-423" fmla="*/ 8198577 w 8198577"/>
                  <a:gd name="connsiteY1-424" fmla="*/ 1606558 h 2879451"/>
                  <a:gd name="connsiteX2-425" fmla="*/ 4132092 w 8198577"/>
                  <a:gd name="connsiteY2-426" fmla="*/ 2879159 h 2879451"/>
                  <a:gd name="connsiteX3-427" fmla="*/ 0 w 8198577"/>
                  <a:gd name="connsiteY3-428" fmla="*/ 1510948 h 2879451"/>
                  <a:gd name="connsiteX4-429" fmla="*/ 9491 w 8198577"/>
                  <a:gd name="connsiteY4-430" fmla="*/ 147145 h 2879451"/>
                  <a:gd name="connsiteX5-431" fmla="*/ 4076995 w 8198577"/>
                  <a:gd name="connsiteY5-432" fmla="*/ 1566042 h 2879451"/>
                  <a:gd name="connsiteX6-433" fmla="*/ 8165518 w 8198577"/>
                  <a:gd name="connsiteY6-434" fmla="*/ 0 h 2879451"/>
                  <a:gd name="connsiteX0-435" fmla="*/ 8165518 w 8165518"/>
                  <a:gd name="connsiteY0-436" fmla="*/ 0 h 2880066"/>
                  <a:gd name="connsiteX1-437" fmla="*/ 8165518 w 8165518"/>
                  <a:gd name="connsiteY1-438" fmla="*/ 1673520 h 2880066"/>
                  <a:gd name="connsiteX2-439" fmla="*/ 4132092 w 8165518"/>
                  <a:gd name="connsiteY2-440" fmla="*/ 2879159 h 2880066"/>
                  <a:gd name="connsiteX3-441" fmla="*/ 0 w 8165518"/>
                  <a:gd name="connsiteY3-442" fmla="*/ 1510948 h 2880066"/>
                  <a:gd name="connsiteX4-443" fmla="*/ 9491 w 8165518"/>
                  <a:gd name="connsiteY4-444" fmla="*/ 147145 h 2880066"/>
                  <a:gd name="connsiteX5-445" fmla="*/ 4076995 w 8165518"/>
                  <a:gd name="connsiteY5-446" fmla="*/ 1566042 h 2880066"/>
                  <a:gd name="connsiteX6-447" fmla="*/ 8165518 w 8165518"/>
                  <a:gd name="connsiteY6-448" fmla="*/ 0 h 2880066"/>
                  <a:gd name="connsiteX0-449" fmla="*/ 8156794 w 8156794"/>
                  <a:gd name="connsiteY0-450" fmla="*/ 0 h 2879270"/>
                  <a:gd name="connsiteX1-451" fmla="*/ 8156794 w 8156794"/>
                  <a:gd name="connsiteY1-452" fmla="*/ 1673520 h 2879270"/>
                  <a:gd name="connsiteX2-453" fmla="*/ 4123368 w 8156794"/>
                  <a:gd name="connsiteY2-454" fmla="*/ 2879159 h 2879270"/>
                  <a:gd name="connsiteX3-455" fmla="*/ 2295 w 8156794"/>
                  <a:gd name="connsiteY3-456" fmla="*/ 1618086 h 2879270"/>
                  <a:gd name="connsiteX4-457" fmla="*/ 767 w 8156794"/>
                  <a:gd name="connsiteY4-458" fmla="*/ 147145 h 2879270"/>
                  <a:gd name="connsiteX5-459" fmla="*/ 4068271 w 8156794"/>
                  <a:gd name="connsiteY5-460" fmla="*/ 1566042 h 2879270"/>
                  <a:gd name="connsiteX6-461" fmla="*/ 8156794 w 8156794"/>
                  <a:gd name="connsiteY6-462" fmla="*/ 0 h 2879270"/>
                  <a:gd name="connsiteX0-463" fmla="*/ 8156794 w 8156794"/>
                  <a:gd name="connsiteY0-464" fmla="*/ 0 h 2973000"/>
                  <a:gd name="connsiteX1-465" fmla="*/ 8156794 w 8156794"/>
                  <a:gd name="connsiteY1-466" fmla="*/ 1673520 h 2973000"/>
                  <a:gd name="connsiteX2-467" fmla="*/ 4134388 w 8156794"/>
                  <a:gd name="connsiteY2-468" fmla="*/ 2972904 h 2973000"/>
                  <a:gd name="connsiteX3-469" fmla="*/ 2295 w 8156794"/>
                  <a:gd name="connsiteY3-470" fmla="*/ 1618086 h 2973000"/>
                  <a:gd name="connsiteX4-471" fmla="*/ 767 w 8156794"/>
                  <a:gd name="connsiteY4-472" fmla="*/ 147145 h 2973000"/>
                  <a:gd name="connsiteX5-473" fmla="*/ 4068271 w 8156794"/>
                  <a:gd name="connsiteY5-474" fmla="*/ 1566042 h 2973000"/>
                  <a:gd name="connsiteX6-475" fmla="*/ 8156794 w 8156794"/>
                  <a:gd name="connsiteY6-476" fmla="*/ 0 h 2973000"/>
                  <a:gd name="connsiteX0-477" fmla="*/ 8156794 w 8156794"/>
                  <a:gd name="connsiteY0-478" fmla="*/ 0 h 2973000"/>
                  <a:gd name="connsiteX1-479" fmla="*/ 8156794 w 8156794"/>
                  <a:gd name="connsiteY1-480" fmla="*/ 1673520 h 2973000"/>
                  <a:gd name="connsiteX2-481" fmla="*/ 4134388 w 8156794"/>
                  <a:gd name="connsiteY2-482" fmla="*/ 2972904 h 2973000"/>
                  <a:gd name="connsiteX3-483" fmla="*/ 2295 w 8156794"/>
                  <a:gd name="connsiteY3-484" fmla="*/ 1618086 h 2973000"/>
                  <a:gd name="connsiteX4-485" fmla="*/ 767 w 8156794"/>
                  <a:gd name="connsiteY4-486" fmla="*/ 147145 h 2973000"/>
                  <a:gd name="connsiteX5-487" fmla="*/ 4068271 w 8156794"/>
                  <a:gd name="connsiteY5-488" fmla="*/ 1566042 h 2973000"/>
                  <a:gd name="connsiteX6-489" fmla="*/ 8156794 w 8156794"/>
                  <a:gd name="connsiteY6-490" fmla="*/ 0 h 2973000"/>
                  <a:gd name="connsiteX0-491" fmla="*/ 8156794 w 8156794"/>
                  <a:gd name="connsiteY0-492" fmla="*/ 0 h 2973000"/>
                  <a:gd name="connsiteX1-493" fmla="*/ 8156794 w 8156794"/>
                  <a:gd name="connsiteY1-494" fmla="*/ 1673520 h 2973000"/>
                  <a:gd name="connsiteX2-495" fmla="*/ 4134388 w 8156794"/>
                  <a:gd name="connsiteY2-496" fmla="*/ 2972904 h 2973000"/>
                  <a:gd name="connsiteX3-497" fmla="*/ 2295 w 8156794"/>
                  <a:gd name="connsiteY3-498" fmla="*/ 1618086 h 2973000"/>
                  <a:gd name="connsiteX4-499" fmla="*/ 767 w 8156794"/>
                  <a:gd name="connsiteY4-500" fmla="*/ 147145 h 2973000"/>
                  <a:gd name="connsiteX5-501" fmla="*/ 4068271 w 8156794"/>
                  <a:gd name="connsiteY5-502" fmla="*/ 1566042 h 2973000"/>
                  <a:gd name="connsiteX6-503" fmla="*/ 8156794 w 8156794"/>
                  <a:gd name="connsiteY6-504" fmla="*/ 0 h 2973000"/>
                  <a:gd name="connsiteX0-505" fmla="*/ 8156794 w 8156794"/>
                  <a:gd name="connsiteY0-506" fmla="*/ 0 h 2973020"/>
                  <a:gd name="connsiteX1-507" fmla="*/ 8156794 w 8156794"/>
                  <a:gd name="connsiteY1-508" fmla="*/ 1673520 h 2973020"/>
                  <a:gd name="connsiteX2-509" fmla="*/ 4134388 w 8156794"/>
                  <a:gd name="connsiteY2-510" fmla="*/ 2972904 h 2973020"/>
                  <a:gd name="connsiteX3-511" fmla="*/ 2295 w 8156794"/>
                  <a:gd name="connsiteY3-512" fmla="*/ 1618086 h 2973020"/>
                  <a:gd name="connsiteX4-513" fmla="*/ 767 w 8156794"/>
                  <a:gd name="connsiteY4-514" fmla="*/ 147145 h 2973020"/>
                  <a:gd name="connsiteX5-515" fmla="*/ 4068271 w 8156794"/>
                  <a:gd name="connsiteY5-516" fmla="*/ 1566042 h 2973020"/>
                  <a:gd name="connsiteX6-517" fmla="*/ 8156794 w 8156794"/>
                  <a:gd name="connsiteY6-518" fmla="*/ 0 h 2973020"/>
                  <a:gd name="connsiteX0-519" fmla="*/ 8156794 w 8156794"/>
                  <a:gd name="connsiteY0-520" fmla="*/ 0 h 2973021"/>
                  <a:gd name="connsiteX1-521" fmla="*/ 8156794 w 8156794"/>
                  <a:gd name="connsiteY1-522" fmla="*/ 1673520 h 2973021"/>
                  <a:gd name="connsiteX2-523" fmla="*/ 4134388 w 8156794"/>
                  <a:gd name="connsiteY2-524" fmla="*/ 2972904 h 2973021"/>
                  <a:gd name="connsiteX3-525" fmla="*/ 2295 w 8156794"/>
                  <a:gd name="connsiteY3-526" fmla="*/ 1618086 h 2973021"/>
                  <a:gd name="connsiteX4-527" fmla="*/ 767 w 8156794"/>
                  <a:gd name="connsiteY4-528" fmla="*/ 147145 h 2973021"/>
                  <a:gd name="connsiteX5-529" fmla="*/ 4068271 w 8156794"/>
                  <a:gd name="connsiteY5-530" fmla="*/ 1566042 h 2973021"/>
                  <a:gd name="connsiteX6-531" fmla="*/ 8156794 w 8156794"/>
                  <a:gd name="connsiteY6-532" fmla="*/ 0 h 2973021"/>
                  <a:gd name="connsiteX0-533" fmla="*/ 8156794 w 8156794"/>
                  <a:gd name="connsiteY0-534" fmla="*/ 0 h 2973021"/>
                  <a:gd name="connsiteX1-535" fmla="*/ 8156794 w 8156794"/>
                  <a:gd name="connsiteY1-536" fmla="*/ 1673520 h 2973021"/>
                  <a:gd name="connsiteX2-537" fmla="*/ 4134388 w 8156794"/>
                  <a:gd name="connsiteY2-538" fmla="*/ 2972904 h 2973021"/>
                  <a:gd name="connsiteX3-539" fmla="*/ 2295 w 8156794"/>
                  <a:gd name="connsiteY3-540" fmla="*/ 1618086 h 2973021"/>
                  <a:gd name="connsiteX4-541" fmla="*/ 767 w 8156794"/>
                  <a:gd name="connsiteY4-542" fmla="*/ 147145 h 2973021"/>
                  <a:gd name="connsiteX5-543" fmla="*/ 4068271 w 8156794"/>
                  <a:gd name="connsiteY5-544" fmla="*/ 1566042 h 2973021"/>
                  <a:gd name="connsiteX6-545" fmla="*/ 8156794 w 8156794"/>
                  <a:gd name="connsiteY6-546" fmla="*/ 0 h 2973021"/>
                  <a:gd name="connsiteX0-547" fmla="*/ 8156794 w 8156794"/>
                  <a:gd name="connsiteY0-548" fmla="*/ 0 h 2973021"/>
                  <a:gd name="connsiteX1-549" fmla="*/ 8156794 w 8156794"/>
                  <a:gd name="connsiteY1-550" fmla="*/ 1673520 h 2973021"/>
                  <a:gd name="connsiteX2-551" fmla="*/ 4134388 w 8156794"/>
                  <a:gd name="connsiteY2-552" fmla="*/ 2972904 h 2973021"/>
                  <a:gd name="connsiteX3-553" fmla="*/ 2295 w 8156794"/>
                  <a:gd name="connsiteY3-554" fmla="*/ 1618086 h 2973021"/>
                  <a:gd name="connsiteX4-555" fmla="*/ 767 w 8156794"/>
                  <a:gd name="connsiteY4-556" fmla="*/ 147145 h 2973021"/>
                  <a:gd name="connsiteX5-557" fmla="*/ 4068271 w 8156794"/>
                  <a:gd name="connsiteY5-558" fmla="*/ 1566042 h 2973021"/>
                  <a:gd name="connsiteX6-559" fmla="*/ 8156794 w 8156794"/>
                  <a:gd name="connsiteY6-560" fmla="*/ 0 h 2973021"/>
                  <a:gd name="connsiteX0-561" fmla="*/ 8156794 w 8156794"/>
                  <a:gd name="connsiteY0-562" fmla="*/ 0 h 2973021"/>
                  <a:gd name="connsiteX1-563" fmla="*/ 8156794 w 8156794"/>
                  <a:gd name="connsiteY1-564" fmla="*/ 1673520 h 2973021"/>
                  <a:gd name="connsiteX2-565" fmla="*/ 4134388 w 8156794"/>
                  <a:gd name="connsiteY2-566" fmla="*/ 2972904 h 2973021"/>
                  <a:gd name="connsiteX3-567" fmla="*/ 2295 w 8156794"/>
                  <a:gd name="connsiteY3-568" fmla="*/ 1618086 h 2973021"/>
                  <a:gd name="connsiteX4-569" fmla="*/ 767 w 8156794"/>
                  <a:gd name="connsiteY4-570" fmla="*/ 147145 h 2973021"/>
                  <a:gd name="connsiteX5-571" fmla="*/ 4068271 w 8156794"/>
                  <a:gd name="connsiteY5-572" fmla="*/ 1566042 h 2973021"/>
                  <a:gd name="connsiteX6-573" fmla="*/ 8156794 w 8156794"/>
                  <a:gd name="connsiteY6-574" fmla="*/ 0 h 2973021"/>
                  <a:gd name="connsiteX0-575" fmla="*/ 8156794 w 8156794"/>
                  <a:gd name="connsiteY0-576" fmla="*/ 0 h 2973141"/>
                  <a:gd name="connsiteX1-577" fmla="*/ 8156794 w 8156794"/>
                  <a:gd name="connsiteY1-578" fmla="*/ 1673520 h 2973141"/>
                  <a:gd name="connsiteX2-579" fmla="*/ 4134388 w 8156794"/>
                  <a:gd name="connsiteY2-580" fmla="*/ 2972904 h 2973141"/>
                  <a:gd name="connsiteX3-581" fmla="*/ 2295 w 8156794"/>
                  <a:gd name="connsiteY3-582" fmla="*/ 1618086 h 2973141"/>
                  <a:gd name="connsiteX4-583" fmla="*/ 767 w 8156794"/>
                  <a:gd name="connsiteY4-584" fmla="*/ 147145 h 2973141"/>
                  <a:gd name="connsiteX5-585" fmla="*/ 4068271 w 8156794"/>
                  <a:gd name="connsiteY5-586" fmla="*/ 1566042 h 2973141"/>
                  <a:gd name="connsiteX6-587" fmla="*/ 8156794 w 8156794"/>
                  <a:gd name="connsiteY6-588" fmla="*/ 0 h 2973141"/>
                  <a:gd name="connsiteX0-589" fmla="*/ 8156794 w 8156794"/>
                  <a:gd name="connsiteY0-590" fmla="*/ 0 h 3066827"/>
                  <a:gd name="connsiteX1-591" fmla="*/ 8156794 w 8156794"/>
                  <a:gd name="connsiteY1-592" fmla="*/ 1673520 h 3066827"/>
                  <a:gd name="connsiteX2-593" fmla="*/ 4123353 w 8156794"/>
                  <a:gd name="connsiteY2-594" fmla="*/ 3066650 h 3066827"/>
                  <a:gd name="connsiteX3-595" fmla="*/ 2295 w 8156794"/>
                  <a:gd name="connsiteY3-596" fmla="*/ 1618086 h 3066827"/>
                  <a:gd name="connsiteX4-597" fmla="*/ 767 w 8156794"/>
                  <a:gd name="connsiteY4-598" fmla="*/ 147145 h 3066827"/>
                  <a:gd name="connsiteX5-599" fmla="*/ 4068271 w 8156794"/>
                  <a:gd name="connsiteY5-600" fmla="*/ 1566042 h 3066827"/>
                  <a:gd name="connsiteX6-601" fmla="*/ 8156794 w 8156794"/>
                  <a:gd name="connsiteY6-602" fmla="*/ 0 h 3066827"/>
                  <a:gd name="connsiteX0-603" fmla="*/ 8123689 w 8156794"/>
                  <a:gd name="connsiteY0-604" fmla="*/ 0 h 2999866"/>
                  <a:gd name="connsiteX1-605" fmla="*/ 8156794 w 8156794"/>
                  <a:gd name="connsiteY1-606" fmla="*/ 1606559 h 2999866"/>
                  <a:gd name="connsiteX2-607" fmla="*/ 4123353 w 8156794"/>
                  <a:gd name="connsiteY2-608" fmla="*/ 2999689 h 2999866"/>
                  <a:gd name="connsiteX3-609" fmla="*/ 2295 w 8156794"/>
                  <a:gd name="connsiteY3-610" fmla="*/ 1551125 h 2999866"/>
                  <a:gd name="connsiteX4-611" fmla="*/ 767 w 8156794"/>
                  <a:gd name="connsiteY4-612" fmla="*/ 80184 h 2999866"/>
                  <a:gd name="connsiteX5-613" fmla="*/ 4068271 w 8156794"/>
                  <a:gd name="connsiteY5-614" fmla="*/ 1499081 h 2999866"/>
                  <a:gd name="connsiteX6-615" fmla="*/ 8123689 w 8156794"/>
                  <a:gd name="connsiteY6-616" fmla="*/ 0 h 2999866"/>
                  <a:gd name="connsiteX0-617" fmla="*/ 8167828 w 8167828"/>
                  <a:gd name="connsiteY0-618" fmla="*/ 0 h 3026651"/>
                  <a:gd name="connsiteX1-619" fmla="*/ 8156794 w 8167828"/>
                  <a:gd name="connsiteY1-620" fmla="*/ 1633344 h 3026651"/>
                  <a:gd name="connsiteX2-621" fmla="*/ 4123353 w 8167828"/>
                  <a:gd name="connsiteY2-622" fmla="*/ 3026474 h 3026651"/>
                  <a:gd name="connsiteX3-623" fmla="*/ 2295 w 8167828"/>
                  <a:gd name="connsiteY3-624" fmla="*/ 1577910 h 3026651"/>
                  <a:gd name="connsiteX4-625" fmla="*/ 767 w 8167828"/>
                  <a:gd name="connsiteY4-626" fmla="*/ 106969 h 3026651"/>
                  <a:gd name="connsiteX5-627" fmla="*/ 4068271 w 8167828"/>
                  <a:gd name="connsiteY5-628" fmla="*/ 1525866 h 3026651"/>
                  <a:gd name="connsiteX6-629" fmla="*/ 8167828 w 8167828"/>
                  <a:gd name="connsiteY6-630" fmla="*/ 0 h 3026651"/>
                  <a:gd name="connsiteX0-631" fmla="*/ 8167828 w 8167828"/>
                  <a:gd name="connsiteY0-632" fmla="*/ 0 h 3027228"/>
                  <a:gd name="connsiteX1-633" fmla="*/ 8145760 w 8167828"/>
                  <a:gd name="connsiteY1-634" fmla="*/ 1686913 h 3027228"/>
                  <a:gd name="connsiteX2-635" fmla="*/ 4123353 w 8167828"/>
                  <a:gd name="connsiteY2-636" fmla="*/ 3026474 h 3027228"/>
                  <a:gd name="connsiteX3-637" fmla="*/ 2295 w 8167828"/>
                  <a:gd name="connsiteY3-638" fmla="*/ 1577910 h 3027228"/>
                  <a:gd name="connsiteX4-639" fmla="*/ 767 w 8167828"/>
                  <a:gd name="connsiteY4-640" fmla="*/ 106969 h 3027228"/>
                  <a:gd name="connsiteX5-641" fmla="*/ 4068271 w 8167828"/>
                  <a:gd name="connsiteY5-642" fmla="*/ 1525866 h 3027228"/>
                  <a:gd name="connsiteX6-643" fmla="*/ 8167828 w 8167828"/>
                  <a:gd name="connsiteY6-644" fmla="*/ 0 h 3027228"/>
                  <a:gd name="connsiteX0-645" fmla="*/ 8156794 w 8156794"/>
                  <a:gd name="connsiteY0-646" fmla="*/ 0 h 2933483"/>
                  <a:gd name="connsiteX1-647" fmla="*/ 8145760 w 8156794"/>
                  <a:gd name="connsiteY1-648" fmla="*/ 1593168 h 2933483"/>
                  <a:gd name="connsiteX2-649" fmla="*/ 4123353 w 8156794"/>
                  <a:gd name="connsiteY2-650" fmla="*/ 2932729 h 2933483"/>
                  <a:gd name="connsiteX3-651" fmla="*/ 2295 w 8156794"/>
                  <a:gd name="connsiteY3-652" fmla="*/ 1484165 h 2933483"/>
                  <a:gd name="connsiteX4-653" fmla="*/ 767 w 8156794"/>
                  <a:gd name="connsiteY4-654" fmla="*/ 13224 h 2933483"/>
                  <a:gd name="connsiteX5-655" fmla="*/ 4068271 w 8156794"/>
                  <a:gd name="connsiteY5-656" fmla="*/ 1432121 h 2933483"/>
                  <a:gd name="connsiteX6-657" fmla="*/ 8156794 w 8156794"/>
                  <a:gd name="connsiteY6-658" fmla="*/ 0 h 2933483"/>
                  <a:gd name="connsiteX0-659" fmla="*/ 8156794 w 8156794"/>
                  <a:gd name="connsiteY0-660" fmla="*/ 0 h 2933483"/>
                  <a:gd name="connsiteX1-661" fmla="*/ 8145760 w 8156794"/>
                  <a:gd name="connsiteY1-662" fmla="*/ 1593168 h 2933483"/>
                  <a:gd name="connsiteX2-663" fmla="*/ 4123353 w 8156794"/>
                  <a:gd name="connsiteY2-664" fmla="*/ 2932729 h 2933483"/>
                  <a:gd name="connsiteX3-665" fmla="*/ 2295 w 8156794"/>
                  <a:gd name="connsiteY3-666" fmla="*/ 1484165 h 2933483"/>
                  <a:gd name="connsiteX4-667" fmla="*/ 767 w 8156794"/>
                  <a:gd name="connsiteY4-668" fmla="*/ 13224 h 2933483"/>
                  <a:gd name="connsiteX5-669" fmla="*/ 4068271 w 8156794"/>
                  <a:gd name="connsiteY5-670" fmla="*/ 1432121 h 2933483"/>
                  <a:gd name="connsiteX6-671" fmla="*/ 8156794 w 8156794"/>
                  <a:gd name="connsiteY6-672" fmla="*/ 0 h 2933483"/>
                  <a:gd name="connsiteX0-673" fmla="*/ 8123689 w 8145760"/>
                  <a:gd name="connsiteY0-674" fmla="*/ 13560 h 2920259"/>
                  <a:gd name="connsiteX1-675" fmla="*/ 8145760 w 8145760"/>
                  <a:gd name="connsiteY1-676" fmla="*/ 1579944 h 2920259"/>
                  <a:gd name="connsiteX2-677" fmla="*/ 4123353 w 8145760"/>
                  <a:gd name="connsiteY2-678" fmla="*/ 2919505 h 2920259"/>
                  <a:gd name="connsiteX3-679" fmla="*/ 2295 w 8145760"/>
                  <a:gd name="connsiteY3-680" fmla="*/ 1470941 h 2920259"/>
                  <a:gd name="connsiteX4-681" fmla="*/ 767 w 8145760"/>
                  <a:gd name="connsiteY4-682" fmla="*/ 0 h 2920259"/>
                  <a:gd name="connsiteX5-683" fmla="*/ 4068271 w 8145760"/>
                  <a:gd name="connsiteY5-684" fmla="*/ 1418897 h 2920259"/>
                  <a:gd name="connsiteX6-685" fmla="*/ 8123689 w 8145760"/>
                  <a:gd name="connsiteY6-686" fmla="*/ 13560 h 2920259"/>
                  <a:gd name="connsiteX0-687" fmla="*/ 8178863 w 8178863"/>
                  <a:gd name="connsiteY0-688" fmla="*/ 26952 h 2920259"/>
                  <a:gd name="connsiteX1-689" fmla="*/ 8145760 w 8178863"/>
                  <a:gd name="connsiteY1-690" fmla="*/ 1579944 h 2920259"/>
                  <a:gd name="connsiteX2-691" fmla="*/ 4123353 w 8178863"/>
                  <a:gd name="connsiteY2-692" fmla="*/ 2919505 h 2920259"/>
                  <a:gd name="connsiteX3-693" fmla="*/ 2295 w 8178863"/>
                  <a:gd name="connsiteY3-694" fmla="*/ 1470941 h 2920259"/>
                  <a:gd name="connsiteX4-695" fmla="*/ 767 w 8178863"/>
                  <a:gd name="connsiteY4-696" fmla="*/ 0 h 2920259"/>
                  <a:gd name="connsiteX5-697" fmla="*/ 4068271 w 8178863"/>
                  <a:gd name="connsiteY5-698" fmla="*/ 1418897 h 2920259"/>
                  <a:gd name="connsiteX6-699" fmla="*/ 8178863 w 8178863"/>
                  <a:gd name="connsiteY6-700" fmla="*/ 26952 h 2920259"/>
                  <a:gd name="connsiteX0-701" fmla="*/ 8167827 w 8167827"/>
                  <a:gd name="connsiteY0-702" fmla="*/ 40343 h 2920259"/>
                  <a:gd name="connsiteX1-703" fmla="*/ 8145760 w 8167827"/>
                  <a:gd name="connsiteY1-704" fmla="*/ 1579944 h 2920259"/>
                  <a:gd name="connsiteX2-705" fmla="*/ 4123353 w 8167827"/>
                  <a:gd name="connsiteY2-706" fmla="*/ 2919505 h 2920259"/>
                  <a:gd name="connsiteX3-707" fmla="*/ 2295 w 8167827"/>
                  <a:gd name="connsiteY3-708" fmla="*/ 1470941 h 2920259"/>
                  <a:gd name="connsiteX4-709" fmla="*/ 767 w 8167827"/>
                  <a:gd name="connsiteY4-710" fmla="*/ 0 h 2920259"/>
                  <a:gd name="connsiteX5-711" fmla="*/ 4068271 w 8167827"/>
                  <a:gd name="connsiteY5-712" fmla="*/ 1418897 h 2920259"/>
                  <a:gd name="connsiteX6-713" fmla="*/ 8167827 w 8167827"/>
                  <a:gd name="connsiteY6-714" fmla="*/ 40343 h 2920259"/>
                  <a:gd name="connsiteX0-715" fmla="*/ 8123687 w 8145760"/>
                  <a:gd name="connsiteY0-716" fmla="*/ 53735 h 2920259"/>
                  <a:gd name="connsiteX1-717" fmla="*/ 8145760 w 8145760"/>
                  <a:gd name="connsiteY1-718" fmla="*/ 1579944 h 2920259"/>
                  <a:gd name="connsiteX2-719" fmla="*/ 4123353 w 8145760"/>
                  <a:gd name="connsiteY2-720" fmla="*/ 2919505 h 2920259"/>
                  <a:gd name="connsiteX3-721" fmla="*/ 2295 w 8145760"/>
                  <a:gd name="connsiteY3-722" fmla="*/ 1470941 h 2920259"/>
                  <a:gd name="connsiteX4-723" fmla="*/ 767 w 8145760"/>
                  <a:gd name="connsiteY4-724" fmla="*/ 0 h 2920259"/>
                  <a:gd name="connsiteX5-725" fmla="*/ 4068271 w 8145760"/>
                  <a:gd name="connsiteY5-726" fmla="*/ 1418897 h 2920259"/>
                  <a:gd name="connsiteX6-727" fmla="*/ 8123687 w 8145760"/>
                  <a:gd name="connsiteY6-728" fmla="*/ 53735 h 2920259"/>
                  <a:gd name="connsiteX0-729" fmla="*/ 8161918 w 8161918"/>
                  <a:gd name="connsiteY0-730" fmla="*/ 0 h 2943855"/>
                  <a:gd name="connsiteX1-731" fmla="*/ 8145760 w 8161918"/>
                  <a:gd name="connsiteY1-732" fmla="*/ 1603540 h 2943855"/>
                  <a:gd name="connsiteX2-733" fmla="*/ 4123353 w 8161918"/>
                  <a:gd name="connsiteY2-734" fmla="*/ 2943101 h 2943855"/>
                  <a:gd name="connsiteX3-735" fmla="*/ 2295 w 8161918"/>
                  <a:gd name="connsiteY3-736" fmla="*/ 1494537 h 2943855"/>
                  <a:gd name="connsiteX4-737" fmla="*/ 767 w 8161918"/>
                  <a:gd name="connsiteY4-738" fmla="*/ 23596 h 2943855"/>
                  <a:gd name="connsiteX5-739" fmla="*/ 4068271 w 8161918"/>
                  <a:gd name="connsiteY5-740" fmla="*/ 1442493 h 2943855"/>
                  <a:gd name="connsiteX6-741" fmla="*/ 8161918 w 8161918"/>
                  <a:gd name="connsiteY6-742" fmla="*/ 0 h 2943855"/>
                  <a:gd name="connsiteX0-743" fmla="*/ 8144926 w 8145760"/>
                  <a:gd name="connsiteY0-744" fmla="*/ 43424 h 2920259"/>
                  <a:gd name="connsiteX1-745" fmla="*/ 8145760 w 8145760"/>
                  <a:gd name="connsiteY1-746" fmla="*/ 1579944 h 2920259"/>
                  <a:gd name="connsiteX2-747" fmla="*/ 4123353 w 8145760"/>
                  <a:gd name="connsiteY2-748" fmla="*/ 2919505 h 2920259"/>
                  <a:gd name="connsiteX3-749" fmla="*/ 2295 w 8145760"/>
                  <a:gd name="connsiteY3-750" fmla="*/ 1470941 h 2920259"/>
                  <a:gd name="connsiteX4-751" fmla="*/ 767 w 8145760"/>
                  <a:gd name="connsiteY4-752" fmla="*/ 0 h 2920259"/>
                  <a:gd name="connsiteX5-753" fmla="*/ 4068271 w 8145760"/>
                  <a:gd name="connsiteY5-754" fmla="*/ 1418897 h 2920259"/>
                  <a:gd name="connsiteX6-755" fmla="*/ 8144926 w 8145760"/>
                  <a:gd name="connsiteY6-756" fmla="*/ 43424 h 2920259"/>
                  <a:gd name="connsiteX0-757" fmla="*/ 8161918 w 8161918"/>
                  <a:gd name="connsiteY0-758" fmla="*/ 0 h 2959321"/>
                  <a:gd name="connsiteX1-759" fmla="*/ 8145760 w 8161918"/>
                  <a:gd name="connsiteY1-760" fmla="*/ 1619006 h 2959321"/>
                  <a:gd name="connsiteX2-761" fmla="*/ 4123353 w 8161918"/>
                  <a:gd name="connsiteY2-762" fmla="*/ 2958567 h 2959321"/>
                  <a:gd name="connsiteX3-763" fmla="*/ 2295 w 8161918"/>
                  <a:gd name="connsiteY3-764" fmla="*/ 1510003 h 2959321"/>
                  <a:gd name="connsiteX4-765" fmla="*/ 767 w 8161918"/>
                  <a:gd name="connsiteY4-766" fmla="*/ 39062 h 2959321"/>
                  <a:gd name="connsiteX5-767" fmla="*/ 4068271 w 8161918"/>
                  <a:gd name="connsiteY5-768" fmla="*/ 1457959 h 2959321"/>
                  <a:gd name="connsiteX6-769" fmla="*/ 8161918 w 8161918"/>
                  <a:gd name="connsiteY6-770" fmla="*/ 0 h 2959321"/>
                  <a:gd name="connsiteX0-771" fmla="*/ 8161918 w 8162752"/>
                  <a:gd name="connsiteY0-772" fmla="*/ 0 h 2959488"/>
                  <a:gd name="connsiteX1-773" fmla="*/ 8162752 w 8162752"/>
                  <a:gd name="connsiteY1-774" fmla="*/ 1629317 h 2959488"/>
                  <a:gd name="connsiteX2-775" fmla="*/ 4123353 w 8162752"/>
                  <a:gd name="connsiteY2-776" fmla="*/ 2958567 h 2959488"/>
                  <a:gd name="connsiteX3-777" fmla="*/ 2295 w 8162752"/>
                  <a:gd name="connsiteY3-778" fmla="*/ 1510003 h 2959488"/>
                  <a:gd name="connsiteX4-779" fmla="*/ 767 w 8162752"/>
                  <a:gd name="connsiteY4-780" fmla="*/ 39062 h 2959488"/>
                  <a:gd name="connsiteX5-781" fmla="*/ 4068271 w 8162752"/>
                  <a:gd name="connsiteY5-782" fmla="*/ 1457959 h 2959488"/>
                  <a:gd name="connsiteX6-783" fmla="*/ 8161918 w 8162752"/>
                  <a:gd name="connsiteY6-784" fmla="*/ 0 h 2959488"/>
                  <a:gd name="connsiteX0-785" fmla="*/ 8165930 w 8166764"/>
                  <a:gd name="connsiteY0-786" fmla="*/ 7337 h 2966825"/>
                  <a:gd name="connsiteX1-787" fmla="*/ 8166764 w 8166764"/>
                  <a:gd name="connsiteY1-788" fmla="*/ 1636654 h 2966825"/>
                  <a:gd name="connsiteX2-789" fmla="*/ 4127365 w 8166764"/>
                  <a:gd name="connsiteY2-790" fmla="*/ 2965904 h 2966825"/>
                  <a:gd name="connsiteX3-791" fmla="*/ 6307 w 8166764"/>
                  <a:gd name="connsiteY3-792" fmla="*/ 1517340 h 2966825"/>
                  <a:gd name="connsiteX4-793" fmla="*/ 532 w 8166764"/>
                  <a:gd name="connsiteY4-794" fmla="*/ 0 h 2966825"/>
                  <a:gd name="connsiteX5-795" fmla="*/ 4072283 w 8166764"/>
                  <a:gd name="connsiteY5-796" fmla="*/ 1465296 h 2966825"/>
                  <a:gd name="connsiteX6-797" fmla="*/ 8165930 w 8166764"/>
                  <a:gd name="connsiteY6-798" fmla="*/ 7337 h 2966825"/>
                  <a:gd name="connsiteX0-799" fmla="*/ 8168119 w 8168953"/>
                  <a:gd name="connsiteY0-800" fmla="*/ 7337 h 2966682"/>
                  <a:gd name="connsiteX1-801" fmla="*/ 8168953 w 8168953"/>
                  <a:gd name="connsiteY1-802" fmla="*/ 1636654 h 2966682"/>
                  <a:gd name="connsiteX2-803" fmla="*/ 4129554 w 8168953"/>
                  <a:gd name="connsiteY2-804" fmla="*/ 2965904 h 2966682"/>
                  <a:gd name="connsiteX3-805" fmla="*/ 0 w 8168953"/>
                  <a:gd name="connsiteY3-806" fmla="*/ 1527651 h 2966682"/>
                  <a:gd name="connsiteX4-807" fmla="*/ 2721 w 8168953"/>
                  <a:gd name="connsiteY4-808" fmla="*/ 0 h 2966682"/>
                  <a:gd name="connsiteX5-809" fmla="*/ 4074472 w 8168953"/>
                  <a:gd name="connsiteY5-810" fmla="*/ 1465296 h 2966682"/>
                  <a:gd name="connsiteX6-811" fmla="*/ 8168119 w 8168953"/>
                  <a:gd name="connsiteY6-812" fmla="*/ 7337 h 2966682"/>
                  <a:gd name="connsiteX0-813" fmla="*/ 8168119 w 8168953"/>
                  <a:gd name="connsiteY0-814" fmla="*/ 7337 h 3100377"/>
                  <a:gd name="connsiteX1-815" fmla="*/ 8168953 w 8168953"/>
                  <a:gd name="connsiteY1-816" fmla="*/ 1636654 h 3100377"/>
                  <a:gd name="connsiteX2-817" fmla="*/ 4118520 w 8168953"/>
                  <a:gd name="connsiteY2-818" fmla="*/ 3099826 h 3100377"/>
                  <a:gd name="connsiteX3-819" fmla="*/ 0 w 8168953"/>
                  <a:gd name="connsiteY3-820" fmla="*/ 1527651 h 3100377"/>
                  <a:gd name="connsiteX4-821" fmla="*/ 2721 w 8168953"/>
                  <a:gd name="connsiteY4-822" fmla="*/ 0 h 3100377"/>
                  <a:gd name="connsiteX5-823" fmla="*/ 4074472 w 8168953"/>
                  <a:gd name="connsiteY5-824" fmla="*/ 1465296 h 3100377"/>
                  <a:gd name="connsiteX6-825" fmla="*/ 8168119 w 8168953"/>
                  <a:gd name="connsiteY6-826" fmla="*/ 7337 h 3100377"/>
                  <a:gd name="connsiteX0-827" fmla="*/ 8168119 w 8168953"/>
                  <a:gd name="connsiteY0-828" fmla="*/ 7337 h 3100429"/>
                  <a:gd name="connsiteX1-829" fmla="*/ 8168953 w 8168953"/>
                  <a:gd name="connsiteY1-830" fmla="*/ 1636654 h 3100429"/>
                  <a:gd name="connsiteX2-831" fmla="*/ 4118520 w 8168953"/>
                  <a:gd name="connsiteY2-832" fmla="*/ 3099826 h 3100429"/>
                  <a:gd name="connsiteX3-833" fmla="*/ 0 w 8168953"/>
                  <a:gd name="connsiteY3-834" fmla="*/ 1527651 h 3100429"/>
                  <a:gd name="connsiteX4-835" fmla="*/ 2721 w 8168953"/>
                  <a:gd name="connsiteY4-836" fmla="*/ 0 h 3100429"/>
                  <a:gd name="connsiteX5-837" fmla="*/ 4074472 w 8168953"/>
                  <a:gd name="connsiteY5-838" fmla="*/ 1465296 h 3100429"/>
                  <a:gd name="connsiteX6-839" fmla="*/ 8168119 w 8168953"/>
                  <a:gd name="connsiteY6-840" fmla="*/ 7337 h 3100429"/>
                  <a:gd name="connsiteX0-841" fmla="*/ 8165849 w 8166683"/>
                  <a:gd name="connsiteY0-842" fmla="*/ 7337 h 3099826"/>
                  <a:gd name="connsiteX1-843" fmla="*/ 8166683 w 8166683"/>
                  <a:gd name="connsiteY1-844" fmla="*/ 1636654 h 3099826"/>
                  <a:gd name="connsiteX2-845" fmla="*/ 4116250 w 8166683"/>
                  <a:gd name="connsiteY2-846" fmla="*/ 3099826 h 3099826"/>
                  <a:gd name="connsiteX3-847" fmla="*/ 8764 w 8166683"/>
                  <a:gd name="connsiteY3-848" fmla="*/ 1634789 h 3099826"/>
                  <a:gd name="connsiteX4-849" fmla="*/ 451 w 8166683"/>
                  <a:gd name="connsiteY4-850" fmla="*/ 0 h 3099826"/>
                  <a:gd name="connsiteX5-851" fmla="*/ 4072202 w 8166683"/>
                  <a:gd name="connsiteY5-852" fmla="*/ 1465296 h 3099826"/>
                  <a:gd name="connsiteX6-853" fmla="*/ 8165849 w 8166683"/>
                  <a:gd name="connsiteY6-854" fmla="*/ 7337 h 3099826"/>
                  <a:gd name="connsiteX0-855" fmla="*/ 8165849 w 8166683"/>
                  <a:gd name="connsiteY0-856" fmla="*/ 7337 h 3099826"/>
                  <a:gd name="connsiteX1-857" fmla="*/ 8166683 w 8166683"/>
                  <a:gd name="connsiteY1-858" fmla="*/ 1636654 h 3099826"/>
                  <a:gd name="connsiteX2-859" fmla="*/ 4116250 w 8166683"/>
                  <a:gd name="connsiteY2-860" fmla="*/ 3099826 h 3099826"/>
                  <a:gd name="connsiteX3-861" fmla="*/ 8764 w 8166683"/>
                  <a:gd name="connsiteY3-862" fmla="*/ 1634789 h 3099826"/>
                  <a:gd name="connsiteX4-863" fmla="*/ 451 w 8166683"/>
                  <a:gd name="connsiteY4-864" fmla="*/ 0 h 3099826"/>
                  <a:gd name="connsiteX5-865" fmla="*/ 4072202 w 8166683"/>
                  <a:gd name="connsiteY5-866" fmla="*/ 1465296 h 3099826"/>
                  <a:gd name="connsiteX6-867" fmla="*/ 8165849 w 8166683"/>
                  <a:gd name="connsiteY6-868" fmla="*/ 7337 h 3099826"/>
                  <a:gd name="connsiteX0-869" fmla="*/ 8165849 w 8166683"/>
                  <a:gd name="connsiteY0-870" fmla="*/ 7337 h 3099826"/>
                  <a:gd name="connsiteX1-871" fmla="*/ 8166683 w 8166683"/>
                  <a:gd name="connsiteY1-872" fmla="*/ 1636654 h 3099826"/>
                  <a:gd name="connsiteX2-873" fmla="*/ 4116250 w 8166683"/>
                  <a:gd name="connsiteY2-874" fmla="*/ 3099826 h 3099826"/>
                  <a:gd name="connsiteX3-875" fmla="*/ 8764 w 8166683"/>
                  <a:gd name="connsiteY3-876" fmla="*/ 1634789 h 3099826"/>
                  <a:gd name="connsiteX4-877" fmla="*/ 451 w 8166683"/>
                  <a:gd name="connsiteY4-878" fmla="*/ 0 h 3099826"/>
                  <a:gd name="connsiteX5-879" fmla="*/ 4061168 w 8166683"/>
                  <a:gd name="connsiteY5-880" fmla="*/ 1438511 h 3099826"/>
                  <a:gd name="connsiteX6-881" fmla="*/ 8165849 w 8166683"/>
                  <a:gd name="connsiteY6-882" fmla="*/ 7337 h 3099826"/>
                  <a:gd name="connsiteX0-883" fmla="*/ 8165849 w 8166683"/>
                  <a:gd name="connsiteY0-884" fmla="*/ 7337 h 3099826"/>
                  <a:gd name="connsiteX1-885" fmla="*/ 8166683 w 8166683"/>
                  <a:gd name="connsiteY1-886" fmla="*/ 1636654 h 3099826"/>
                  <a:gd name="connsiteX2-887" fmla="*/ 4116250 w 8166683"/>
                  <a:gd name="connsiteY2-888" fmla="*/ 3099826 h 3099826"/>
                  <a:gd name="connsiteX3-889" fmla="*/ 8764 w 8166683"/>
                  <a:gd name="connsiteY3-890" fmla="*/ 1634789 h 3099826"/>
                  <a:gd name="connsiteX4-891" fmla="*/ 451 w 8166683"/>
                  <a:gd name="connsiteY4-892" fmla="*/ 0 h 3099826"/>
                  <a:gd name="connsiteX5-893" fmla="*/ 4061168 w 8166683"/>
                  <a:gd name="connsiteY5-894" fmla="*/ 1438511 h 3099826"/>
                  <a:gd name="connsiteX6-895" fmla="*/ 8165849 w 8166683"/>
                  <a:gd name="connsiteY6-896" fmla="*/ 7337 h 309982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37" name="Group 3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8" name="Freeform 23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-1" fmla="*/ 3725333 w 4641485"/>
                    <a:gd name="connsiteY0-2" fmla="*/ 0 h 1049866"/>
                    <a:gd name="connsiteX1-3" fmla="*/ 4641485 w 4641485"/>
                    <a:gd name="connsiteY1-4" fmla="*/ 239402 h 1049866"/>
                    <a:gd name="connsiteX2-5" fmla="*/ 3962400 w 4641485"/>
                    <a:gd name="connsiteY2-6" fmla="*/ 541866 h 1049866"/>
                    <a:gd name="connsiteX3-7" fmla="*/ 3742267 w 4641485"/>
                    <a:gd name="connsiteY3-8" fmla="*/ 457200 h 1049866"/>
                    <a:gd name="connsiteX4-9" fmla="*/ 2269067 w 4641485"/>
                    <a:gd name="connsiteY4-10" fmla="*/ 1049866 h 1049866"/>
                    <a:gd name="connsiteX5-11" fmla="*/ 880533 w 4641485"/>
                    <a:gd name="connsiteY5-12" fmla="*/ 457200 h 1049866"/>
                    <a:gd name="connsiteX6-13" fmla="*/ 592667 w 4641485"/>
                    <a:gd name="connsiteY6-14" fmla="*/ 541866 h 1049866"/>
                    <a:gd name="connsiteX7-15" fmla="*/ 0 w 4641485"/>
                    <a:gd name="connsiteY7-16" fmla="*/ 254000 h 1049866"/>
                    <a:gd name="connsiteX8-17" fmla="*/ 880533 w 4641485"/>
                    <a:gd name="connsiteY8-18" fmla="*/ 16933 h 1049866"/>
                    <a:gd name="connsiteX9-19" fmla="*/ 2302933 w 4641485"/>
                    <a:gd name="connsiteY9-20" fmla="*/ 626533 h 1049866"/>
                    <a:gd name="connsiteX10-21" fmla="*/ 3725333 w 4641485"/>
                    <a:gd name="connsiteY10-22" fmla="*/ 0 h 1049866"/>
                    <a:gd name="connsiteX0-23" fmla="*/ 3756864 w 4673016"/>
                    <a:gd name="connsiteY0-24" fmla="*/ 0 h 1049866"/>
                    <a:gd name="connsiteX1-25" fmla="*/ 4673016 w 4673016"/>
                    <a:gd name="connsiteY1-26" fmla="*/ 239402 h 1049866"/>
                    <a:gd name="connsiteX2-27" fmla="*/ 3993931 w 4673016"/>
                    <a:gd name="connsiteY2-28" fmla="*/ 541866 h 1049866"/>
                    <a:gd name="connsiteX3-29" fmla="*/ 3773798 w 4673016"/>
                    <a:gd name="connsiteY3-30" fmla="*/ 457200 h 1049866"/>
                    <a:gd name="connsiteX4-31" fmla="*/ 2300598 w 4673016"/>
                    <a:gd name="connsiteY4-32" fmla="*/ 1049866 h 1049866"/>
                    <a:gd name="connsiteX5-33" fmla="*/ 912064 w 4673016"/>
                    <a:gd name="connsiteY5-34" fmla="*/ 457200 h 1049866"/>
                    <a:gd name="connsiteX6-35" fmla="*/ 624198 w 4673016"/>
                    <a:gd name="connsiteY6-36" fmla="*/ 541866 h 1049866"/>
                    <a:gd name="connsiteX7-37" fmla="*/ 0 w 4673016"/>
                    <a:gd name="connsiteY7-38" fmla="*/ 232979 h 1049866"/>
                    <a:gd name="connsiteX8-39" fmla="*/ 912064 w 4673016"/>
                    <a:gd name="connsiteY8-40" fmla="*/ 16933 h 1049866"/>
                    <a:gd name="connsiteX9-41" fmla="*/ 2334464 w 4673016"/>
                    <a:gd name="connsiteY9-42" fmla="*/ 626533 h 1049866"/>
                    <a:gd name="connsiteX10-43" fmla="*/ 3756864 w 4673016"/>
                    <a:gd name="connsiteY10-44" fmla="*/ 0 h 1049866"/>
                    <a:gd name="connsiteX0-45" fmla="*/ 3756864 w 4673016"/>
                    <a:gd name="connsiteY0-46" fmla="*/ 0 h 1049866"/>
                    <a:gd name="connsiteX1-47" fmla="*/ 4673016 w 4673016"/>
                    <a:gd name="connsiteY1-48" fmla="*/ 239402 h 1049866"/>
                    <a:gd name="connsiteX2-49" fmla="*/ 3993931 w 4673016"/>
                    <a:gd name="connsiteY2-50" fmla="*/ 541866 h 1049866"/>
                    <a:gd name="connsiteX3-51" fmla="*/ 3784308 w 4673016"/>
                    <a:gd name="connsiteY3-52" fmla="*/ 404648 h 1049866"/>
                    <a:gd name="connsiteX4-53" fmla="*/ 2300598 w 4673016"/>
                    <a:gd name="connsiteY4-54" fmla="*/ 1049866 h 1049866"/>
                    <a:gd name="connsiteX5-55" fmla="*/ 912064 w 4673016"/>
                    <a:gd name="connsiteY5-56" fmla="*/ 457200 h 1049866"/>
                    <a:gd name="connsiteX6-57" fmla="*/ 624198 w 4673016"/>
                    <a:gd name="connsiteY6-58" fmla="*/ 541866 h 1049866"/>
                    <a:gd name="connsiteX7-59" fmla="*/ 0 w 4673016"/>
                    <a:gd name="connsiteY7-60" fmla="*/ 232979 h 1049866"/>
                    <a:gd name="connsiteX8-61" fmla="*/ 912064 w 4673016"/>
                    <a:gd name="connsiteY8-62" fmla="*/ 16933 h 1049866"/>
                    <a:gd name="connsiteX9-63" fmla="*/ 2334464 w 4673016"/>
                    <a:gd name="connsiteY9-64" fmla="*/ 626533 h 1049866"/>
                    <a:gd name="connsiteX10-65" fmla="*/ 3756864 w 4673016"/>
                    <a:gd name="connsiteY10-66" fmla="*/ 0 h 1049866"/>
                    <a:gd name="connsiteX0-67" fmla="*/ 3756864 w 4673016"/>
                    <a:gd name="connsiteY0-68" fmla="*/ 0 h 1049866"/>
                    <a:gd name="connsiteX1-69" fmla="*/ 4673016 w 4673016"/>
                    <a:gd name="connsiteY1-70" fmla="*/ 239402 h 1049866"/>
                    <a:gd name="connsiteX2-71" fmla="*/ 3993931 w 4673016"/>
                    <a:gd name="connsiteY2-72" fmla="*/ 541866 h 1049866"/>
                    <a:gd name="connsiteX3-73" fmla="*/ 3794818 w 4673016"/>
                    <a:gd name="connsiteY3-74" fmla="*/ 436179 h 1049866"/>
                    <a:gd name="connsiteX4-75" fmla="*/ 2300598 w 4673016"/>
                    <a:gd name="connsiteY4-76" fmla="*/ 1049866 h 1049866"/>
                    <a:gd name="connsiteX5-77" fmla="*/ 912064 w 4673016"/>
                    <a:gd name="connsiteY5-78" fmla="*/ 457200 h 1049866"/>
                    <a:gd name="connsiteX6-79" fmla="*/ 624198 w 4673016"/>
                    <a:gd name="connsiteY6-80" fmla="*/ 541866 h 1049866"/>
                    <a:gd name="connsiteX7-81" fmla="*/ 0 w 4673016"/>
                    <a:gd name="connsiteY7-82" fmla="*/ 232979 h 1049866"/>
                    <a:gd name="connsiteX8-83" fmla="*/ 912064 w 4673016"/>
                    <a:gd name="connsiteY8-84" fmla="*/ 16933 h 1049866"/>
                    <a:gd name="connsiteX9-85" fmla="*/ 2334464 w 4673016"/>
                    <a:gd name="connsiteY9-86" fmla="*/ 626533 h 1049866"/>
                    <a:gd name="connsiteX10-87" fmla="*/ 3756864 w 4673016"/>
                    <a:gd name="connsiteY10-88" fmla="*/ 0 h 1049866"/>
                    <a:gd name="connsiteX0-89" fmla="*/ 3756864 w 4673016"/>
                    <a:gd name="connsiteY0-90" fmla="*/ 0 h 1049866"/>
                    <a:gd name="connsiteX1-91" fmla="*/ 4673016 w 4673016"/>
                    <a:gd name="connsiteY1-92" fmla="*/ 239402 h 1049866"/>
                    <a:gd name="connsiteX2-93" fmla="*/ 3993931 w 4673016"/>
                    <a:gd name="connsiteY2-94" fmla="*/ 541866 h 1049866"/>
                    <a:gd name="connsiteX3-95" fmla="*/ 3794818 w 4673016"/>
                    <a:gd name="connsiteY3-96" fmla="*/ 436179 h 1049866"/>
                    <a:gd name="connsiteX4-97" fmla="*/ 2300598 w 4673016"/>
                    <a:gd name="connsiteY4-98" fmla="*/ 1049866 h 1049866"/>
                    <a:gd name="connsiteX5-99" fmla="*/ 912064 w 4673016"/>
                    <a:gd name="connsiteY5-100" fmla="*/ 457200 h 1049866"/>
                    <a:gd name="connsiteX6-101" fmla="*/ 624198 w 4673016"/>
                    <a:gd name="connsiteY6-102" fmla="*/ 541866 h 1049866"/>
                    <a:gd name="connsiteX7-103" fmla="*/ 0 w 4673016"/>
                    <a:gd name="connsiteY7-104" fmla="*/ 232979 h 1049866"/>
                    <a:gd name="connsiteX8-105" fmla="*/ 912064 w 4673016"/>
                    <a:gd name="connsiteY8-106" fmla="*/ 16933 h 1049866"/>
                    <a:gd name="connsiteX9-107" fmla="*/ 2323954 w 4673016"/>
                    <a:gd name="connsiteY9-108" fmla="*/ 616023 h 1049866"/>
                    <a:gd name="connsiteX10-109" fmla="*/ 3756864 w 4673016"/>
                    <a:gd name="connsiteY10-110" fmla="*/ 0 h 1049866"/>
                    <a:gd name="connsiteX0-111" fmla="*/ 3756864 w 4673016"/>
                    <a:gd name="connsiteY0-112" fmla="*/ 0 h 1049866"/>
                    <a:gd name="connsiteX1-113" fmla="*/ 4673016 w 4673016"/>
                    <a:gd name="connsiteY1-114" fmla="*/ 239402 h 1049866"/>
                    <a:gd name="connsiteX2-115" fmla="*/ 3993931 w 4673016"/>
                    <a:gd name="connsiteY2-116" fmla="*/ 541866 h 1049866"/>
                    <a:gd name="connsiteX3-117" fmla="*/ 3794818 w 4673016"/>
                    <a:gd name="connsiteY3-118" fmla="*/ 436179 h 1049866"/>
                    <a:gd name="connsiteX4-119" fmla="*/ 2300598 w 4673016"/>
                    <a:gd name="connsiteY4-120" fmla="*/ 1049866 h 1049866"/>
                    <a:gd name="connsiteX5-121" fmla="*/ 912064 w 4673016"/>
                    <a:gd name="connsiteY5-122" fmla="*/ 457200 h 1049866"/>
                    <a:gd name="connsiteX6-123" fmla="*/ 624198 w 4673016"/>
                    <a:gd name="connsiteY6-124" fmla="*/ 541866 h 1049866"/>
                    <a:gd name="connsiteX7-125" fmla="*/ 0 w 4673016"/>
                    <a:gd name="connsiteY7-126" fmla="*/ 275021 h 1049866"/>
                    <a:gd name="connsiteX8-127" fmla="*/ 912064 w 4673016"/>
                    <a:gd name="connsiteY8-128" fmla="*/ 16933 h 1049866"/>
                    <a:gd name="connsiteX9-129" fmla="*/ 2323954 w 4673016"/>
                    <a:gd name="connsiteY9-130" fmla="*/ 616023 h 1049866"/>
                    <a:gd name="connsiteX10-131" fmla="*/ 3756864 w 4673016"/>
                    <a:gd name="connsiteY10-132" fmla="*/ 0 h 1049866"/>
                    <a:gd name="connsiteX0-133" fmla="*/ 3756864 w 4673016"/>
                    <a:gd name="connsiteY0-134" fmla="*/ 0 h 1049866"/>
                    <a:gd name="connsiteX1-135" fmla="*/ 4673016 w 4673016"/>
                    <a:gd name="connsiteY1-136" fmla="*/ 239402 h 1049866"/>
                    <a:gd name="connsiteX2-137" fmla="*/ 3993931 w 4673016"/>
                    <a:gd name="connsiteY2-138" fmla="*/ 541866 h 1049866"/>
                    <a:gd name="connsiteX3-139" fmla="*/ 3815839 w 4673016"/>
                    <a:gd name="connsiteY3-140" fmla="*/ 467710 h 1049866"/>
                    <a:gd name="connsiteX4-141" fmla="*/ 2300598 w 4673016"/>
                    <a:gd name="connsiteY4-142" fmla="*/ 1049866 h 1049866"/>
                    <a:gd name="connsiteX5-143" fmla="*/ 912064 w 4673016"/>
                    <a:gd name="connsiteY5-144" fmla="*/ 457200 h 1049866"/>
                    <a:gd name="connsiteX6-145" fmla="*/ 624198 w 4673016"/>
                    <a:gd name="connsiteY6-146" fmla="*/ 541866 h 1049866"/>
                    <a:gd name="connsiteX7-147" fmla="*/ 0 w 4673016"/>
                    <a:gd name="connsiteY7-148" fmla="*/ 275021 h 1049866"/>
                    <a:gd name="connsiteX8-149" fmla="*/ 912064 w 4673016"/>
                    <a:gd name="connsiteY8-150" fmla="*/ 16933 h 1049866"/>
                    <a:gd name="connsiteX9-151" fmla="*/ 2323954 w 4673016"/>
                    <a:gd name="connsiteY9-152" fmla="*/ 616023 h 1049866"/>
                    <a:gd name="connsiteX10-153" fmla="*/ 3756864 w 4673016"/>
                    <a:gd name="connsiteY10-154" fmla="*/ 0 h 104986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39" name="Freeform 23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0" name="Freeform 2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1" name="Freeform 2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-1" fmla="*/ 168165 w 3731172"/>
                    <a:gd name="connsiteY0-2" fmla="*/ 73572 h 1418896"/>
                    <a:gd name="connsiteX1-3" fmla="*/ 451945 w 3731172"/>
                    <a:gd name="connsiteY1-4" fmla="*/ 0 h 1418896"/>
                    <a:gd name="connsiteX2-5" fmla="*/ 1881352 w 3731172"/>
                    <a:gd name="connsiteY2-6" fmla="*/ 599089 h 1418896"/>
                    <a:gd name="connsiteX3-7" fmla="*/ 3363310 w 3731172"/>
                    <a:gd name="connsiteY3-8" fmla="*/ 0 h 1418896"/>
                    <a:gd name="connsiteX4-9" fmla="*/ 3584027 w 3731172"/>
                    <a:gd name="connsiteY4-10" fmla="*/ 73572 h 1418896"/>
                    <a:gd name="connsiteX5-11" fmla="*/ 2627586 w 3731172"/>
                    <a:gd name="connsiteY5-12" fmla="*/ 441434 h 1418896"/>
                    <a:gd name="connsiteX6-13" fmla="*/ 2596055 w 3731172"/>
                    <a:gd name="connsiteY6-14" fmla="*/ 914400 h 1418896"/>
                    <a:gd name="connsiteX7-15" fmla="*/ 3731172 w 3731172"/>
                    <a:gd name="connsiteY7-16" fmla="*/ 1345324 h 1418896"/>
                    <a:gd name="connsiteX8-17" fmla="*/ 3447393 w 3731172"/>
                    <a:gd name="connsiteY8-18" fmla="*/ 1408386 h 1418896"/>
                    <a:gd name="connsiteX9-19" fmla="*/ 1870841 w 3731172"/>
                    <a:gd name="connsiteY9-20" fmla="*/ 746234 h 1418896"/>
                    <a:gd name="connsiteX10-21" fmla="*/ 262758 w 3731172"/>
                    <a:gd name="connsiteY10-22" fmla="*/ 1418896 h 1418896"/>
                    <a:gd name="connsiteX11-23" fmla="*/ 0 w 3731172"/>
                    <a:gd name="connsiteY11-24" fmla="*/ 1324303 h 1418896"/>
                    <a:gd name="connsiteX12-25" fmla="*/ 1145627 w 3731172"/>
                    <a:gd name="connsiteY12-26" fmla="*/ 882869 h 1418896"/>
                    <a:gd name="connsiteX13-27" fmla="*/ 1114096 w 3731172"/>
                    <a:gd name="connsiteY13-28" fmla="*/ 409903 h 1418896"/>
                    <a:gd name="connsiteX14-29" fmla="*/ 441434 w 3731172"/>
                    <a:gd name="connsiteY14-30" fmla="*/ 10510 h 1418896"/>
                    <a:gd name="connsiteX15-31" fmla="*/ 441434 w 3731172"/>
                    <a:gd name="connsiteY15-32" fmla="*/ 10510 h 1418896"/>
                    <a:gd name="connsiteX0-33" fmla="*/ 168165 w 3731172"/>
                    <a:gd name="connsiteY0-34" fmla="*/ 73572 h 1418896"/>
                    <a:gd name="connsiteX1-35" fmla="*/ 451945 w 3731172"/>
                    <a:gd name="connsiteY1-36" fmla="*/ 0 h 1418896"/>
                    <a:gd name="connsiteX2-37" fmla="*/ 1881352 w 3731172"/>
                    <a:gd name="connsiteY2-38" fmla="*/ 599089 h 1418896"/>
                    <a:gd name="connsiteX3-39" fmla="*/ 3363310 w 3731172"/>
                    <a:gd name="connsiteY3-40" fmla="*/ 0 h 1418896"/>
                    <a:gd name="connsiteX4-41" fmla="*/ 3584027 w 3731172"/>
                    <a:gd name="connsiteY4-42" fmla="*/ 73572 h 1418896"/>
                    <a:gd name="connsiteX5-43" fmla="*/ 2627586 w 3731172"/>
                    <a:gd name="connsiteY5-44" fmla="*/ 441434 h 1418896"/>
                    <a:gd name="connsiteX6-45" fmla="*/ 2596055 w 3731172"/>
                    <a:gd name="connsiteY6-46" fmla="*/ 914400 h 1418896"/>
                    <a:gd name="connsiteX7-47" fmla="*/ 3731172 w 3731172"/>
                    <a:gd name="connsiteY7-48" fmla="*/ 1345324 h 1418896"/>
                    <a:gd name="connsiteX8-49" fmla="*/ 3447393 w 3731172"/>
                    <a:gd name="connsiteY8-50" fmla="*/ 1408386 h 1418896"/>
                    <a:gd name="connsiteX9-51" fmla="*/ 1870841 w 3731172"/>
                    <a:gd name="connsiteY9-52" fmla="*/ 746234 h 1418896"/>
                    <a:gd name="connsiteX10-53" fmla="*/ 262758 w 3731172"/>
                    <a:gd name="connsiteY10-54" fmla="*/ 1418896 h 1418896"/>
                    <a:gd name="connsiteX11-55" fmla="*/ 0 w 3731172"/>
                    <a:gd name="connsiteY11-56" fmla="*/ 1324303 h 1418896"/>
                    <a:gd name="connsiteX12-57" fmla="*/ 1145627 w 3731172"/>
                    <a:gd name="connsiteY12-58" fmla="*/ 882869 h 1418896"/>
                    <a:gd name="connsiteX13-59" fmla="*/ 1114096 w 3731172"/>
                    <a:gd name="connsiteY13-60" fmla="*/ 409903 h 1418896"/>
                    <a:gd name="connsiteX14-61" fmla="*/ 441434 w 3731172"/>
                    <a:gd name="connsiteY14-62" fmla="*/ 10510 h 1418896"/>
                    <a:gd name="connsiteX0-63" fmla="*/ 168165 w 3731172"/>
                    <a:gd name="connsiteY0-64" fmla="*/ 73572 h 1418896"/>
                    <a:gd name="connsiteX1-65" fmla="*/ 451945 w 3731172"/>
                    <a:gd name="connsiteY1-66" fmla="*/ 0 h 1418896"/>
                    <a:gd name="connsiteX2-67" fmla="*/ 1881352 w 3731172"/>
                    <a:gd name="connsiteY2-68" fmla="*/ 599089 h 1418896"/>
                    <a:gd name="connsiteX3-69" fmla="*/ 3363310 w 3731172"/>
                    <a:gd name="connsiteY3-70" fmla="*/ 0 h 1418896"/>
                    <a:gd name="connsiteX4-71" fmla="*/ 3584027 w 3731172"/>
                    <a:gd name="connsiteY4-72" fmla="*/ 73572 h 1418896"/>
                    <a:gd name="connsiteX5-73" fmla="*/ 2627586 w 3731172"/>
                    <a:gd name="connsiteY5-74" fmla="*/ 441434 h 1418896"/>
                    <a:gd name="connsiteX6-75" fmla="*/ 2596055 w 3731172"/>
                    <a:gd name="connsiteY6-76" fmla="*/ 914400 h 1418896"/>
                    <a:gd name="connsiteX7-77" fmla="*/ 3731172 w 3731172"/>
                    <a:gd name="connsiteY7-78" fmla="*/ 1345324 h 1418896"/>
                    <a:gd name="connsiteX8-79" fmla="*/ 3447393 w 3731172"/>
                    <a:gd name="connsiteY8-80" fmla="*/ 1408386 h 1418896"/>
                    <a:gd name="connsiteX9-81" fmla="*/ 1870841 w 3731172"/>
                    <a:gd name="connsiteY9-82" fmla="*/ 746234 h 1418896"/>
                    <a:gd name="connsiteX10-83" fmla="*/ 262758 w 3731172"/>
                    <a:gd name="connsiteY10-84" fmla="*/ 1418896 h 1418896"/>
                    <a:gd name="connsiteX11-85" fmla="*/ 0 w 3731172"/>
                    <a:gd name="connsiteY11-86" fmla="*/ 1324303 h 1418896"/>
                    <a:gd name="connsiteX12-87" fmla="*/ 1145627 w 3731172"/>
                    <a:gd name="connsiteY12-88" fmla="*/ 882869 h 1418896"/>
                    <a:gd name="connsiteX13-89" fmla="*/ 1114096 w 3731172"/>
                    <a:gd name="connsiteY13-90" fmla="*/ 409903 h 1418896"/>
                    <a:gd name="connsiteX14-91" fmla="*/ 357351 w 3731172"/>
                    <a:gd name="connsiteY14-92" fmla="*/ 115613 h 1418896"/>
                    <a:gd name="connsiteX0-93" fmla="*/ 168165 w 3731172"/>
                    <a:gd name="connsiteY0-94" fmla="*/ 73572 h 1418896"/>
                    <a:gd name="connsiteX1-95" fmla="*/ 451945 w 3731172"/>
                    <a:gd name="connsiteY1-96" fmla="*/ 0 h 1418896"/>
                    <a:gd name="connsiteX2-97" fmla="*/ 1881352 w 3731172"/>
                    <a:gd name="connsiteY2-98" fmla="*/ 599089 h 1418896"/>
                    <a:gd name="connsiteX3-99" fmla="*/ 3363310 w 3731172"/>
                    <a:gd name="connsiteY3-100" fmla="*/ 0 h 1418896"/>
                    <a:gd name="connsiteX4-101" fmla="*/ 3584027 w 3731172"/>
                    <a:gd name="connsiteY4-102" fmla="*/ 73572 h 1418896"/>
                    <a:gd name="connsiteX5-103" fmla="*/ 2627586 w 3731172"/>
                    <a:gd name="connsiteY5-104" fmla="*/ 441434 h 1418896"/>
                    <a:gd name="connsiteX6-105" fmla="*/ 2596055 w 3731172"/>
                    <a:gd name="connsiteY6-106" fmla="*/ 914400 h 1418896"/>
                    <a:gd name="connsiteX7-107" fmla="*/ 3731172 w 3731172"/>
                    <a:gd name="connsiteY7-108" fmla="*/ 1345324 h 1418896"/>
                    <a:gd name="connsiteX8-109" fmla="*/ 3447393 w 3731172"/>
                    <a:gd name="connsiteY8-110" fmla="*/ 1408386 h 1418896"/>
                    <a:gd name="connsiteX9-111" fmla="*/ 1870841 w 3731172"/>
                    <a:gd name="connsiteY9-112" fmla="*/ 746234 h 1418896"/>
                    <a:gd name="connsiteX10-113" fmla="*/ 262758 w 3731172"/>
                    <a:gd name="connsiteY10-114" fmla="*/ 1418896 h 1418896"/>
                    <a:gd name="connsiteX11-115" fmla="*/ 0 w 3731172"/>
                    <a:gd name="connsiteY11-116" fmla="*/ 1324303 h 1418896"/>
                    <a:gd name="connsiteX12-117" fmla="*/ 1145627 w 3731172"/>
                    <a:gd name="connsiteY12-118" fmla="*/ 882869 h 1418896"/>
                    <a:gd name="connsiteX13-119" fmla="*/ 1114096 w 3731172"/>
                    <a:gd name="connsiteY13-120" fmla="*/ 409903 h 1418896"/>
                    <a:gd name="connsiteX14-121" fmla="*/ 147144 w 3731172"/>
                    <a:gd name="connsiteY14-122" fmla="*/ 63061 h 1418896"/>
                    <a:gd name="connsiteX0-123" fmla="*/ 168165 w 3731172"/>
                    <a:gd name="connsiteY0-124" fmla="*/ 73572 h 1418896"/>
                    <a:gd name="connsiteX1-125" fmla="*/ 451945 w 3731172"/>
                    <a:gd name="connsiteY1-126" fmla="*/ 0 h 1418896"/>
                    <a:gd name="connsiteX2-127" fmla="*/ 1881352 w 3731172"/>
                    <a:gd name="connsiteY2-128" fmla="*/ 599089 h 1418896"/>
                    <a:gd name="connsiteX3-129" fmla="*/ 3363310 w 3731172"/>
                    <a:gd name="connsiteY3-130" fmla="*/ 0 h 1418896"/>
                    <a:gd name="connsiteX4-131" fmla="*/ 3584027 w 3731172"/>
                    <a:gd name="connsiteY4-132" fmla="*/ 73572 h 1418896"/>
                    <a:gd name="connsiteX5-133" fmla="*/ 2627586 w 3731172"/>
                    <a:gd name="connsiteY5-134" fmla="*/ 441434 h 1418896"/>
                    <a:gd name="connsiteX6-135" fmla="*/ 2596055 w 3731172"/>
                    <a:gd name="connsiteY6-136" fmla="*/ 914400 h 1418896"/>
                    <a:gd name="connsiteX7-137" fmla="*/ 3731172 w 3731172"/>
                    <a:gd name="connsiteY7-138" fmla="*/ 1345324 h 1418896"/>
                    <a:gd name="connsiteX8-139" fmla="*/ 3447393 w 3731172"/>
                    <a:gd name="connsiteY8-140" fmla="*/ 1408386 h 1418896"/>
                    <a:gd name="connsiteX9-141" fmla="*/ 1870841 w 3731172"/>
                    <a:gd name="connsiteY9-142" fmla="*/ 746234 h 1418896"/>
                    <a:gd name="connsiteX10-143" fmla="*/ 262758 w 3731172"/>
                    <a:gd name="connsiteY10-144" fmla="*/ 1418896 h 1418896"/>
                    <a:gd name="connsiteX11-145" fmla="*/ 0 w 3731172"/>
                    <a:gd name="connsiteY11-146" fmla="*/ 1324303 h 1418896"/>
                    <a:gd name="connsiteX12-147" fmla="*/ 1145627 w 3731172"/>
                    <a:gd name="connsiteY12-148" fmla="*/ 882869 h 1418896"/>
                    <a:gd name="connsiteX13-149" fmla="*/ 1114096 w 3731172"/>
                    <a:gd name="connsiteY13-150" fmla="*/ 420413 h 1418896"/>
                    <a:gd name="connsiteX14-151" fmla="*/ 147144 w 3731172"/>
                    <a:gd name="connsiteY14-152" fmla="*/ 63061 h 1418896"/>
                    <a:gd name="connsiteX0-153" fmla="*/ 168165 w 3731172"/>
                    <a:gd name="connsiteY0-154" fmla="*/ 73572 h 1418896"/>
                    <a:gd name="connsiteX1-155" fmla="*/ 451945 w 3731172"/>
                    <a:gd name="connsiteY1-156" fmla="*/ 0 h 1418896"/>
                    <a:gd name="connsiteX2-157" fmla="*/ 1881352 w 3731172"/>
                    <a:gd name="connsiteY2-158" fmla="*/ 599089 h 1418896"/>
                    <a:gd name="connsiteX3-159" fmla="*/ 3363310 w 3731172"/>
                    <a:gd name="connsiteY3-160" fmla="*/ 0 h 1418896"/>
                    <a:gd name="connsiteX4-161" fmla="*/ 3584027 w 3731172"/>
                    <a:gd name="connsiteY4-162" fmla="*/ 73572 h 1418896"/>
                    <a:gd name="connsiteX5-163" fmla="*/ 2627586 w 3731172"/>
                    <a:gd name="connsiteY5-164" fmla="*/ 441434 h 1418896"/>
                    <a:gd name="connsiteX6-165" fmla="*/ 2596055 w 3731172"/>
                    <a:gd name="connsiteY6-166" fmla="*/ 914400 h 1418896"/>
                    <a:gd name="connsiteX7-167" fmla="*/ 3731172 w 3731172"/>
                    <a:gd name="connsiteY7-168" fmla="*/ 1345324 h 1418896"/>
                    <a:gd name="connsiteX8-169" fmla="*/ 3447393 w 3731172"/>
                    <a:gd name="connsiteY8-170" fmla="*/ 1408386 h 1418896"/>
                    <a:gd name="connsiteX9-171" fmla="*/ 1870841 w 3731172"/>
                    <a:gd name="connsiteY9-172" fmla="*/ 746234 h 1418896"/>
                    <a:gd name="connsiteX10-173" fmla="*/ 262758 w 3731172"/>
                    <a:gd name="connsiteY10-174" fmla="*/ 1418896 h 1418896"/>
                    <a:gd name="connsiteX11-175" fmla="*/ 0 w 3731172"/>
                    <a:gd name="connsiteY11-176" fmla="*/ 1324303 h 1418896"/>
                    <a:gd name="connsiteX12-177" fmla="*/ 1145627 w 3731172"/>
                    <a:gd name="connsiteY12-178" fmla="*/ 882869 h 1418896"/>
                    <a:gd name="connsiteX13-179" fmla="*/ 1114096 w 3731172"/>
                    <a:gd name="connsiteY13-180" fmla="*/ 420413 h 1418896"/>
                    <a:gd name="connsiteX14-181" fmla="*/ 189185 w 3731172"/>
                    <a:gd name="connsiteY14-182" fmla="*/ 84081 h 1418896"/>
                    <a:gd name="connsiteX0-183" fmla="*/ 168165 w 3731172"/>
                    <a:gd name="connsiteY0-184" fmla="*/ 73572 h 1418896"/>
                    <a:gd name="connsiteX1-185" fmla="*/ 451945 w 3731172"/>
                    <a:gd name="connsiteY1-186" fmla="*/ 0 h 1418896"/>
                    <a:gd name="connsiteX2-187" fmla="*/ 1881352 w 3731172"/>
                    <a:gd name="connsiteY2-188" fmla="*/ 599089 h 1418896"/>
                    <a:gd name="connsiteX3-189" fmla="*/ 3363310 w 3731172"/>
                    <a:gd name="connsiteY3-190" fmla="*/ 0 h 1418896"/>
                    <a:gd name="connsiteX4-191" fmla="*/ 3584027 w 3731172"/>
                    <a:gd name="connsiteY4-192" fmla="*/ 73572 h 1418896"/>
                    <a:gd name="connsiteX5-193" fmla="*/ 2627586 w 3731172"/>
                    <a:gd name="connsiteY5-194" fmla="*/ 441434 h 1418896"/>
                    <a:gd name="connsiteX6-195" fmla="*/ 2596055 w 3731172"/>
                    <a:gd name="connsiteY6-196" fmla="*/ 914400 h 1418896"/>
                    <a:gd name="connsiteX7-197" fmla="*/ 3731172 w 3731172"/>
                    <a:gd name="connsiteY7-198" fmla="*/ 1345324 h 1418896"/>
                    <a:gd name="connsiteX8-199" fmla="*/ 3447393 w 3731172"/>
                    <a:gd name="connsiteY8-200" fmla="*/ 1408386 h 1418896"/>
                    <a:gd name="connsiteX9-201" fmla="*/ 1870841 w 3731172"/>
                    <a:gd name="connsiteY9-202" fmla="*/ 746234 h 1418896"/>
                    <a:gd name="connsiteX10-203" fmla="*/ 262758 w 3731172"/>
                    <a:gd name="connsiteY10-204" fmla="*/ 1418896 h 1418896"/>
                    <a:gd name="connsiteX11-205" fmla="*/ 0 w 3731172"/>
                    <a:gd name="connsiteY11-206" fmla="*/ 1324303 h 1418896"/>
                    <a:gd name="connsiteX12-207" fmla="*/ 1145627 w 3731172"/>
                    <a:gd name="connsiteY12-208" fmla="*/ 882869 h 1418896"/>
                    <a:gd name="connsiteX13-209" fmla="*/ 1114096 w 3731172"/>
                    <a:gd name="connsiteY13-210" fmla="*/ 420413 h 1418896"/>
                    <a:gd name="connsiteX14-211" fmla="*/ 189185 w 3731172"/>
                    <a:gd name="connsiteY14-212" fmla="*/ 84081 h 1418896"/>
                    <a:gd name="connsiteX15-213" fmla="*/ 168165 w 3731172"/>
                    <a:gd name="connsiteY15-214" fmla="*/ 73572 h 1418896"/>
                    <a:gd name="connsiteX0-215" fmla="*/ 168165 w 3731172"/>
                    <a:gd name="connsiteY0-216" fmla="*/ 73572 h 1418896"/>
                    <a:gd name="connsiteX1-217" fmla="*/ 451945 w 3731172"/>
                    <a:gd name="connsiteY1-218" fmla="*/ 0 h 1418896"/>
                    <a:gd name="connsiteX2-219" fmla="*/ 1881352 w 3731172"/>
                    <a:gd name="connsiteY2-220" fmla="*/ 599089 h 1418896"/>
                    <a:gd name="connsiteX3-221" fmla="*/ 3363310 w 3731172"/>
                    <a:gd name="connsiteY3-222" fmla="*/ 0 h 1418896"/>
                    <a:gd name="connsiteX4-223" fmla="*/ 3584027 w 3731172"/>
                    <a:gd name="connsiteY4-224" fmla="*/ 73572 h 1418896"/>
                    <a:gd name="connsiteX5-225" fmla="*/ 2627586 w 3731172"/>
                    <a:gd name="connsiteY5-226" fmla="*/ 441434 h 1418896"/>
                    <a:gd name="connsiteX6-227" fmla="*/ 2596055 w 3731172"/>
                    <a:gd name="connsiteY6-228" fmla="*/ 914400 h 1418896"/>
                    <a:gd name="connsiteX7-229" fmla="*/ 3731172 w 3731172"/>
                    <a:gd name="connsiteY7-230" fmla="*/ 1345324 h 1418896"/>
                    <a:gd name="connsiteX8-231" fmla="*/ 3447393 w 3731172"/>
                    <a:gd name="connsiteY8-232" fmla="*/ 1408386 h 1418896"/>
                    <a:gd name="connsiteX9-233" fmla="*/ 1870841 w 3731172"/>
                    <a:gd name="connsiteY9-234" fmla="*/ 746234 h 1418896"/>
                    <a:gd name="connsiteX10-235" fmla="*/ 262758 w 3731172"/>
                    <a:gd name="connsiteY10-236" fmla="*/ 1418896 h 1418896"/>
                    <a:gd name="connsiteX11-237" fmla="*/ 0 w 3731172"/>
                    <a:gd name="connsiteY11-238" fmla="*/ 1324303 h 1418896"/>
                    <a:gd name="connsiteX12-239" fmla="*/ 1145627 w 3731172"/>
                    <a:gd name="connsiteY12-240" fmla="*/ 882869 h 1418896"/>
                    <a:gd name="connsiteX13-241" fmla="*/ 1156137 w 3731172"/>
                    <a:gd name="connsiteY13-242" fmla="*/ 441434 h 1418896"/>
                    <a:gd name="connsiteX14-243" fmla="*/ 189185 w 3731172"/>
                    <a:gd name="connsiteY14-244" fmla="*/ 84081 h 1418896"/>
                    <a:gd name="connsiteX15-245" fmla="*/ 168165 w 3731172"/>
                    <a:gd name="connsiteY15-246" fmla="*/ 73572 h 1418896"/>
                    <a:gd name="connsiteX0-247" fmla="*/ 168165 w 3731172"/>
                    <a:gd name="connsiteY0-248" fmla="*/ 73572 h 1418896"/>
                    <a:gd name="connsiteX1-249" fmla="*/ 451945 w 3731172"/>
                    <a:gd name="connsiteY1-250" fmla="*/ 0 h 1418896"/>
                    <a:gd name="connsiteX2-251" fmla="*/ 1881352 w 3731172"/>
                    <a:gd name="connsiteY2-252" fmla="*/ 599089 h 1418896"/>
                    <a:gd name="connsiteX3-253" fmla="*/ 3363310 w 3731172"/>
                    <a:gd name="connsiteY3-254" fmla="*/ 0 h 1418896"/>
                    <a:gd name="connsiteX4-255" fmla="*/ 3584027 w 3731172"/>
                    <a:gd name="connsiteY4-256" fmla="*/ 73572 h 1418896"/>
                    <a:gd name="connsiteX5-257" fmla="*/ 2627586 w 3731172"/>
                    <a:gd name="connsiteY5-258" fmla="*/ 441434 h 1418896"/>
                    <a:gd name="connsiteX6-259" fmla="*/ 2596055 w 3731172"/>
                    <a:gd name="connsiteY6-260" fmla="*/ 914400 h 1418896"/>
                    <a:gd name="connsiteX7-261" fmla="*/ 3731172 w 3731172"/>
                    <a:gd name="connsiteY7-262" fmla="*/ 1345324 h 1418896"/>
                    <a:gd name="connsiteX8-263" fmla="*/ 3447393 w 3731172"/>
                    <a:gd name="connsiteY8-264" fmla="*/ 1408386 h 1418896"/>
                    <a:gd name="connsiteX9-265" fmla="*/ 1870841 w 3731172"/>
                    <a:gd name="connsiteY9-266" fmla="*/ 746234 h 1418896"/>
                    <a:gd name="connsiteX10-267" fmla="*/ 262758 w 3731172"/>
                    <a:gd name="connsiteY10-268" fmla="*/ 1418896 h 1418896"/>
                    <a:gd name="connsiteX11-269" fmla="*/ 0 w 3731172"/>
                    <a:gd name="connsiteY11-270" fmla="*/ 1324303 h 1418896"/>
                    <a:gd name="connsiteX12-271" fmla="*/ 1145627 w 3731172"/>
                    <a:gd name="connsiteY12-272" fmla="*/ 882869 h 1418896"/>
                    <a:gd name="connsiteX13-273" fmla="*/ 1145626 w 3731172"/>
                    <a:gd name="connsiteY13-274" fmla="*/ 451945 h 1418896"/>
                    <a:gd name="connsiteX14-275" fmla="*/ 189185 w 3731172"/>
                    <a:gd name="connsiteY14-276" fmla="*/ 84081 h 1418896"/>
                    <a:gd name="connsiteX15-277" fmla="*/ 168165 w 3731172"/>
                    <a:gd name="connsiteY15-278" fmla="*/ 73572 h 1418896"/>
                    <a:gd name="connsiteX0-279" fmla="*/ 168165 w 3731172"/>
                    <a:gd name="connsiteY0-280" fmla="*/ 73572 h 1418896"/>
                    <a:gd name="connsiteX1-281" fmla="*/ 451945 w 3731172"/>
                    <a:gd name="connsiteY1-282" fmla="*/ 0 h 1418896"/>
                    <a:gd name="connsiteX2-283" fmla="*/ 1881352 w 3731172"/>
                    <a:gd name="connsiteY2-284" fmla="*/ 599089 h 1418896"/>
                    <a:gd name="connsiteX3-285" fmla="*/ 3363310 w 3731172"/>
                    <a:gd name="connsiteY3-286" fmla="*/ 0 h 1418896"/>
                    <a:gd name="connsiteX4-287" fmla="*/ 3584027 w 3731172"/>
                    <a:gd name="connsiteY4-288" fmla="*/ 73572 h 1418896"/>
                    <a:gd name="connsiteX5-289" fmla="*/ 2627586 w 3731172"/>
                    <a:gd name="connsiteY5-290" fmla="*/ 441434 h 1418896"/>
                    <a:gd name="connsiteX6-291" fmla="*/ 2596055 w 3731172"/>
                    <a:gd name="connsiteY6-292" fmla="*/ 914400 h 1418896"/>
                    <a:gd name="connsiteX7-293" fmla="*/ 3731172 w 3731172"/>
                    <a:gd name="connsiteY7-294" fmla="*/ 1345324 h 1418896"/>
                    <a:gd name="connsiteX8-295" fmla="*/ 3447393 w 3731172"/>
                    <a:gd name="connsiteY8-296" fmla="*/ 1408386 h 1418896"/>
                    <a:gd name="connsiteX9-297" fmla="*/ 1870841 w 3731172"/>
                    <a:gd name="connsiteY9-298" fmla="*/ 746234 h 1418896"/>
                    <a:gd name="connsiteX10-299" fmla="*/ 262758 w 3731172"/>
                    <a:gd name="connsiteY10-300" fmla="*/ 1418896 h 1418896"/>
                    <a:gd name="connsiteX11-301" fmla="*/ 0 w 3731172"/>
                    <a:gd name="connsiteY11-302" fmla="*/ 1324303 h 1418896"/>
                    <a:gd name="connsiteX12-303" fmla="*/ 1145627 w 3731172"/>
                    <a:gd name="connsiteY12-304" fmla="*/ 903890 h 1418896"/>
                    <a:gd name="connsiteX13-305" fmla="*/ 1145626 w 3731172"/>
                    <a:gd name="connsiteY13-306" fmla="*/ 451945 h 1418896"/>
                    <a:gd name="connsiteX14-307" fmla="*/ 189185 w 3731172"/>
                    <a:gd name="connsiteY14-308" fmla="*/ 84081 h 1418896"/>
                    <a:gd name="connsiteX15-309" fmla="*/ 168165 w 3731172"/>
                    <a:gd name="connsiteY15-310" fmla="*/ 73572 h 1418896"/>
                    <a:gd name="connsiteX0-311" fmla="*/ 147144 w 3710151"/>
                    <a:gd name="connsiteY0-312" fmla="*/ 73572 h 1418896"/>
                    <a:gd name="connsiteX1-313" fmla="*/ 430924 w 3710151"/>
                    <a:gd name="connsiteY1-314" fmla="*/ 0 h 1418896"/>
                    <a:gd name="connsiteX2-315" fmla="*/ 1860331 w 3710151"/>
                    <a:gd name="connsiteY2-316" fmla="*/ 599089 h 1418896"/>
                    <a:gd name="connsiteX3-317" fmla="*/ 3342289 w 3710151"/>
                    <a:gd name="connsiteY3-318" fmla="*/ 0 h 1418896"/>
                    <a:gd name="connsiteX4-319" fmla="*/ 3563006 w 3710151"/>
                    <a:gd name="connsiteY4-320" fmla="*/ 73572 h 1418896"/>
                    <a:gd name="connsiteX5-321" fmla="*/ 2606565 w 3710151"/>
                    <a:gd name="connsiteY5-322" fmla="*/ 441434 h 1418896"/>
                    <a:gd name="connsiteX6-323" fmla="*/ 2575034 w 3710151"/>
                    <a:gd name="connsiteY6-324" fmla="*/ 914400 h 1418896"/>
                    <a:gd name="connsiteX7-325" fmla="*/ 3710151 w 3710151"/>
                    <a:gd name="connsiteY7-326" fmla="*/ 1345324 h 1418896"/>
                    <a:gd name="connsiteX8-327" fmla="*/ 3426372 w 3710151"/>
                    <a:gd name="connsiteY8-328" fmla="*/ 1408386 h 1418896"/>
                    <a:gd name="connsiteX9-329" fmla="*/ 1849820 w 3710151"/>
                    <a:gd name="connsiteY9-330" fmla="*/ 746234 h 1418896"/>
                    <a:gd name="connsiteX10-331" fmla="*/ 241737 w 3710151"/>
                    <a:gd name="connsiteY10-332" fmla="*/ 1418896 h 1418896"/>
                    <a:gd name="connsiteX11-333" fmla="*/ 0 w 3710151"/>
                    <a:gd name="connsiteY11-334" fmla="*/ 1334814 h 1418896"/>
                    <a:gd name="connsiteX12-335" fmla="*/ 1124606 w 3710151"/>
                    <a:gd name="connsiteY12-336" fmla="*/ 903890 h 1418896"/>
                    <a:gd name="connsiteX13-337" fmla="*/ 1124605 w 3710151"/>
                    <a:gd name="connsiteY13-338" fmla="*/ 451945 h 1418896"/>
                    <a:gd name="connsiteX14-339" fmla="*/ 168164 w 3710151"/>
                    <a:gd name="connsiteY14-340" fmla="*/ 84081 h 1418896"/>
                    <a:gd name="connsiteX15-341" fmla="*/ 147144 w 3710151"/>
                    <a:gd name="connsiteY15-342" fmla="*/ 73572 h 1418896"/>
                    <a:gd name="connsiteX0-343" fmla="*/ 147144 w 3710151"/>
                    <a:gd name="connsiteY0-344" fmla="*/ 73572 h 1418896"/>
                    <a:gd name="connsiteX1-345" fmla="*/ 430924 w 3710151"/>
                    <a:gd name="connsiteY1-346" fmla="*/ 0 h 1418896"/>
                    <a:gd name="connsiteX2-347" fmla="*/ 1860331 w 3710151"/>
                    <a:gd name="connsiteY2-348" fmla="*/ 599089 h 1418896"/>
                    <a:gd name="connsiteX3-349" fmla="*/ 3342289 w 3710151"/>
                    <a:gd name="connsiteY3-350" fmla="*/ 0 h 1418896"/>
                    <a:gd name="connsiteX4-351" fmla="*/ 3563006 w 3710151"/>
                    <a:gd name="connsiteY4-352" fmla="*/ 73572 h 1418896"/>
                    <a:gd name="connsiteX5-353" fmla="*/ 2606565 w 3710151"/>
                    <a:gd name="connsiteY5-354" fmla="*/ 441434 h 1418896"/>
                    <a:gd name="connsiteX6-355" fmla="*/ 2606565 w 3710151"/>
                    <a:gd name="connsiteY6-356" fmla="*/ 924910 h 1418896"/>
                    <a:gd name="connsiteX7-357" fmla="*/ 3710151 w 3710151"/>
                    <a:gd name="connsiteY7-358" fmla="*/ 1345324 h 1418896"/>
                    <a:gd name="connsiteX8-359" fmla="*/ 3426372 w 3710151"/>
                    <a:gd name="connsiteY8-360" fmla="*/ 1408386 h 1418896"/>
                    <a:gd name="connsiteX9-361" fmla="*/ 1849820 w 3710151"/>
                    <a:gd name="connsiteY9-362" fmla="*/ 746234 h 1418896"/>
                    <a:gd name="connsiteX10-363" fmla="*/ 241737 w 3710151"/>
                    <a:gd name="connsiteY10-364" fmla="*/ 1418896 h 1418896"/>
                    <a:gd name="connsiteX11-365" fmla="*/ 0 w 3710151"/>
                    <a:gd name="connsiteY11-366" fmla="*/ 1334814 h 1418896"/>
                    <a:gd name="connsiteX12-367" fmla="*/ 1124606 w 3710151"/>
                    <a:gd name="connsiteY12-368" fmla="*/ 903890 h 1418896"/>
                    <a:gd name="connsiteX13-369" fmla="*/ 1124605 w 3710151"/>
                    <a:gd name="connsiteY13-370" fmla="*/ 451945 h 1418896"/>
                    <a:gd name="connsiteX14-371" fmla="*/ 168164 w 3710151"/>
                    <a:gd name="connsiteY14-372" fmla="*/ 84081 h 1418896"/>
                    <a:gd name="connsiteX15-373" fmla="*/ 147144 w 3710151"/>
                    <a:gd name="connsiteY15-374" fmla="*/ 73572 h 1418896"/>
                    <a:gd name="connsiteX0-375" fmla="*/ 147144 w 3710151"/>
                    <a:gd name="connsiteY0-376" fmla="*/ 73572 h 1418896"/>
                    <a:gd name="connsiteX1-377" fmla="*/ 430924 w 3710151"/>
                    <a:gd name="connsiteY1-378" fmla="*/ 0 h 1418896"/>
                    <a:gd name="connsiteX2-379" fmla="*/ 1860331 w 3710151"/>
                    <a:gd name="connsiteY2-380" fmla="*/ 599089 h 1418896"/>
                    <a:gd name="connsiteX3-381" fmla="*/ 3342289 w 3710151"/>
                    <a:gd name="connsiteY3-382" fmla="*/ 0 h 1418896"/>
                    <a:gd name="connsiteX4-383" fmla="*/ 3563006 w 3710151"/>
                    <a:gd name="connsiteY4-384" fmla="*/ 73572 h 1418896"/>
                    <a:gd name="connsiteX5-385" fmla="*/ 2606565 w 3710151"/>
                    <a:gd name="connsiteY5-386" fmla="*/ 441434 h 1418896"/>
                    <a:gd name="connsiteX6-387" fmla="*/ 2610282 w 3710151"/>
                    <a:gd name="connsiteY6-388" fmla="*/ 902607 h 1418896"/>
                    <a:gd name="connsiteX7-389" fmla="*/ 3710151 w 3710151"/>
                    <a:gd name="connsiteY7-390" fmla="*/ 1345324 h 1418896"/>
                    <a:gd name="connsiteX8-391" fmla="*/ 3426372 w 3710151"/>
                    <a:gd name="connsiteY8-392" fmla="*/ 1408386 h 1418896"/>
                    <a:gd name="connsiteX9-393" fmla="*/ 1849820 w 3710151"/>
                    <a:gd name="connsiteY9-394" fmla="*/ 746234 h 1418896"/>
                    <a:gd name="connsiteX10-395" fmla="*/ 241737 w 3710151"/>
                    <a:gd name="connsiteY10-396" fmla="*/ 1418896 h 1418896"/>
                    <a:gd name="connsiteX11-397" fmla="*/ 0 w 3710151"/>
                    <a:gd name="connsiteY11-398" fmla="*/ 1334814 h 1418896"/>
                    <a:gd name="connsiteX12-399" fmla="*/ 1124606 w 3710151"/>
                    <a:gd name="connsiteY12-400" fmla="*/ 903890 h 1418896"/>
                    <a:gd name="connsiteX13-401" fmla="*/ 1124605 w 3710151"/>
                    <a:gd name="connsiteY13-402" fmla="*/ 451945 h 1418896"/>
                    <a:gd name="connsiteX14-403" fmla="*/ 168164 w 3710151"/>
                    <a:gd name="connsiteY14-404" fmla="*/ 84081 h 1418896"/>
                    <a:gd name="connsiteX15-405" fmla="*/ 147144 w 3710151"/>
                    <a:gd name="connsiteY15-406" fmla="*/ 73572 h 1418896"/>
                    <a:gd name="connsiteX0-407" fmla="*/ 147144 w 3710151"/>
                    <a:gd name="connsiteY0-408" fmla="*/ 73572 h 1418896"/>
                    <a:gd name="connsiteX1-409" fmla="*/ 430924 w 3710151"/>
                    <a:gd name="connsiteY1-410" fmla="*/ 0 h 1418896"/>
                    <a:gd name="connsiteX2-411" fmla="*/ 1860331 w 3710151"/>
                    <a:gd name="connsiteY2-412" fmla="*/ 599089 h 1418896"/>
                    <a:gd name="connsiteX3-413" fmla="*/ 3342289 w 3710151"/>
                    <a:gd name="connsiteY3-414" fmla="*/ 0 h 1418896"/>
                    <a:gd name="connsiteX4-415" fmla="*/ 3563006 w 3710151"/>
                    <a:gd name="connsiteY4-416" fmla="*/ 73572 h 1418896"/>
                    <a:gd name="connsiteX5-417" fmla="*/ 2617717 w 3710151"/>
                    <a:gd name="connsiteY5-418" fmla="*/ 445151 h 1418896"/>
                    <a:gd name="connsiteX6-419" fmla="*/ 2610282 w 3710151"/>
                    <a:gd name="connsiteY6-420" fmla="*/ 902607 h 1418896"/>
                    <a:gd name="connsiteX7-421" fmla="*/ 3710151 w 3710151"/>
                    <a:gd name="connsiteY7-422" fmla="*/ 1345324 h 1418896"/>
                    <a:gd name="connsiteX8-423" fmla="*/ 3426372 w 3710151"/>
                    <a:gd name="connsiteY8-424" fmla="*/ 1408386 h 1418896"/>
                    <a:gd name="connsiteX9-425" fmla="*/ 1849820 w 3710151"/>
                    <a:gd name="connsiteY9-426" fmla="*/ 746234 h 1418896"/>
                    <a:gd name="connsiteX10-427" fmla="*/ 241737 w 3710151"/>
                    <a:gd name="connsiteY10-428" fmla="*/ 1418896 h 1418896"/>
                    <a:gd name="connsiteX11-429" fmla="*/ 0 w 3710151"/>
                    <a:gd name="connsiteY11-430" fmla="*/ 1334814 h 1418896"/>
                    <a:gd name="connsiteX12-431" fmla="*/ 1124606 w 3710151"/>
                    <a:gd name="connsiteY12-432" fmla="*/ 903890 h 1418896"/>
                    <a:gd name="connsiteX13-433" fmla="*/ 1124605 w 3710151"/>
                    <a:gd name="connsiteY13-434" fmla="*/ 451945 h 1418896"/>
                    <a:gd name="connsiteX14-435" fmla="*/ 168164 w 3710151"/>
                    <a:gd name="connsiteY14-436" fmla="*/ 84081 h 1418896"/>
                    <a:gd name="connsiteX15-437" fmla="*/ 147144 w 3710151"/>
                    <a:gd name="connsiteY15-438" fmla="*/ 73572 h 1418896"/>
                    <a:gd name="connsiteX0-439" fmla="*/ 147144 w 3710151"/>
                    <a:gd name="connsiteY0-440" fmla="*/ 73572 h 1418896"/>
                    <a:gd name="connsiteX1-441" fmla="*/ 430924 w 3710151"/>
                    <a:gd name="connsiteY1-442" fmla="*/ 0 h 1418896"/>
                    <a:gd name="connsiteX2-443" fmla="*/ 1860331 w 3710151"/>
                    <a:gd name="connsiteY2-444" fmla="*/ 599089 h 1418896"/>
                    <a:gd name="connsiteX3-445" fmla="*/ 3342289 w 3710151"/>
                    <a:gd name="connsiteY3-446" fmla="*/ 0 h 1418896"/>
                    <a:gd name="connsiteX4-447" fmla="*/ 3563006 w 3710151"/>
                    <a:gd name="connsiteY4-448" fmla="*/ 73572 h 1418896"/>
                    <a:gd name="connsiteX5-449" fmla="*/ 2617717 w 3710151"/>
                    <a:gd name="connsiteY5-450" fmla="*/ 448868 h 1418896"/>
                    <a:gd name="connsiteX6-451" fmla="*/ 2610282 w 3710151"/>
                    <a:gd name="connsiteY6-452" fmla="*/ 902607 h 1418896"/>
                    <a:gd name="connsiteX7-453" fmla="*/ 3710151 w 3710151"/>
                    <a:gd name="connsiteY7-454" fmla="*/ 1345324 h 1418896"/>
                    <a:gd name="connsiteX8-455" fmla="*/ 3426372 w 3710151"/>
                    <a:gd name="connsiteY8-456" fmla="*/ 1408386 h 1418896"/>
                    <a:gd name="connsiteX9-457" fmla="*/ 1849820 w 3710151"/>
                    <a:gd name="connsiteY9-458" fmla="*/ 746234 h 1418896"/>
                    <a:gd name="connsiteX10-459" fmla="*/ 241737 w 3710151"/>
                    <a:gd name="connsiteY10-460" fmla="*/ 1418896 h 1418896"/>
                    <a:gd name="connsiteX11-461" fmla="*/ 0 w 3710151"/>
                    <a:gd name="connsiteY11-462" fmla="*/ 1334814 h 1418896"/>
                    <a:gd name="connsiteX12-463" fmla="*/ 1124606 w 3710151"/>
                    <a:gd name="connsiteY12-464" fmla="*/ 903890 h 1418896"/>
                    <a:gd name="connsiteX13-465" fmla="*/ 1124605 w 3710151"/>
                    <a:gd name="connsiteY13-466" fmla="*/ 451945 h 1418896"/>
                    <a:gd name="connsiteX14-467" fmla="*/ 168164 w 3710151"/>
                    <a:gd name="connsiteY14-468" fmla="*/ 84081 h 1418896"/>
                    <a:gd name="connsiteX15-469" fmla="*/ 147144 w 3710151"/>
                    <a:gd name="connsiteY15-470" fmla="*/ 73572 h 1418896"/>
                    <a:gd name="connsiteX0-471" fmla="*/ 147144 w 3710151"/>
                    <a:gd name="connsiteY0-472" fmla="*/ 73572 h 1418896"/>
                    <a:gd name="connsiteX1-473" fmla="*/ 430924 w 3710151"/>
                    <a:gd name="connsiteY1-474" fmla="*/ 0 h 1418896"/>
                    <a:gd name="connsiteX2-475" fmla="*/ 1838028 w 3710151"/>
                    <a:gd name="connsiteY2-476" fmla="*/ 591655 h 1418896"/>
                    <a:gd name="connsiteX3-477" fmla="*/ 3342289 w 3710151"/>
                    <a:gd name="connsiteY3-478" fmla="*/ 0 h 1418896"/>
                    <a:gd name="connsiteX4-479" fmla="*/ 3563006 w 3710151"/>
                    <a:gd name="connsiteY4-480" fmla="*/ 73572 h 1418896"/>
                    <a:gd name="connsiteX5-481" fmla="*/ 2617717 w 3710151"/>
                    <a:gd name="connsiteY5-482" fmla="*/ 448868 h 1418896"/>
                    <a:gd name="connsiteX6-483" fmla="*/ 2610282 w 3710151"/>
                    <a:gd name="connsiteY6-484" fmla="*/ 902607 h 1418896"/>
                    <a:gd name="connsiteX7-485" fmla="*/ 3710151 w 3710151"/>
                    <a:gd name="connsiteY7-486" fmla="*/ 1345324 h 1418896"/>
                    <a:gd name="connsiteX8-487" fmla="*/ 3426372 w 3710151"/>
                    <a:gd name="connsiteY8-488" fmla="*/ 1408386 h 1418896"/>
                    <a:gd name="connsiteX9-489" fmla="*/ 1849820 w 3710151"/>
                    <a:gd name="connsiteY9-490" fmla="*/ 746234 h 1418896"/>
                    <a:gd name="connsiteX10-491" fmla="*/ 241737 w 3710151"/>
                    <a:gd name="connsiteY10-492" fmla="*/ 1418896 h 1418896"/>
                    <a:gd name="connsiteX11-493" fmla="*/ 0 w 3710151"/>
                    <a:gd name="connsiteY11-494" fmla="*/ 1334814 h 1418896"/>
                    <a:gd name="connsiteX12-495" fmla="*/ 1124606 w 3710151"/>
                    <a:gd name="connsiteY12-496" fmla="*/ 903890 h 1418896"/>
                    <a:gd name="connsiteX13-497" fmla="*/ 1124605 w 3710151"/>
                    <a:gd name="connsiteY13-498" fmla="*/ 451945 h 1418896"/>
                    <a:gd name="connsiteX14-499" fmla="*/ 168164 w 3710151"/>
                    <a:gd name="connsiteY14-500" fmla="*/ 84081 h 1418896"/>
                    <a:gd name="connsiteX15-501" fmla="*/ 147144 w 3710151"/>
                    <a:gd name="connsiteY15-502" fmla="*/ 73572 h 1418896"/>
                    <a:gd name="connsiteX0-503" fmla="*/ 147144 w 3710151"/>
                    <a:gd name="connsiteY0-504" fmla="*/ 73572 h 1418896"/>
                    <a:gd name="connsiteX1-505" fmla="*/ 430924 w 3710151"/>
                    <a:gd name="connsiteY1-506" fmla="*/ 0 h 1418896"/>
                    <a:gd name="connsiteX2-507" fmla="*/ 1838028 w 3710151"/>
                    <a:gd name="connsiteY2-508" fmla="*/ 591655 h 1418896"/>
                    <a:gd name="connsiteX3-509" fmla="*/ 3342289 w 3710151"/>
                    <a:gd name="connsiteY3-510" fmla="*/ 0 h 1418896"/>
                    <a:gd name="connsiteX4-511" fmla="*/ 3563006 w 3710151"/>
                    <a:gd name="connsiteY4-512" fmla="*/ 73572 h 1418896"/>
                    <a:gd name="connsiteX5-513" fmla="*/ 2617717 w 3710151"/>
                    <a:gd name="connsiteY5-514" fmla="*/ 448868 h 1418896"/>
                    <a:gd name="connsiteX6-515" fmla="*/ 2610282 w 3710151"/>
                    <a:gd name="connsiteY6-516" fmla="*/ 902607 h 1418896"/>
                    <a:gd name="connsiteX7-517" fmla="*/ 3710151 w 3710151"/>
                    <a:gd name="connsiteY7-518" fmla="*/ 1345324 h 1418896"/>
                    <a:gd name="connsiteX8-519" fmla="*/ 3426372 w 3710151"/>
                    <a:gd name="connsiteY8-520" fmla="*/ 1408386 h 1418896"/>
                    <a:gd name="connsiteX9-521" fmla="*/ 1849820 w 3710151"/>
                    <a:gd name="connsiteY9-522" fmla="*/ 746234 h 1418896"/>
                    <a:gd name="connsiteX10-523" fmla="*/ 241737 w 3710151"/>
                    <a:gd name="connsiteY10-524" fmla="*/ 1418896 h 1418896"/>
                    <a:gd name="connsiteX11-525" fmla="*/ 0 w 3710151"/>
                    <a:gd name="connsiteY11-526" fmla="*/ 1334814 h 1418896"/>
                    <a:gd name="connsiteX12-527" fmla="*/ 1124606 w 3710151"/>
                    <a:gd name="connsiteY12-528" fmla="*/ 903890 h 1418896"/>
                    <a:gd name="connsiteX13-529" fmla="*/ 1087434 w 3710151"/>
                    <a:gd name="connsiteY13-530" fmla="*/ 451945 h 1418896"/>
                    <a:gd name="connsiteX14-531" fmla="*/ 168164 w 3710151"/>
                    <a:gd name="connsiteY14-532" fmla="*/ 84081 h 1418896"/>
                    <a:gd name="connsiteX15-533" fmla="*/ 147144 w 3710151"/>
                    <a:gd name="connsiteY15-534" fmla="*/ 73572 h 1418896"/>
                    <a:gd name="connsiteX0-535" fmla="*/ 147144 w 3710151"/>
                    <a:gd name="connsiteY0-536" fmla="*/ 73572 h 1418896"/>
                    <a:gd name="connsiteX1-537" fmla="*/ 430924 w 3710151"/>
                    <a:gd name="connsiteY1-538" fmla="*/ 0 h 1418896"/>
                    <a:gd name="connsiteX2-539" fmla="*/ 1838028 w 3710151"/>
                    <a:gd name="connsiteY2-540" fmla="*/ 591655 h 1418896"/>
                    <a:gd name="connsiteX3-541" fmla="*/ 3342289 w 3710151"/>
                    <a:gd name="connsiteY3-542" fmla="*/ 0 h 1418896"/>
                    <a:gd name="connsiteX4-543" fmla="*/ 3563006 w 3710151"/>
                    <a:gd name="connsiteY4-544" fmla="*/ 73572 h 1418896"/>
                    <a:gd name="connsiteX5-545" fmla="*/ 2617717 w 3710151"/>
                    <a:gd name="connsiteY5-546" fmla="*/ 448868 h 1418896"/>
                    <a:gd name="connsiteX6-547" fmla="*/ 2610282 w 3710151"/>
                    <a:gd name="connsiteY6-548" fmla="*/ 902607 h 1418896"/>
                    <a:gd name="connsiteX7-549" fmla="*/ 3710151 w 3710151"/>
                    <a:gd name="connsiteY7-550" fmla="*/ 1345324 h 1418896"/>
                    <a:gd name="connsiteX8-551" fmla="*/ 3426372 w 3710151"/>
                    <a:gd name="connsiteY8-552" fmla="*/ 1408386 h 1418896"/>
                    <a:gd name="connsiteX9-553" fmla="*/ 1849820 w 3710151"/>
                    <a:gd name="connsiteY9-554" fmla="*/ 746234 h 1418896"/>
                    <a:gd name="connsiteX10-555" fmla="*/ 241737 w 3710151"/>
                    <a:gd name="connsiteY10-556" fmla="*/ 1418896 h 1418896"/>
                    <a:gd name="connsiteX11-557" fmla="*/ 0 w 3710151"/>
                    <a:gd name="connsiteY11-558" fmla="*/ 1334814 h 1418896"/>
                    <a:gd name="connsiteX12-559" fmla="*/ 1098586 w 3710151"/>
                    <a:gd name="connsiteY12-560" fmla="*/ 903890 h 1418896"/>
                    <a:gd name="connsiteX13-561" fmla="*/ 1087434 w 3710151"/>
                    <a:gd name="connsiteY13-562" fmla="*/ 451945 h 1418896"/>
                    <a:gd name="connsiteX14-563" fmla="*/ 168164 w 3710151"/>
                    <a:gd name="connsiteY14-564" fmla="*/ 84081 h 1418896"/>
                    <a:gd name="connsiteX15-565" fmla="*/ 147144 w 3710151"/>
                    <a:gd name="connsiteY15-566" fmla="*/ 73572 h 1418896"/>
                    <a:gd name="connsiteX0-567" fmla="*/ 162012 w 3725019"/>
                    <a:gd name="connsiteY0-568" fmla="*/ 73572 h 1418896"/>
                    <a:gd name="connsiteX1-569" fmla="*/ 445792 w 3725019"/>
                    <a:gd name="connsiteY1-570" fmla="*/ 0 h 1418896"/>
                    <a:gd name="connsiteX2-571" fmla="*/ 1852896 w 3725019"/>
                    <a:gd name="connsiteY2-572" fmla="*/ 591655 h 1418896"/>
                    <a:gd name="connsiteX3-573" fmla="*/ 3357157 w 3725019"/>
                    <a:gd name="connsiteY3-574" fmla="*/ 0 h 1418896"/>
                    <a:gd name="connsiteX4-575" fmla="*/ 3577874 w 3725019"/>
                    <a:gd name="connsiteY4-576" fmla="*/ 73572 h 1418896"/>
                    <a:gd name="connsiteX5-577" fmla="*/ 2632585 w 3725019"/>
                    <a:gd name="connsiteY5-578" fmla="*/ 448868 h 1418896"/>
                    <a:gd name="connsiteX6-579" fmla="*/ 2625150 w 3725019"/>
                    <a:gd name="connsiteY6-580" fmla="*/ 902607 h 1418896"/>
                    <a:gd name="connsiteX7-581" fmla="*/ 3725019 w 3725019"/>
                    <a:gd name="connsiteY7-582" fmla="*/ 1345324 h 1418896"/>
                    <a:gd name="connsiteX8-583" fmla="*/ 3441240 w 3725019"/>
                    <a:gd name="connsiteY8-584" fmla="*/ 1408386 h 1418896"/>
                    <a:gd name="connsiteX9-585" fmla="*/ 1864688 w 3725019"/>
                    <a:gd name="connsiteY9-586" fmla="*/ 746234 h 1418896"/>
                    <a:gd name="connsiteX10-587" fmla="*/ 256605 w 3725019"/>
                    <a:gd name="connsiteY10-588" fmla="*/ 1418896 h 1418896"/>
                    <a:gd name="connsiteX11-589" fmla="*/ 0 w 3725019"/>
                    <a:gd name="connsiteY11-590" fmla="*/ 1331097 h 1418896"/>
                    <a:gd name="connsiteX12-591" fmla="*/ 1113454 w 3725019"/>
                    <a:gd name="connsiteY12-592" fmla="*/ 903890 h 1418896"/>
                    <a:gd name="connsiteX13-593" fmla="*/ 1102302 w 3725019"/>
                    <a:gd name="connsiteY13-594" fmla="*/ 451945 h 1418896"/>
                    <a:gd name="connsiteX14-595" fmla="*/ 183032 w 3725019"/>
                    <a:gd name="connsiteY14-596" fmla="*/ 84081 h 1418896"/>
                    <a:gd name="connsiteX15-597" fmla="*/ 162012 w 3725019"/>
                    <a:gd name="connsiteY15-598" fmla="*/ 73572 h 141889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42" name="Group 41"/>
            <p:cNvGrpSpPr/>
            <p:nvPr/>
          </p:nvGrpSpPr>
          <p:grpSpPr>
            <a:xfrm>
              <a:off x="5630613" y="4223995"/>
              <a:ext cx="510282" cy="283261"/>
              <a:chOff x="7493876" y="2774731"/>
              <a:chExt cx="1481958" cy="894622"/>
            </a:xfrm>
          </p:grpSpPr>
          <p:sp>
            <p:nvSpPr>
              <p:cNvPr id="43" name="Freeform 23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-1" fmla="*/ 8187558 w 8187558"/>
                  <a:gd name="connsiteY0-2" fmla="*/ 0 h 2617076"/>
                  <a:gd name="connsiteX1-3" fmla="*/ 8187558 w 8187558"/>
                  <a:gd name="connsiteY1-4" fmla="*/ 1271752 h 2617076"/>
                  <a:gd name="connsiteX2-5" fmla="*/ 4025462 w 8187558"/>
                  <a:gd name="connsiteY2-6" fmla="*/ 2617076 h 2617076"/>
                  <a:gd name="connsiteX3-7" fmla="*/ 0 w 8187558"/>
                  <a:gd name="connsiteY3-8" fmla="*/ 1229711 h 2617076"/>
                  <a:gd name="connsiteX4-9" fmla="*/ 31531 w 8187558"/>
                  <a:gd name="connsiteY4-10" fmla="*/ 147145 h 2617076"/>
                  <a:gd name="connsiteX5-11" fmla="*/ 4046482 w 8187558"/>
                  <a:gd name="connsiteY5-12" fmla="*/ 1576552 h 2617076"/>
                  <a:gd name="connsiteX6-13" fmla="*/ 8187558 w 8187558"/>
                  <a:gd name="connsiteY6-14" fmla="*/ 0 h 2617076"/>
                  <a:gd name="connsiteX0-15" fmla="*/ 8187558 w 8187558"/>
                  <a:gd name="connsiteY0-16" fmla="*/ 0 h 2617076"/>
                  <a:gd name="connsiteX1-17" fmla="*/ 8187558 w 8187558"/>
                  <a:gd name="connsiteY1-18" fmla="*/ 1271752 h 2617076"/>
                  <a:gd name="connsiteX2-19" fmla="*/ 4025462 w 8187558"/>
                  <a:gd name="connsiteY2-20" fmla="*/ 2617076 h 2617076"/>
                  <a:gd name="connsiteX3-21" fmla="*/ 0 w 8187558"/>
                  <a:gd name="connsiteY3-22" fmla="*/ 1229711 h 2617076"/>
                  <a:gd name="connsiteX4-23" fmla="*/ 31531 w 8187558"/>
                  <a:gd name="connsiteY4-24" fmla="*/ 147145 h 2617076"/>
                  <a:gd name="connsiteX5-25" fmla="*/ 4046482 w 8187558"/>
                  <a:gd name="connsiteY5-26" fmla="*/ 1576552 h 2617076"/>
                  <a:gd name="connsiteX6-27" fmla="*/ 8187558 w 8187558"/>
                  <a:gd name="connsiteY6-28" fmla="*/ 0 h 2617076"/>
                  <a:gd name="connsiteX0-29" fmla="*/ 8187558 w 8187558"/>
                  <a:gd name="connsiteY0-30" fmla="*/ 0 h 2617076"/>
                  <a:gd name="connsiteX1-31" fmla="*/ 8187558 w 8187558"/>
                  <a:gd name="connsiteY1-32" fmla="*/ 1271752 h 2617076"/>
                  <a:gd name="connsiteX2-33" fmla="*/ 4025462 w 8187558"/>
                  <a:gd name="connsiteY2-34" fmla="*/ 2617076 h 2617076"/>
                  <a:gd name="connsiteX3-35" fmla="*/ 0 w 8187558"/>
                  <a:gd name="connsiteY3-36" fmla="*/ 1229711 h 2617076"/>
                  <a:gd name="connsiteX4-37" fmla="*/ 31531 w 8187558"/>
                  <a:gd name="connsiteY4-38" fmla="*/ 147145 h 2617076"/>
                  <a:gd name="connsiteX5-39" fmla="*/ 4046482 w 8187558"/>
                  <a:gd name="connsiteY5-40" fmla="*/ 1576552 h 2617076"/>
                  <a:gd name="connsiteX6-41" fmla="*/ 8187558 w 8187558"/>
                  <a:gd name="connsiteY6-42" fmla="*/ 0 h 2617076"/>
                  <a:gd name="connsiteX0-43" fmla="*/ 8187558 w 8187558"/>
                  <a:gd name="connsiteY0-44" fmla="*/ 0 h 2617076"/>
                  <a:gd name="connsiteX1-45" fmla="*/ 8187558 w 8187558"/>
                  <a:gd name="connsiteY1-46" fmla="*/ 1271752 h 2617076"/>
                  <a:gd name="connsiteX2-47" fmla="*/ 4025462 w 8187558"/>
                  <a:gd name="connsiteY2-48" fmla="*/ 2617076 h 2617076"/>
                  <a:gd name="connsiteX3-49" fmla="*/ 0 w 8187558"/>
                  <a:gd name="connsiteY3-50" fmla="*/ 1229711 h 2617076"/>
                  <a:gd name="connsiteX4-51" fmla="*/ 31531 w 8187558"/>
                  <a:gd name="connsiteY4-52" fmla="*/ 147145 h 2617076"/>
                  <a:gd name="connsiteX5-53" fmla="*/ 4046482 w 8187558"/>
                  <a:gd name="connsiteY5-54" fmla="*/ 1576552 h 2617076"/>
                  <a:gd name="connsiteX6-55" fmla="*/ 8187558 w 8187558"/>
                  <a:gd name="connsiteY6-56" fmla="*/ 0 h 2617076"/>
                  <a:gd name="connsiteX0-57" fmla="*/ 8187558 w 8187558"/>
                  <a:gd name="connsiteY0-58" fmla="*/ 0 h 2617076"/>
                  <a:gd name="connsiteX1-59" fmla="*/ 8187558 w 8187558"/>
                  <a:gd name="connsiteY1-60" fmla="*/ 1271752 h 2617076"/>
                  <a:gd name="connsiteX2-61" fmla="*/ 4025462 w 8187558"/>
                  <a:gd name="connsiteY2-62" fmla="*/ 2617076 h 2617076"/>
                  <a:gd name="connsiteX3-63" fmla="*/ 0 w 8187558"/>
                  <a:gd name="connsiteY3-64" fmla="*/ 1229711 h 2617076"/>
                  <a:gd name="connsiteX4-65" fmla="*/ 31531 w 8187558"/>
                  <a:gd name="connsiteY4-66" fmla="*/ 147145 h 2617076"/>
                  <a:gd name="connsiteX5-67" fmla="*/ 4046482 w 8187558"/>
                  <a:gd name="connsiteY5-68" fmla="*/ 1576552 h 2617076"/>
                  <a:gd name="connsiteX6-69" fmla="*/ 8187558 w 8187558"/>
                  <a:gd name="connsiteY6-70" fmla="*/ 0 h 2617076"/>
                  <a:gd name="connsiteX0-71" fmla="*/ 8187558 w 8187558"/>
                  <a:gd name="connsiteY0-72" fmla="*/ 0 h 2617076"/>
                  <a:gd name="connsiteX1-73" fmla="*/ 8187558 w 8187558"/>
                  <a:gd name="connsiteY1-74" fmla="*/ 1271752 h 2617076"/>
                  <a:gd name="connsiteX2-75" fmla="*/ 4025462 w 8187558"/>
                  <a:gd name="connsiteY2-76" fmla="*/ 2617076 h 2617076"/>
                  <a:gd name="connsiteX3-77" fmla="*/ 0 w 8187558"/>
                  <a:gd name="connsiteY3-78" fmla="*/ 1229711 h 2617076"/>
                  <a:gd name="connsiteX4-79" fmla="*/ 31531 w 8187558"/>
                  <a:gd name="connsiteY4-80" fmla="*/ 147145 h 2617076"/>
                  <a:gd name="connsiteX5-81" fmla="*/ 4046482 w 8187558"/>
                  <a:gd name="connsiteY5-82" fmla="*/ 1576552 h 2617076"/>
                  <a:gd name="connsiteX6-83" fmla="*/ 8187558 w 8187558"/>
                  <a:gd name="connsiteY6-84" fmla="*/ 0 h 2617076"/>
                  <a:gd name="connsiteX0-85" fmla="*/ 8187558 w 8187558"/>
                  <a:gd name="connsiteY0-86" fmla="*/ 0 h 2638097"/>
                  <a:gd name="connsiteX1-87" fmla="*/ 8187558 w 8187558"/>
                  <a:gd name="connsiteY1-88" fmla="*/ 1271752 h 2638097"/>
                  <a:gd name="connsiteX2-89" fmla="*/ 4099035 w 8187558"/>
                  <a:gd name="connsiteY2-90" fmla="*/ 2638097 h 2638097"/>
                  <a:gd name="connsiteX3-91" fmla="*/ 0 w 8187558"/>
                  <a:gd name="connsiteY3-92" fmla="*/ 1229711 h 2638097"/>
                  <a:gd name="connsiteX4-93" fmla="*/ 31531 w 8187558"/>
                  <a:gd name="connsiteY4-94" fmla="*/ 147145 h 2638097"/>
                  <a:gd name="connsiteX5-95" fmla="*/ 4046482 w 8187558"/>
                  <a:gd name="connsiteY5-96" fmla="*/ 1576552 h 2638097"/>
                  <a:gd name="connsiteX6-97" fmla="*/ 8187558 w 8187558"/>
                  <a:gd name="connsiteY6-98" fmla="*/ 0 h 2638097"/>
                  <a:gd name="connsiteX0-99" fmla="*/ 8187558 w 8187558"/>
                  <a:gd name="connsiteY0-100" fmla="*/ 0 h 2638097"/>
                  <a:gd name="connsiteX1-101" fmla="*/ 8187558 w 8187558"/>
                  <a:gd name="connsiteY1-102" fmla="*/ 1271752 h 2638097"/>
                  <a:gd name="connsiteX2-103" fmla="*/ 4099035 w 8187558"/>
                  <a:gd name="connsiteY2-104" fmla="*/ 2638097 h 2638097"/>
                  <a:gd name="connsiteX3-105" fmla="*/ 0 w 8187558"/>
                  <a:gd name="connsiteY3-106" fmla="*/ 1229711 h 2638097"/>
                  <a:gd name="connsiteX4-107" fmla="*/ 31531 w 8187558"/>
                  <a:gd name="connsiteY4-108" fmla="*/ 147145 h 2638097"/>
                  <a:gd name="connsiteX5-109" fmla="*/ 4046482 w 8187558"/>
                  <a:gd name="connsiteY5-110" fmla="*/ 1576552 h 2638097"/>
                  <a:gd name="connsiteX6-111" fmla="*/ 8187558 w 8187558"/>
                  <a:gd name="connsiteY6-112" fmla="*/ 0 h 2638097"/>
                  <a:gd name="connsiteX0-113" fmla="*/ 8187558 w 8187558"/>
                  <a:gd name="connsiteY0-114" fmla="*/ 0 h 2638097"/>
                  <a:gd name="connsiteX1-115" fmla="*/ 8187558 w 8187558"/>
                  <a:gd name="connsiteY1-116" fmla="*/ 1271752 h 2638097"/>
                  <a:gd name="connsiteX2-117" fmla="*/ 4099035 w 8187558"/>
                  <a:gd name="connsiteY2-118" fmla="*/ 2638097 h 2638097"/>
                  <a:gd name="connsiteX3-119" fmla="*/ 0 w 8187558"/>
                  <a:gd name="connsiteY3-120" fmla="*/ 1229711 h 2638097"/>
                  <a:gd name="connsiteX4-121" fmla="*/ 31531 w 8187558"/>
                  <a:gd name="connsiteY4-122" fmla="*/ 147145 h 2638097"/>
                  <a:gd name="connsiteX5-123" fmla="*/ 4046482 w 8187558"/>
                  <a:gd name="connsiteY5-124" fmla="*/ 1576552 h 2638097"/>
                  <a:gd name="connsiteX6-125" fmla="*/ 8187558 w 8187558"/>
                  <a:gd name="connsiteY6-126" fmla="*/ 0 h 2638097"/>
                  <a:gd name="connsiteX0-127" fmla="*/ 8187558 w 8187558"/>
                  <a:gd name="connsiteY0-128" fmla="*/ 0 h 2638097"/>
                  <a:gd name="connsiteX1-129" fmla="*/ 8187558 w 8187558"/>
                  <a:gd name="connsiteY1-130" fmla="*/ 1271752 h 2638097"/>
                  <a:gd name="connsiteX2-131" fmla="*/ 4099035 w 8187558"/>
                  <a:gd name="connsiteY2-132" fmla="*/ 2638097 h 2638097"/>
                  <a:gd name="connsiteX3-133" fmla="*/ 0 w 8187558"/>
                  <a:gd name="connsiteY3-134" fmla="*/ 1229711 h 2638097"/>
                  <a:gd name="connsiteX4-135" fmla="*/ 31531 w 8187558"/>
                  <a:gd name="connsiteY4-136" fmla="*/ 147145 h 2638097"/>
                  <a:gd name="connsiteX5-137" fmla="*/ 4046482 w 8187558"/>
                  <a:gd name="connsiteY5-138" fmla="*/ 1576552 h 2638097"/>
                  <a:gd name="connsiteX6-139" fmla="*/ 8187558 w 8187558"/>
                  <a:gd name="connsiteY6-140" fmla="*/ 0 h 2638097"/>
                  <a:gd name="connsiteX0-141" fmla="*/ 8187558 w 8187558"/>
                  <a:gd name="connsiteY0-142" fmla="*/ 0 h 2638097"/>
                  <a:gd name="connsiteX1-143" fmla="*/ 8187558 w 8187558"/>
                  <a:gd name="connsiteY1-144" fmla="*/ 1271752 h 2638097"/>
                  <a:gd name="connsiteX2-145" fmla="*/ 4099035 w 8187558"/>
                  <a:gd name="connsiteY2-146" fmla="*/ 2638097 h 2638097"/>
                  <a:gd name="connsiteX3-147" fmla="*/ 0 w 8187558"/>
                  <a:gd name="connsiteY3-148" fmla="*/ 1229711 h 2638097"/>
                  <a:gd name="connsiteX4-149" fmla="*/ 31531 w 8187558"/>
                  <a:gd name="connsiteY4-150" fmla="*/ 147145 h 2638097"/>
                  <a:gd name="connsiteX5-151" fmla="*/ 4088524 w 8187558"/>
                  <a:gd name="connsiteY5-152" fmla="*/ 1597573 h 2638097"/>
                  <a:gd name="connsiteX6-153" fmla="*/ 8187558 w 8187558"/>
                  <a:gd name="connsiteY6-154" fmla="*/ 0 h 2638097"/>
                  <a:gd name="connsiteX0-155" fmla="*/ 8187558 w 8187558"/>
                  <a:gd name="connsiteY0-156" fmla="*/ 0 h 2638097"/>
                  <a:gd name="connsiteX1-157" fmla="*/ 8187558 w 8187558"/>
                  <a:gd name="connsiteY1-158" fmla="*/ 1271752 h 2638097"/>
                  <a:gd name="connsiteX2-159" fmla="*/ 4099035 w 8187558"/>
                  <a:gd name="connsiteY2-160" fmla="*/ 2638097 h 2638097"/>
                  <a:gd name="connsiteX3-161" fmla="*/ 0 w 8187558"/>
                  <a:gd name="connsiteY3-162" fmla="*/ 1229711 h 2638097"/>
                  <a:gd name="connsiteX4-163" fmla="*/ 31531 w 8187558"/>
                  <a:gd name="connsiteY4-164" fmla="*/ 147145 h 2638097"/>
                  <a:gd name="connsiteX5-165" fmla="*/ 4088524 w 8187558"/>
                  <a:gd name="connsiteY5-166" fmla="*/ 1597573 h 2638097"/>
                  <a:gd name="connsiteX6-167" fmla="*/ 8187558 w 8187558"/>
                  <a:gd name="connsiteY6-168" fmla="*/ 0 h 2638097"/>
                  <a:gd name="connsiteX0-169" fmla="*/ 8187558 w 8187558"/>
                  <a:gd name="connsiteY0-170" fmla="*/ 0 h 2638097"/>
                  <a:gd name="connsiteX1-171" fmla="*/ 8187558 w 8187558"/>
                  <a:gd name="connsiteY1-172" fmla="*/ 1271752 h 2638097"/>
                  <a:gd name="connsiteX2-173" fmla="*/ 4099035 w 8187558"/>
                  <a:gd name="connsiteY2-174" fmla="*/ 2638097 h 2638097"/>
                  <a:gd name="connsiteX3-175" fmla="*/ 0 w 8187558"/>
                  <a:gd name="connsiteY3-176" fmla="*/ 1229711 h 2638097"/>
                  <a:gd name="connsiteX4-177" fmla="*/ 31531 w 8187558"/>
                  <a:gd name="connsiteY4-178" fmla="*/ 147145 h 2638097"/>
                  <a:gd name="connsiteX5-179" fmla="*/ 4099035 w 8187558"/>
                  <a:gd name="connsiteY5-180" fmla="*/ 1566042 h 2638097"/>
                  <a:gd name="connsiteX6-181" fmla="*/ 8187558 w 8187558"/>
                  <a:gd name="connsiteY6-182" fmla="*/ 0 h 2638097"/>
                  <a:gd name="connsiteX0-183" fmla="*/ 8187558 w 8187558"/>
                  <a:gd name="connsiteY0-184" fmla="*/ 0 h 2638097"/>
                  <a:gd name="connsiteX1-185" fmla="*/ 8187558 w 8187558"/>
                  <a:gd name="connsiteY1-186" fmla="*/ 1271752 h 2638097"/>
                  <a:gd name="connsiteX2-187" fmla="*/ 4099035 w 8187558"/>
                  <a:gd name="connsiteY2-188" fmla="*/ 2638097 h 2638097"/>
                  <a:gd name="connsiteX3-189" fmla="*/ 0 w 8187558"/>
                  <a:gd name="connsiteY3-190" fmla="*/ 1229711 h 2638097"/>
                  <a:gd name="connsiteX4-191" fmla="*/ 31531 w 8187558"/>
                  <a:gd name="connsiteY4-192" fmla="*/ 147145 h 2638097"/>
                  <a:gd name="connsiteX5-193" fmla="*/ 4099035 w 8187558"/>
                  <a:gd name="connsiteY5-194" fmla="*/ 1566042 h 2638097"/>
                  <a:gd name="connsiteX6-195" fmla="*/ 8187558 w 8187558"/>
                  <a:gd name="connsiteY6-196" fmla="*/ 0 h 2638097"/>
                  <a:gd name="connsiteX0-197" fmla="*/ 8187558 w 8187558"/>
                  <a:gd name="connsiteY0-198" fmla="*/ 0 h 2638097"/>
                  <a:gd name="connsiteX1-199" fmla="*/ 8187558 w 8187558"/>
                  <a:gd name="connsiteY1-200" fmla="*/ 1271752 h 2638097"/>
                  <a:gd name="connsiteX2-201" fmla="*/ 4099035 w 8187558"/>
                  <a:gd name="connsiteY2-202" fmla="*/ 2638097 h 2638097"/>
                  <a:gd name="connsiteX3-203" fmla="*/ 0 w 8187558"/>
                  <a:gd name="connsiteY3-204" fmla="*/ 1229711 h 2638097"/>
                  <a:gd name="connsiteX4-205" fmla="*/ 31531 w 8187558"/>
                  <a:gd name="connsiteY4-206" fmla="*/ 147145 h 2638097"/>
                  <a:gd name="connsiteX5-207" fmla="*/ 4099035 w 8187558"/>
                  <a:gd name="connsiteY5-208" fmla="*/ 1566042 h 2638097"/>
                  <a:gd name="connsiteX6-209" fmla="*/ 8187558 w 8187558"/>
                  <a:gd name="connsiteY6-210" fmla="*/ 0 h 2638097"/>
                  <a:gd name="connsiteX0-211" fmla="*/ 8187558 w 8187558"/>
                  <a:gd name="connsiteY0-212" fmla="*/ 0 h 2638097"/>
                  <a:gd name="connsiteX1-213" fmla="*/ 8187558 w 8187558"/>
                  <a:gd name="connsiteY1-214" fmla="*/ 1271752 h 2638097"/>
                  <a:gd name="connsiteX2-215" fmla="*/ 4099035 w 8187558"/>
                  <a:gd name="connsiteY2-216" fmla="*/ 2638097 h 2638097"/>
                  <a:gd name="connsiteX3-217" fmla="*/ 0 w 8187558"/>
                  <a:gd name="connsiteY3-218" fmla="*/ 1229711 h 2638097"/>
                  <a:gd name="connsiteX4-219" fmla="*/ 31531 w 8187558"/>
                  <a:gd name="connsiteY4-220" fmla="*/ 147145 h 2638097"/>
                  <a:gd name="connsiteX5-221" fmla="*/ 4099035 w 8187558"/>
                  <a:gd name="connsiteY5-222" fmla="*/ 1566042 h 2638097"/>
                  <a:gd name="connsiteX6-223" fmla="*/ 8187558 w 8187558"/>
                  <a:gd name="connsiteY6-224" fmla="*/ 0 h 2638097"/>
                  <a:gd name="connsiteX0-225" fmla="*/ 8187558 w 8187558"/>
                  <a:gd name="connsiteY0-226" fmla="*/ 0 h 2638097"/>
                  <a:gd name="connsiteX1-227" fmla="*/ 8187558 w 8187558"/>
                  <a:gd name="connsiteY1-228" fmla="*/ 1271752 h 2638097"/>
                  <a:gd name="connsiteX2-229" fmla="*/ 4099035 w 8187558"/>
                  <a:gd name="connsiteY2-230" fmla="*/ 2638097 h 2638097"/>
                  <a:gd name="connsiteX3-231" fmla="*/ 0 w 8187558"/>
                  <a:gd name="connsiteY3-232" fmla="*/ 1229711 h 2638097"/>
                  <a:gd name="connsiteX4-233" fmla="*/ 31531 w 8187558"/>
                  <a:gd name="connsiteY4-234" fmla="*/ 147145 h 2638097"/>
                  <a:gd name="connsiteX5-235" fmla="*/ 4099035 w 8187558"/>
                  <a:gd name="connsiteY5-236" fmla="*/ 1566042 h 2638097"/>
                  <a:gd name="connsiteX6-237" fmla="*/ 8187558 w 8187558"/>
                  <a:gd name="connsiteY6-238" fmla="*/ 0 h 2638097"/>
                  <a:gd name="connsiteX0-239" fmla="*/ 8187558 w 8187558"/>
                  <a:gd name="connsiteY0-240" fmla="*/ 0 h 2638097"/>
                  <a:gd name="connsiteX1-241" fmla="*/ 8187558 w 8187558"/>
                  <a:gd name="connsiteY1-242" fmla="*/ 1271752 h 2638097"/>
                  <a:gd name="connsiteX2-243" fmla="*/ 4099035 w 8187558"/>
                  <a:gd name="connsiteY2-244" fmla="*/ 2638097 h 2638097"/>
                  <a:gd name="connsiteX3-245" fmla="*/ 0 w 8187558"/>
                  <a:gd name="connsiteY3-246" fmla="*/ 1229711 h 2638097"/>
                  <a:gd name="connsiteX4-247" fmla="*/ 31531 w 8187558"/>
                  <a:gd name="connsiteY4-248" fmla="*/ 147145 h 2638097"/>
                  <a:gd name="connsiteX5-249" fmla="*/ 4099035 w 8187558"/>
                  <a:gd name="connsiteY5-250" fmla="*/ 1566042 h 2638097"/>
                  <a:gd name="connsiteX6-251" fmla="*/ 8187558 w 8187558"/>
                  <a:gd name="connsiteY6-252" fmla="*/ 0 h 2638097"/>
                  <a:gd name="connsiteX0-253" fmla="*/ 8187558 w 8187558"/>
                  <a:gd name="connsiteY0-254" fmla="*/ 0 h 2638097"/>
                  <a:gd name="connsiteX1-255" fmla="*/ 8187558 w 8187558"/>
                  <a:gd name="connsiteY1-256" fmla="*/ 1271752 h 2638097"/>
                  <a:gd name="connsiteX2-257" fmla="*/ 4099035 w 8187558"/>
                  <a:gd name="connsiteY2-258" fmla="*/ 2638097 h 2638097"/>
                  <a:gd name="connsiteX3-259" fmla="*/ 0 w 8187558"/>
                  <a:gd name="connsiteY3-260" fmla="*/ 1229711 h 2638097"/>
                  <a:gd name="connsiteX4-261" fmla="*/ 31531 w 8187558"/>
                  <a:gd name="connsiteY4-262" fmla="*/ 147145 h 2638097"/>
                  <a:gd name="connsiteX5-263" fmla="*/ 4099035 w 8187558"/>
                  <a:gd name="connsiteY5-264" fmla="*/ 1566042 h 2638097"/>
                  <a:gd name="connsiteX6-265" fmla="*/ 8187558 w 8187558"/>
                  <a:gd name="connsiteY6-266" fmla="*/ 0 h 2638097"/>
                  <a:gd name="connsiteX0-267" fmla="*/ 8187558 w 8187558"/>
                  <a:gd name="connsiteY0-268" fmla="*/ 0 h 2638097"/>
                  <a:gd name="connsiteX1-269" fmla="*/ 8187558 w 8187558"/>
                  <a:gd name="connsiteY1-270" fmla="*/ 1271752 h 2638097"/>
                  <a:gd name="connsiteX2-271" fmla="*/ 4099035 w 8187558"/>
                  <a:gd name="connsiteY2-272" fmla="*/ 2638097 h 2638097"/>
                  <a:gd name="connsiteX3-273" fmla="*/ 0 w 8187558"/>
                  <a:gd name="connsiteY3-274" fmla="*/ 1229711 h 2638097"/>
                  <a:gd name="connsiteX4-275" fmla="*/ 31531 w 8187558"/>
                  <a:gd name="connsiteY4-276" fmla="*/ 147145 h 2638097"/>
                  <a:gd name="connsiteX5-277" fmla="*/ 4099035 w 8187558"/>
                  <a:gd name="connsiteY5-278" fmla="*/ 1566042 h 2638097"/>
                  <a:gd name="connsiteX6-279" fmla="*/ 8187558 w 8187558"/>
                  <a:gd name="connsiteY6-280" fmla="*/ 0 h 2638097"/>
                  <a:gd name="connsiteX0-281" fmla="*/ 8187558 w 8187558"/>
                  <a:gd name="connsiteY0-282" fmla="*/ 0 h 2638097"/>
                  <a:gd name="connsiteX1-283" fmla="*/ 8187558 w 8187558"/>
                  <a:gd name="connsiteY1-284" fmla="*/ 1271752 h 2638097"/>
                  <a:gd name="connsiteX2-285" fmla="*/ 4099035 w 8187558"/>
                  <a:gd name="connsiteY2-286" fmla="*/ 2638097 h 2638097"/>
                  <a:gd name="connsiteX3-287" fmla="*/ 0 w 8187558"/>
                  <a:gd name="connsiteY3-288" fmla="*/ 1229711 h 2638097"/>
                  <a:gd name="connsiteX4-289" fmla="*/ 31531 w 8187558"/>
                  <a:gd name="connsiteY4-290" fmla="*/ 147145 h 2638097"/>
                  <a:gd name="connsiteX5-291" fmla="*/ 4099035 w 8187558"/>
                  <a:gd name="connsiteY5-292" fmla="*/ 1566042 h 2638097"/>
                  <a:gd name="connsiteX6-293" fmla="*/ 8187558 w 8187558"/>
                  <a:gd name="connsiteY6-294" fmla="*/ 0 h 2638097"/>
                  <a:gd name="connsiteX0-295" fmla="*/ 8176538 w 8176538"/>
                  <a:gd name="connsiteY0-296" fmla="*/ 0 h 2638097"/>
                  <a:gd name="connsiteX1-297" fmla="*/ 8176538 w 8176538"/>
                  <a:gd name="connsiteY1-298" fmla="*/ 1271752 h 2638097"/>
                  <a:gd name="connsiteX2-299" fmla="*/ 4088015 w 8176538"/>
                  <a:gd name="connsiteY2-300" fmla="*/ 2638097 h 2638097"/>
                  <a:gd name="connsiteX3-301" fmla="*/ 0 w 8176538"/>
                  <a:gd name="connsiteY3-302" fmla="*/ 1269888 h 2638097"/>
                  <a:gd name="connsiteX4-303" fmla="*/ 20511 w 8176538"/>
                  <a:gd name="connsiteY4-304" fmla="*/ 147145 h 2638097"/>
                  <a:gd name="connsiteX5-305" fmla="*/ 4088015 w 8176538"/>
                  <a:gd name="connsiteY5-306" fmla="*/ 1566042 h 2638097"/>
                  <a:gd name="connsiteX6-307" fmla="*/ 8176538 w 8176538"/>
                  <a:gd name="connsiteY6-308" fmla="*/ 0 h 2638097"/>
                  <a:gd name="connsiteX0-309" fmla="*/ 8176538 w 8176538"/>
                  <a:gd name="connsiteY0-310" fmla="*/ 0 h 2772020"/>
                  <a:gd name="connsiteX1-311" fmla="*/ 8176538 w 8176538"/>
                  <a:gd name="connsiteY1-312" fmla="*/ 1271752 h 2772020"/>
                  <a:gd name="connsiteX2-313" fmla="*/ 4099034 w 8176538"/>
                  <a:gd name="connsiteY2-314" fmla="*/ 2772020 h 2772020"/>
                  <a:gd name="connsiteX3-315" fmla="*/ 0 w 8176538"/>
                  <a:gd name="connsiteY3-316" fmla="*/ 1269888 h 2772020"/>
                  <a:gd name="connsiteX4-317" fmla="*/ 20511 w 8176538"/>
                  <a:gd name="connsiteY4-318" fmla="*/ 147145 h 2772020"/>
                  <a:gd name="connsiteX5-319" fmla="*/ 4088015 w 8176538"/>
                  <a:gd name="connsiteY5-320" fmla="*/ 1566042 h 2772020"/>
                  <a:gd name="connsiteX6-321" fmla="*/ 8176538 w 8176538"/>
                  <a:gd name="connsiteY6-322" fmla="*/ 0 h 2772020"/>
                  <a:gd name="connsiteX0-323" fmla="*/ 8176538 w 8176538"/>
                  <a:gd name="connsiteY0-324" fmla="*/ 0 h 2772339"/>
                  <a:gd name="connsiteX1-325" fmla="*/ 8176538 w 8176538"/>
                  <a:gd name="connsiteY1-326" fmla="*/ 1378890 h 2772339"/>
                  <a:gd name="connsiteX2-327" fmla="*/ 4099034 w 8176538"/>
                  <a:gd name="connsiteY2-328" fmla="*/ 2772020 h 2772339"/>
                  <a:gd name="connsiteX3-329" fmla="*/ 0 w 8176538"/>
                  <a:gd name="connsiteY3-330" fmla="*/ 1269888 h 2772339"/>
                  <a:gd name="connsiteX4-331" fmla="*/ 20511 w 8176538"/>
                  <a:gd name="connsiteY4-332" fmla="*/ 147145 h 2772339"/>
                  <a:gd name="connsiteX5-333" fmla="*/ 4088015 w 8176538"/>
                  <a:gd name="connsiteY5-334" fmla="*/ 1566042 h 2772339"/>
                  <a:gd name="connsiteX6-335" fmla="*/ 8176538 w 8176538"/>
                  <a:gd name="connsiteY6-336" fmla="*/ 0 h 2772339"/>
                  <a:gd name="connsiteX0-337" fmla="*/ 8176538 w 8176538"/>
                  <a:gd name="connsiteY0-338" fmla="*/ 0 h 2825888"/>
                  <a:gd name="connsiteX1-339" fmla="*/ 8176538 w 8176538"/>
                  <a:gd name="connsiteY1-340" fmla="*/ 1378890 h 2825888"/>
                  <a:gd name="connsiteX2-341" fmla="*/ 4099034 w 8176538"/>
                  <a:gd name="connsiteY2-342" fmla="*/ 2825590 h 2825888"/>
                  <a:gd name="connsiteX3-343" fmla="*/ 0 w 8176538"/>
                  <a:gd name="connsiteY3-344" fmla="*/ 1269888 h 2825888"/>
                  <a:gd name="connsiteX4-345" fmla="*/ 20511 w 8176538"/>
                  <a:gd name="connsiteY4-346" fmla="*/ 147145 h 2825888"/>
                  <a:gd name="connsiteX5-347" fmla="*/ 4088015 w 8176538"/>
                  <a:gd name="connsiteY5-348" fmla="*/ 1566042 h 2825888"/>
                  <a:gd name="connsiteX6-349" fmla="*/ 8176538 w 8176538"/>
                  <a:gd name="connsiteY6-350" fmla="*/ 0 h 2825888"/>
                  <a:gd name="connsiteX0-351" fmla="*/ 8165518 w 8165518"/>
                  <a:gd name="connsiteY0-352" fmla="*/ 0 h 2825606"/>
                  <a:gd name="connsiteX1-353" fmla="*/ 8165518 w 8165518"/>
                  <a:gd name="connsiteY1-354" fmla="*/ 1378890 h 2825606"/>
                  <a:gd name="connsiteX2-355" fmla="*/ 4088014 w 8165518"/>
                  <a:gd name="connsiteY2-356" fmla="*/ 2825590 h 2825606"/>
                  <a:gd name="connsiteX3-357" fmla="*/ 0 w 8165518"/>
                  <a:gd name="connsiteY3-358" fmla="*/ 1403811 h 2825606"/>
                  <a:gd name="connsiteX4-359" fmla="*/ 9491 w 8165518"/>
                  <a:gd name="connsiteY4-360" fmla="*/ 147145 h 2825606"/>
                  <a:gd name="connsiteX5-361" fmla="*/ 4076995 w 8165518"/>
                  <a:gd name="connsiteY5-362" fmla="*/ 1566042 h 2825606"/>
                  <a:gd name="connsiteX6-363" fmla="*/ 8165518 w 8165518"/>
                  <a:gd name="connsiteY6-364" fmla="*/ 0 h 2825606"/>
                  <a:gd name="connsiteX0-365" fmla="*/ 8165518 w 8165518"/>
                  <a:gd name="connsiteY0-366" fmla="*/ 0 h 2879174"/>
                  <a:gd name="connsiteX1-367" fmla="*/ 8165518 w 8165518"/>
                  <a:gd name="connsiteY1-368" fmla="*/ 1378890 h 2879174"/>
                  <a:gd name="connsiteX2-369" fmla="*/ 4132092 w 8165518"/>
                  <a:gd name="connsiteY2-370" fmla="*/ 2879159 h 2879174"/>
                  <a:gd name="connsiteX3-371" fmla="*/ 0 w 8165518"/>
                  <a:gd name="connsiteY3-372" fmla="*/ 1403811 h 2879174"/>
                  <a:gd name="connsiteX4-373" fmla="*/ 9491 w 8165518"/>
                  <a:gd name="connsiteY4-374" fmla="*/ 147145 h 2879174"/>
                  <a:gd name="connsiteX5-375" fmla="*/ 4076995 w 8165518"/>
                  <a:gd name="connsiteY5-376" fmla="*/ 1566042 h 2879174"/>
                  <a:gd name="connsiteX6-377" fmla="*/ 8165518 w 8165518"/>
                  <a:gd name="connsiteY6-378" fmla="*/ 0 h 2879174"/>
                  <a:gd name="connsiteX0-379" fmla="*/ 8165518 w 8176537"/>
                  <a:gd name="connsiteY0-380" fmla="*/ 0 h 2879410"/>
                  <a:gd name="connsiteX1-381" fmla="*/ 8176537 w 8176537"/>
                  <a:gd name="connsiteY1-382" fmla="*/ 1499420 h 2879410"/>
                  <a:gd name="connsiteX2-383" fmla="*/ 4132092 w 8176537"/>
                  <a:gd name="connsiteY2-384" fmla="*/ 2879159 h 2879410"/>
                  <a:gd name="connsiteX3-385" fmla="*/ 0 w 8176537"/>
                  <a:gd name="connsiteY3-386" fmla="*/ 1403811 h 2879410"/>
                  <a:gd name="connsiteX4-387" fmla="*/ 9491 w 8176537"/>
                  <a:gd name="connsiteY4-388" fmla="*/ 147145 h 2879410"/>
                  <a:gd name="connsiteX5-389" fmla="*/ 4076995 w 8176537"/>
                  <a:gd name="connsiteY5-390" fmla="*/ 1566042 h 2879410"/>
                  <a:gd name="connsiteX6-391" fmla="*/ 8165518 w 8176537"/>
                  <a:gd name="connsiteY6-392" fmla="*/ 0 h 2879410"/>
                  <a:gd name="connsiteX0-393" fmla="*/ 8165518 w 8176537"/>
                  <a:gd name="connsiteY0-394" fmla="*/ 0 h 2879262"/>
                  <a:gd name="connsiteX1-395" fmla="*/ 8176537 w 8176537"/>
                  <a:gd name="connsiteY1-396" fmla="*/ 1499420 h 2879262"/>
                  <a:gd name="connsiteX2-397" fmla="*/ 4132092 w 8176537"/>
                  <a:gd name="connsiteY2-398" fmla="*/ 2879159 h 2879262"/>
                  <a:gd name="connsiteX3-399" fmla="*/ 0 w 8176537"/>
                  <a:gd name="connsiteY3-400" fmla="*/ 1403811 h 2879262"/>
                  <a:gd name="connsiteX4-401" fmla="*/ 9491 w 8176537"/>
                  <a:gd name="connsiteY4-402" fmla="*/ 147145 h 2879262"/>
                  <a:gd name="connsiteX5-403" fmla="*/ 4076995 w 8176537"/>
                  <a:gd name="connsiteY5-404" fmla="*/ 1566042 h 2879262"/>
                  <a:gd name="connsiteX6-405" fmla="*/ 8165518 w 8176537"/>
                  <a:gd name="connsiteY6-406" fmla="*/ 0 h 2879262"/>
                  <a:gd name="connsiteX0-407" fmla="*/ 8165518 w 8176537"/>
                  <a:gd name="connsiteY0-408" fmla="*/ 0 h 2879163"/>
                  <a:gd name="connsiteX1-409" fmla="*/ 8176537 w 8176537"/>
                  <a:gd name="connsiteY1-410" fmla="*/ 1499420 h 2879163"/>
                  <a:gd name="connsiteX2-411" fmla="*/ 4132092 w 8176537"/>
                  <a:gd name="connsiteY2-412" fmla="*/ 2879159 h 2879163"/>
                  <a:gd name="connsiteX3-413" fmla="*/ 0 w 8176537"/>
                  <a:gd name="connsiteY3-414" fmla="*/ 1510948 h 2879163"/>
                  <a:gd name="connsiteX4-415" fmla="*/ 9491 w 8176537"/>
                  <a:gd name="connsiteY4-416" fmla="*/ 147145 h 2879163"/>
                  <a:gd name="connsiteX5-417" fmla="*/ 4076995 w 8176537"/>
                  <a:gd name="connsiteY5-418" fmla="*/ 1566042 h 2879163"/>
                  <a:gd name="connsiteX6-419" fmla="*/ 8165518 w 8176537"/>
                  <a:gd name="connsiteY6-420" fmla="*/ 0 h 2879163"/>
                  <a:gd name="connsiteX0-421" fmla="*/ 8165518 w 8198577"/>
                  <a:gd name="connsiteY0-422" fmla="*/ 0 h 2879451"/>
                  <a:gd name="connsiteX1-423" fmla="*/ 8198577 w 8198577"/>
                  <a:gd name="connsiteY1-424" fmla="*/ 1606558 h 2879451"/>
                  <a:gd name="connsiteX2-425" fmla="*/ 4132092 w 8198577"/>
                  <a:gd name="connsiteY2-426" fmla="*/ 2879159 h 2879451"/>
                  <a:gd name="connsiteX3-427" fmla="*/ 0 w 8198577"/>
                  <a:gd name="connsiteY3-428" fmla="*/ 1510948 h 2879451"/>
                  <a:gd name="connsiteX4-429" fmla="*/ 9491 w 8198577"/>
                  <a:gd name="connsiteY4-430" fmla="*/ 147145 h 2879451"/>
                  <a:gd name="connsiteX5-431" fmla="*/ 4076995 w 8198577"/>
                  <a:gd name="connsiteY5-432" fmla="*/ 1566042 h 2879451"/>
                  <a:gd name="connsiteX6-433" fmla="*/ 8165518 w 8198577"/>
                  <a:gd name="connsiteY6-434" fmla="*/ 0 h 2879451"/>
                  <a:gd name="connsiteX0-435" fmla="*/ 8165518 w 8165518"/>
                  <a:gd name="connsiteY0-436" fmla="*/ 0 h 2880066"/>
                  <a:gd name="connsiteX1-437" fmla="*/ 8165518 w 8165518"/>
                  <a:gd name="connsiteY1-438" fmla="*/ 1673520 h 2880066"/>
                  <a:gd name="connsiteX2-439" fmla="*/ 4132092 w 8165518"/>
                  <a:gd name="connsiteY2-440" fmla="*/ 2879159 h 2880066"/>
                  <a:gd name="connsiteX3-441" fmla="*/ 0 w 8165518"/>
                  <a:gd name="connsiteY3-442" fmla="*/ 1510948 h 2880066"/>
                  <a:gd name="connsiteX4-443" fmla="*/ 9491 w 8165518"/>
                  <a:gd name="connsiteY4-444" fmla="*/ 147145 h 2880066"/>
                  <a:gd name="connsiteX5-445" fmla="*/ 4076995 w 8165518"/>
                  <a:gd name="connsiteY5-446" fmla="*/ 1566042 h 2880066"/>
                  <a:gd name="connsiteX6-447" fmla="*/ 8165518 w 8165518"/>
                  <a:gd name="connsiteY6-448" fmla="*/ 0 h 2880066"/>
                  <a:gd name="connsiteX0-449" fmla="*/ 8156794 w 8156794"/>
                  <a:gd name="connsiteY0-450" fmla="*/ 0 h 2879270"/>
                  <a:gd name="connsiteX1-451" fmla="*/ 8156794 w 8156794"/>
                  <a:gd name="connsiteY1-452" fmla="*/ 1673520 h 2879270"/>
                  <a:gd name="connsiteX2-453" fmla="*/ 4123368 w 8156794"/>
                  <a:gd name="connsiteY2-454" fmla="*/ 2879159 h 2879270"/>
                  <a:gd name="connsiteX3-455" fmla="*/ 2295 w 8156794"/>
                  <a:gd name="connsiteY3-456" fmla="*/ 1618086 h 2879270"/>
                  <a:gd name="connsiteX4-457" fmla="*/ 767 w 8156794"/>
                  <a:gd name="connsiteY4-458" fmla="*/ 147145 h 2879270"/>
                  <a:gd name="connsiteX5-459" fmla="*/ 4068271 w 8156794"/>
                  <a:gd name="connsiteY5-460" fmla="*/ 1566042 h 2879270"/>
                  <a:gd name="connsiteX6-461" fmla="*/ 8156794 w 8156794"/>
                  <a:gd name="connsiteY6-462" fmla="*/ 0 h 2879270"/>
                  <a:gd name="connsiteX0-463" fmla="*/ 8156794 w 8156794"/>
                  <a:gd name="connsiteY0-464" fmla="*/ 0 h 2973000"/>
                  <a:gd name="connsiteX1-465" fmla="*/ 8156794 w 8156794"/>
                  <a:gd name="connsiteY1-466" fmla="*/ 1673520 h 2973000"/>
                  <a:gd name="connsiteX2-467" fmla="*/ 4134388 w 8156794"/>
                  <a:gd name="connsiteY2-468" fmla="*/ 2972904 h 2973000"/>
                  <a:gd name="connsiteX3-469" fmla="*/ 2295 w 8156794"/>
                  <a:gd name="connsiteY3-470" fmla="*/ 1618086 h 2973000"/>
                  <a:gd name="connsiteX4-471" fmla="*/ 767 w 8156794"/>
                  <a:gd name="connsiteY4-472" fmla="*/ 147145 h 2973000"/>
                  <a:gd name="connsiteX5-473" fmla="*/ 4068271 w 8156794"/>
                  <a:gd name="connsiteY5-474" fmla="*/ 1566042 h 2973000"/>
                  <a:gd name="connsiteX6-475" fmla="*/ 8156794 w 8156794"/>
                  <a:gd name="connsiteY6-476" fmla="*/ 0 h 2973000"/>
                  <a:gd name="connsiteX0-477" fmla="*/ 8156794 w 8156794"/>
                  <a:gd name="connsiteY0-478" fmla="*/ 0 h 2973000"/>
                  <a:gd name="connsiteX1-479" fmla="*/ 8156794 w 8156794"/>
                  <a:gd name="connsiteY1-480" fmla="*/ 1673520 h 2973000"/>
                  <a:gd name="connsiteX2-481" fmla="*/ 4134388 w 8156794"/>
                  <a:gd name="connsiteY2-482" fmla="*/ 2972904 h 2973000"/>
                  <a:gd name="connsiteX3-483" fmla="*/ 2295 w 8156794"/>
                  <a:gd name="connsiteY3-484" fmla="*/ 1618086 h 2973000"/>
                  <a:gd name="connsiteX4-485" fmla="*/ 767 w 8156794"/>
                  <a:gd name="connsiteY4-486" fmla="*/ 147145 h 2973000"/>
                  <a:gd name="connsiteX5-487" fmla="*/ 4068271 w 8156794"/>
                  <a:gd name="connsiteY5-488" fmla="*/ 1566042 h 2973000"/>
                  <a:gd name="connsiteX6-489" fmla="*/ 8156794 w 8156794"/>
                  <a:gd name="connsiteY6-490" fmla="*/ 0 h 2973000"/>
                  <a:gd name="connsiteX0-491" fmla="*/ 8156794 w 8156794"/>
                  <a:gd name="connsiteY0-492" fmla="*/ 0 h 2973000"/>
                  <a:gd name="connsiteX1-493" fmla="*/ 8156794 w 8156794"/>
                  <a:gd name="connsiteY1-494" fmla="*/ 1673520 h 2973000"/>
                  <a:gd name="connsiteX2-495" fmla="*/ 4134388 w 8156794"/>
                  <a:gd name="connsiteY2-496" fmla="*/ 2972904 h 2973000"/>
                  <a:gd name="connsiteX3-497" fmla="*/ 2295 w 8156794"/>
                  <a:gd name="connsiteY3-498" fmla="*/ 1618086 h 2973000"/>
                  <a:gd name="connsiteX4-499" fmla="*/ 767 w 8156794"/>
                  <a:gd name="connsiteY4-500" fmla="*/ 147145 h 2973000"/>
                  <a:gd name="connsiteX5-501" fmla="*/ 4068271 w 8156794"/>
                  <a:gd name="connsiteY5-502" fmla="*/ 1566042 h 2973000"/>
                  <a:gd name="connsiteX6-503" fmla="*/ 8156794 w 8156794"/>
                  <a:gd name="connsiteY6-504" fmla="*/ 0 h 2973000"/>
                  <a:gd name="connsiteX0-505" fmla="*/ 8156794 w 8156794"/>
                  <a:gd name="connsiteY0-506" fmla="*/ 0 h 2973020"/>
                  <a:gd name="connsiteX1-507" fmla="*/ 8156794 w 8156794"/>
                  <a:gd name="connsiteY1-508" fmla="*/ 1673520 h 2973020"/>
                  <a:gd name="connsiteX2-509" fmla="*/ 4134388 w 8156794"/>
                  <a:gd name="connsiteY2-510" fmla="*/ 2972904 h 2973020"/>
                  <a:gd name="connsiteX3-511" fmla="*/ 2295 w 8156794"/>
                  <a:gd name="connsiteY3-512" fmla="*/ 1618086 h 2973020"/>
                  <a:gd name="connsiteX4-513" fmla="*/ 767 w 8156794"/>
                  <a:gd name="connsiteY4-514" fmla="*/ 147145 h 2973020"/>
                  <a:gd name="connsiteX5-515" fmla="*/ 4068271 w 8156794"/>
                  <a:gd name="connsiteY5-516" fmla="*/ 1566042 h 2973020"/>
                  <a:gd name="connsiteX6-517" fmla="*/ 8156794 w 8156794"/>
                  <a:gd name="connsiteY6-518" fmla="*/ 0 h 2973020"/>
                  <a:gd name="connsiteX0-519" fmla="*/ 8156794 w 8156794"/>
                  <a:gd name="connsiteY0-520" fmla="*/ 0 h 2973021"/>
                  <a:gd name="connsiteX1-521" fmla="*/ 8156794 w 8156794"/>
                  <a:gd name="connsiteY1-522" fmla="*/ 1673520 h 2973021"/>
                  <a:gd name="connsiteX2-523" fmla="*/ 4134388 w 8156794"/>
                  <a:gd name="connsiteY2-524" fmla="*/ 2972904 h 2973021"/>
                  <a:gd name="connsiteX3-525" fmla="*/ 2295 w 8156794"/>
                  <a:gd name="connsiteY3-526" fmla="*/ 1618086 h 2973021"/>
                  <a:gd name="connsiteX4-527" fmla="*/ 767 w 8156794"/>
                  <a:gd name="connsiteY4-528" fmla="*/ 147145 h 2973021"/>
                  <a:gd name="connsiteX5-529" fmla="*/ 4068271 w 8156794"/>
                  <a:gd name="connsiteY5-530" fmla="*/ 1566042 h 2973021"/>
                  <a:gd name="connsiteX6-531" fmla="*/ 8156794 w 8156794"/>
                  <a:gd name="connsiteY6-532" fmla="*/ 0 h 2973021"/>
                  <a:gd name="connsiteX0-533" fmla="*/ 8156794 w 8156794"/>
                  <a:gd name="connsiteY0-534" fmla="*/ 0 h 2973021"/>
                  <a:gd name="connsiteX1-535" fmla="*/ 8156794 w 8156794"/>
                  <a:gd name="connsiteY1-536" fmla="*/ 1673520 h 2973021"/>
                  <a:gd name="connsiteX2-537" fmla="*/ 4134388 w 8156794"/>
                  <a:gd name="connsiteY2-538" fmla="*/ 2972904 h 2973021"/>
                  <a:gd name="connsiteX3-539" fmla="*/ 2295 w 8156794"/>
                  <a:gd name="connsiteY3-540" fmla="*/ 1618086 h 2973021"/>
                  <a:gd name="connsiteX4-541" fmla="*/ 767 w 8156794"/>
                  <a:gd name="connsiteY4-542" fmla="*/ 147145 h 2973021"/>
                  <a:gd name="connsiteX5-543" fmla="*/ 4068271 w 8156794"/>
                  <a:gd name="connsiteY5-544" fmla="*/ 1566042 h 2973021"/>
                  <a:gd name="connsiteX6-545" fmla="*/ 8156794 w 8156794"/>
                  <a:gd name="connsiteY6-546" fmla="*/ 0 h 2973021"/>
                  <a:gd name="connsiteX0-547" fmla="*/ 8156794 w 8156794"/>
                  <a:gd name="connsiteY0-548" fmla="*/ 0 h 2973021"/>
                  <a:gd name="connsiteX1-549" fmla="*/ 8156794 w 8156794"/>
                  <a:gd name="connsiteY1-550" fmla="*/ 1673520 h 2973021"/>
                  <a:gd name="connsiteX2-551" fmla="*/ 4134388 w 8156794"/>
                  <a:gd name="connsiteY2-552" fmla="*/ 2972904 h 2973021"/>
                  <a:gd name="connsiteX3-553" fmla="*/ 2295 w 8156794"/>
                  <a:gd name="connsiteY3-554" fmla="*/ 1618086 h 2973021"/>
                  <a:gd name="connsiteX4-555" fmla="*/ 767 w 8156794"/>
                  <a:gd name="connsiteY4-556" fmla="*/ 147145 h 2973021"/>
                  <a:gd name="connsiteX5-557" fmla="*/ 4068271 w 8156794"/>
                  <a:gd name="connsiteY5-558" fmla="*/ 1566042 h 2973021"/>
                  <a:gd name="connsiteX6-559" fmla="*/ 8156794 w 8156794"/>
                  <a:gd name="connsiteY6-560" fmla="*/ 0 h 2973021"/>
                  <a:gd name="connsiteX0-561" fmla="*/ 8156794 w 8156794"/>
                  <a:gd name="connsiteY0-562" fmla="*/ 0 h 2973021"/>
                  <a:gd name="connsiteX1-563" fmla="*/ 8156794 w 8156794"/>
                  <a:gd name="connsiteY1-564" fmla="*/ 1673520 h 2973021"/>
                  <a:gd name="connsiteX2-565" fmla="*/ 4134388 w 8156794"/>
                  <a:gd name="connsiteY2-566" fmla="*/ 2972904 h 2973021"/>
                  <a:gd name="connsiteX3-567" fmla="*/ 2295 w 8156794"/>
                  <a:gd name="connsiteY3-568" fmla="*/ 1618086 h 2973021"/>
                  <a:gd name="connsiteX4-569" fmla="*/ 767 w 8156794"/>
                  <a:gd name="connsiteY4-570" fmla="*/ 147145 h 2973021"/>
                  <a:gd name="connsiteX5-571" fmla="*/ 4068271 w 8156794"/>
                  <a:gd name="connsiteY5-572" fmla="*/ 1566042 h 2973021"/>
                  <a:gd name="connsiteX6-573" fmla="*/ 8156794 w 8156794"/>
                  <a:gd name="connsiteY6-574" fmla="*/ 0 h 2973021"/>
                  <a:gd name="connsiteX0-575" fmla="*/ 8156794 w 8156794"/>
                  <a:gd name="connsiteY0-576" fmla="*/ 0 h 2973141"/>
                  <a:gd name="connsiteX1-577" fmla="*/ 8156794 w 8156794"/>
                  <a:gd name="connsiteY1-578" fmla="*/ 1673520 h 2973141"/>
                  <a:gd name="connsiteX2-579" fmla="*/ 4134388 w 8156794"/>
                  <a:gd name="connsiteY2-580" fmla="*/ 2972904 h 2973141"/>
                  <a:gd name="connsiteX3-581" fmla="*/ 2295 w 8156794"/>
                  <a:gd name="connsiteY3-582" fmla="*/ 1618086 h 2973141"/>
                  <a:gd name="connsiteX4-583" fmla="*/ 767 w 8156794"/>
                  <a:gd name="connsiteY4-584" fmla="*/ 147145 h 2973141"/>
                  <a:gd name="connsiteX5-585" fmla="*/ 4068271 w 8156794"/>
                  <a:gd name="connsiteY5-586" fmla="*/ 1566042 h 2973141"/>
                  <a:gd name="connsiteX6-587" fmla="*/ 8156794 w 8156794"/>
                  <a:gd name="connsiteY6-588" fmla="*/ 0 h 2973141"/>
                  <a:gd name="connsiteX0-589" fmla="*/ 8156794 w 8156794"/>
                  <a:gd name="connsiteY0-590" fmla="*/ 0 h 3066827"/>
                  <a:gd name="connsiteX1-591" fmla="*/ 8156794 w 8156794"/>
                  <a:gd name="connsiteY1-592" fmla="*/ 1673520 h 3066827"/>
                  <a:gd name="connsiteX2-593" fmla="*/ 4123353 w 8156794"/>
                  <a:gd name="connsiteY2-594" fmla="*/ 3066650 h 3066827"/>
                  <a:gd name="connsiteX3-595" fmla="*/ 2295 w 8156794"/>
                  <a:gd name="connsiteY3-596" fmla="*/ 1618086 h 3066827"/>
                  <a:gd name="connsiteX4-597" fmla="*/ 767 w 8156794"/>
                  <a:gd name="connsiteY4-598" fmla="*/ 147145 h 3066827"/>
                  <a:gd name="connsiteX5-599" fmla="*/ 4068271 w 8156794"/>
                  <a:gd name="connsiteY5-600" fmla="*/ 1566042 h 3066827"/>
                  <a:gd name="connsiteX6-601" fmla="*/ 8156794 w 8156794"/>
                  <a:gd name="connsiteY6-602" fmla="*/ 0 h 3066827"/>
                  <a:gd name="connsiteX0-603" fmla="*/ 8123689 w 8156794"/>
                  <a:gd name="connsiteY0-604" fmla="*/ 0 h 2999866"/>
                  <a:gd name="connsiteX1-605" fmla="*/ 8156794 w 8156794"/>
                  <a:gd name="connsiteY1-606" fmla="*/ 1606559 h 2999866"/>
                  <a:gd name="connsiteX2-607" fmla="*/ 4123353 w 8156794"/>
                  <a:gd name="connsiteY2-608" fmla="*/ 2999689 h 2999866"/>
                  <a:gd name="connsiteX3-609" fmla="*/ 2295 w 8156794"/>
                  <a:gd name="connsiteY3-610" fmla="*/ 1551125 h 2999866"/>
                  <a:gd name="connsiteX4-611" fmla="*/ 767 w 8156794"/>
                  <a:gd name="connsiteY4-612" fmla="*/ 80184 h 2999866"/>
                  <a:gd name="connsiteX5-613" fmla="*/ 4068271 w 8156794"/>
                  <a:gd name="connsiteY5-614" fmla="*/ 1499081 h 2999866"/>
                  <a:gd name="connsiteX6-615" fmla="*/ 8123689 w 8156794"/>
                  <a:gd name="connsiteY6-616" fmla="*/ 0 h 2999866"/>
                  <a:gd name="connsiteX0-617" fmla="*/ 8167828 w 8167828"/>
                  <a:gd name="connsiteY0-618" fmla="*/ 0 h 3026651"/>
                  <a:gd name="connsiteX1-619" fmla="*/ 8156794 w 8167828"/>
                  <a:gd name="connsiteY1-620" fmla="*/ 1633344 h 3026651"/>
                  <a:gd name="connsiteX2-621" fmla="*/ 4123353 w 8167828"/>
                  <a:gd name="connsiteY2-622" fmla="*/ 3026474 h 3026651"/>
                  <a:gd name="connsiteX3-623" fmla="*/ 2295 w 8167828"/>
                  <a:gd name="connsiteY3-624" fmla="*/ 1577910 h 3026651"/>
                  <a:gd name="connsiteX4-625" fmla="*/ 767 w 8167828"/>
                  <a:gd name="connsiteY4-626" fmla="*/ 106969 h 3026651"/>
                  <a:gd name="connsiteX5-627" fmla="*/ 4068271 w 8167828"/>
                  <a:gd name="connsiteY5-628" fmla="*/ 1525866 h 3026651"/>
                  <a:gd name="connsiteX6-629" fmla="*/ 8167828 w 8167828"/>
                  <a:gd name="connsiteY6-630" fmla="*/ 0 h 3026651"/>
                  <a:gd name="connsiteX0-631" fmla="*/ 8167828 w 8167828"/>
                  <a:gd name="connsiteY0-632" fmla="*/ 0 h 3027228"/>
                  <a:gd name="connsiteX1-633" fmla="*/ 8145760 w 8167828"/>
                  <a:gd name="connsiteY1-634" fmla="*/ 1686913 h 3027228"/>
                  <a:gd name="connsiteX2-635" fmla="*/ 4123353 w 8167828"/>
                  <a:gd name="connsiteY2-636" fmla="*/ 3026474 h 3027228"/>
                  <a:gd name="connsiteX3-637" fmla="*/ 2295 w 8167828"/>
                  <a:gd name="connsiteY3-638" fmla="*/ 1577910 h 3027228"/>
                  <a:gd name="connsiteX4-639" fmla="*/ 767 w 8167828"/>
                  <a:gd name="connsiteY4-640" fmla="*/ 106969 h 3027228"/>
                  <a:gd name="connsiteX5-641" fmla="*/ 4068271 w 8167828"/>
                  <a:gd name="connsiteY5-642" fmla="*/ 1525866 h 3027228"/>
                  <a:gd name="connsiteX6-643" fmla="*/ 8167828 w 8167828"/>
                  <a:gd name="connsiteY6-644" fmla="*/ 0 h 3027228"/>
                  <a:gd name="connsiteX0-645" fmla="*/ 8156794 w 8156794"/>
                  <a:gd name="connsiteY0-646" fmla="*/ 0 h 2933483"/>
                  <a:gd name="connsiteX1-647" fmla="*/ 8145760 w 8156794"/>
                  <a:gd name="connsiteY1-648" fmla="*/ 1593168 h 2933483"/>
                  <a:gd name="connsiteX2-649" fmla="*/ 4123353 w 8156794"/>
                  <a:gd name="connsiteY2-650" fmla="*/ 2932729 h 2933483"/>
                  <a:gd name="connsiteX3-651" fmla="*/ 2295 w 8156794"/>
                  <a:gd name="connsiteY3-652" fmla="*/ 1484165 h 2933483"/>
                  <a:gd name="connsiteX4-653" fmla="*/ 767 w 8156794"/>
                  <a:gd name="connsiteY4-654" fmla="*/ 13224 h 2933483"/>
                  <a:gd name="connsiteX5-655" fmla="*/ 4068271 w 8156794"/>
                  <a:gd name="connsiteY5-656" fmla="*/ 1432121 h 2933483"/>
                  <a:gd name="connsiteX6-657" fmla="*/ 8156794 w 8156794"/>
                  <a:gd name="connsiteY6-658" fmla="*/ 0 h 2933483"/>
                  <a:gd name="connsiteX0-659" fmla="*/ 8156794 w 8156794"/>
                  <a:gd name="connsiteY0-660" fmla="*/ 0 h 2933483"/>
                  <a:gd name="connsiteX1-661" fmla="*/ 8145760 w 8156794"/>
                  <a:gd name="connsiteY1-662" fmla="*/ 1593168 h 2933483"/>
                  <a:gd name="connsiteX2-663" fmla="*/ 4123353 w 8156794"/>
                  <a:gd name="connsiteY2-664" fmla="*/ 2932729 h 2933483"/>
                  <a:gd name="connsiteX3-665" fmla="*/ 2295 w 8156794"/>
                  <a:gd name="connsiteY3-666" fmla="*/ 1484165 h 2933483"/>
                  <a:gd name="connsiteX4-667" fmla="*/ 767 w 8156794"/>
                  <a:gd name="connsiteY4-668" fmla="*/ 13224 h 2933483"/>
                  <a:gd name="connsiteX5-669" fmla="*/ 4068271 w 8156794"/>
                  <a:gd name="connsiteY5-670" fmla="*/ 1432121 h 2933483"/>
                  <a:gd name="connsiteX6-671" fmla="*/ 8156794 w 8156794"/>
                  <a:gd name="connsiteY6-672" fmla="*/ 0 h 2933483"/>
                  <a:gd name="connsiteX0-673" fmla="*/ 8123689 w 8145760"/>
                  <a:gd name="connsiteY0-674" fmla="*/ 13560 h 2920259"/>
                  <a:gd name="connsiteX1-675" fmla="*/ 8145760 w 8145760"/>
                  <a:gd name="connsiteY1-676" fmla="*/ 1579944 h 2920259"/>
                  <a:gd name="connsiteX2-677" fmla="*/ 4123353 w 8145760"/>
                  <a:gd name="connsiteY2-678" fmla="*/ 2919505 h 2920259"/>
                  <a:gd name="connsiteX3-679" fmla="*/ 2295 w 8145760"/>
                  <a:gd name="connsiteY3-680" fmla="*/ 1470941 h 2920259"/>
                  <a:gd name="connsiteX4-681" fmla="*/ 767 w 8145760"/>
                  <a:gd name="connsiteY4-682" fmla="*/ 0 h 2920259"/>
                  <a:gd name="connsiteX5-683" fmla="*/ 4068271 w 8145760"/>
                  <a:gd name="connsiteY5-684" fmla="*/ 1418897 h 2920259"/>
                  <a:gd name="connsiteX6-685" fmla="*/ 8123689 w 8145760"/>
                  <a:gd name="connsiteY6-686" fmla="*/ 13560 h 2920259"/>
                  <a:gd name="connsiteX0-687" fmla="*/ 8178863 w 8178863"/>
                  <a:gd name="connsiteY0-688" fmla="*/ 26952 h 2920259"/>
                  <a:gd name="connsiteX1-689" fmla="*/ 8145760 w 8178863"/>
                  <a:gd name="connsiteY1-690" fmla="*/ 1579944 h 2920259"/>
                  <a:gd name="connsiteX2-691" fmla="*/ 4123353 w 8178863"/>
                  <a:gd name="connsiteY2-692" fmla="*/ 2919505 h 2920259"/>
                  <a:gd name="connsiteX3-693" fmla="*/ 2295 w 8178863"/>
                  <a:gd name="connsiteY3-694" fmla="*/ 1470941 h 2920259"/>
                  <a:gd name="connsiteX4-695" fmla="*/ 767 w 8178863"/>
                  <a:gd name="connsiteY4-696" fmla="*/ 0 h 2920259"/>
                  <a:gd name="connsiteX5-697" fmla="*/ 4068271 w 8178863"/>
                  <a:gd name="connsiteY5-698" fmla="*/ 1418897 h 2920259"/>
                  <a:gd name="connsiteX6-699" fmla="*/ 8178863 w 8178863"/>
                  <a:gd name="connsiteY6-700" fmla="*/ 26952 h 2920259"/>
                  <a:gd name="connsiteX0-701" fmla="*/ 8167827 w 8167827"/>
                  <a:gd name="connsiteY0-702" fmla="*/ 40343 h 2920259"/>
                  <a:gd name="connsiteX1-703" fmla="*/ 8145760 w 8167827"/>
                  <a:gd name="connsiteY1-704" fmla="*/ 1579944 h 2920259"/>
                  <a:gd name="connsiteX2-705" fmla="*/ 4123353 w 8167827"/>
                  <a:gd name="connsiteY2-706" fmla="*/ 2919505 h 2920259"/>
                  <a:gd name="connsiteX3-707" fmla="*/ 2295 w 8167827"/>
                  <a:gd name="connsiteY3-708" fmla="*/ 1470941 h 2920259"/>
                  <a:gd name="connsiteX4-709" fmla="*/ 767 w 8167827"/>
                  <a:gd name="connsiteY4-710" fmla="*/ 0 h 2920259"/>
                  <a:gd name="connsiteX5-711" fmla="*/ 4068271 w 8167827"/>
                  <a:gd name="connsiteY5-712" fmla="*/ 1418897 h 2920259"/>
                  <a:gd name="connsiteX6-713" fmla="*/ 8167827 w 8167827"/>
                  <a:gd name="connsiteY6-714" fmla="*/ 40343 h 2920259"/>
                  <a:gd name="connsiteX0-715" fmla="*/ 8123687 w 8145760"/>
                  <a:gd name="connsiteY0-716" fmla="*/ 53735 h 2920259"/>
                  <a:gd name="connsiteX1-717" fmla="*/ 8145760 w 8145760"/>
                  <a:gd name="connsiteY1-718" fmla="*/ 1579944 h 2920259"/>
                  <a:gd name="connsiteX2-719" fmla="*/ 4123353 w 8145760"/>
                  <a:gd name="connsiteY2-720" fmla="*/ 2919505 h 2920259"/>
                  <a:gd name="connsiteX3-721" fmla="*/ 2295 w 8145760"/>
                  <a:gd name="connsiteY3-722" fmla="*/ 1470941 h 2920259"/>
                  <a:gd name="connsiteX4-723" fmla="*/ 767 w 8145760"/>
                  <a:gd name="connsiteY4-724" fmla="*/ 0 h 2920259"/>
                  <a:gd name="connsiteX5-725" fmla="*/ 4068271 w 8145760"/>
                  <a:gd name="connsiteY5-726" fmla="*/ 1418897 h 2920259"/>
                  <a:gd name="connsiteX6-727" fmla="*/ 8123687 w 8145760"/>
                  <a:gd name="connsiteY6-728" fmla="*/ 53735 h 2920259"/>
                  <a:gd name="connsiteX0-729" fmla="*/ 8161918 w 8161918"/>
                  <a:gd name="connsiteY0-730" fmla="*/ 0 h 2943855"/>
                  <a:gd name="connsiteX1-731" fmla="*/ 8145760 w 8161918"/>
                  <a:gd name="connsiteY1-732" fmla="*/ 1603540 h 2943855"/>
                  <a:gd name="connsiteX2-733" fmla="*/ 4123353 w 8161918"/>
                  <a:gd name="connsiteY2-734" fmla="*/ 2943101 h 2943855"/>
                  <a:gd name="connsiteX3-735" fmla="*/ 2295 w 8161918"/>
                  <a:gd name="connsiteY3-736" fmla="*/ 1494537 h 2943855"/>
                  <a:gd name="connsiteX4-737" fmla="*/ 767 w 8161918"/>
                  <a:gd name="connsiteY4-738" fmla="*/ 23596 h 2943855"/>
                  <a:gd name="connsiteX5-739" fmla="*/ 4068271 w 8161918"/>
                  <a:gd name="connsiteY5-740" fmla="*/ 1442493 h 2943855"/>
                  <a:gd name="connsiteX6-741" fmla="*/ 8161918 w 8161918"/>
                  <a:gd name="connsiteY6-742" fmla="*/ 0 h 2943855"/>
                  <a:gd name="connsiteX0-743" fmla="*/ 8144926 w 8145760"/>
                  <a:gd name="connsiteY0-744" fmla="*/ 43424 h 2920259"/>
                  <a:gd name="connsiteX1-745" fmla="*/ 8145760 w 8145760"/>
                  <a:gd name="connsiteY1-746" fmla="*/ 1579944 h 2920259"/>
                  <a:gd name="connsiteX2-747" fmla="*/ 4123353 w 8145760"/>
                  <a:gd name="connsiteY2-748" fmla="*/ 2919505 h 2920259"/>
                  <a:gd name="connsiteX3-749" fmla="*/ 2295 w 8145760"/>
                  <a:gd name="connsiteY3-750" fmla="*/ 1470941 h 2920259"/>
                  <a:gd name="connsiteX4-751" fmla="*/ 767 w 8145760"/>
                  <a:gd name="connsiteY4-752" fmla="*/ 0 h 2920259"/>
                  <a:gd name="connsiteX5-753" fmla="*/ 4068271 w 8145760"/>
                  <a:gd name="connsiteY5-754" fmla="*/ 1418897 h 2920259"/>
                  <a:gd name="connsiteX6-755" fmla="*/ 8144926 w 8145760"/>
                  <a:gd name="connsiteY6-756" fmla="*/ 43424 h 2920259"/>
                  <a:gd name="connsiteX0-757" fmla="*/ 8161918 w 8161918"/>
                  <a:gd name="connsiteY0-758" fmla="*/ 0 h 2959321"/>
                  <a:gd name="connsiteX1-759" fmla="*/ 8145760 w 8161918"/>
                  <a:gd name="connsiteY1-760" fmla="*/ 1619006 h 2959321"/>
                  <a:gd name="connsiteX2-761" fmla="*/ 4123353 w 8161918"/>
                  <a:gd name="connsiteY2-762" fmla="*/ 2958567 h 2959321"/>
                  <a:gd name="connsiteX3-763" fmla="*/ 2295 w 8161918"/>
                  <a:gd name="connsiteY3-764" fmla="*/ 1510003 h 2959321"/>
                  <a:gd name="connsiteX4-765" fmla="*/ 767 w 8161918"/>
                  <a:gd name="connsiteY4-766" fmla="*/ 39062 h 2959321"/>
                  <a:gd name="connsiteX5-767" fmla="*/ 4068271 w 8161918"/>
                  <a:gd name="connsiteY5-768" fmla="*/ 1457959 h 2959321"/>
                  <a:gd name="connsiteX6-769" fmla="*/ 8161918 w 8161918"/>
                  <a:gd name="connsiteY6-770" fmla="*/ 0 h 2959321"/>
                  <a:gd name="connsiteX0-771" fmla="*/ 8161918 w 8162752"/>
                  <a:gd name="connsiteY0-772" fmla="*/ 0 h 2959488"/>
                  <a:gd name="connsiteX1-773" fmla="*/ 8162752 w 8162752"/>
                  <a:gd name="connsiteY1-774" fmla="*/ 1629317 h 2959488"/>
                  <a:gd name="connsiteX2-775" fmla="*/ 4123353 w 8162752"/>
                  <a:gd name="connsiteY2-776" fmla="*/ 2958567 h 2959488"/>
                  <a:gd name="connsiteX3-777" fmla="*/ 2295 w 8162752"/>
                  <a:gd name="connsiteY3-778" fmla="*/ 1510003 h 2959488"/>
                  <a:gd name="connsiteX4-779" fmla="*/ 767 w 8162752"/>
                  <a:gd name="connsiteY4-780" fmla="*/ 39062 h 2959488"/>
                  <a:gd name="connsiteX5-781" fmla="*/ 4068271 w 8162752"/>
                  <a:gd name="connsiteY5-782" fmla="*/ 1457959 h 2959488"/>
                  <a:gd name="connsiteX6-783" fmla="*/ 8161918 w 8162752"/>
                  <a:gd name="connsiteY6-784" fmla="*/ 0 h 2959488"/>
                  <a:gd name="connsiteX0-785" fmla="*/ 8165930 w 8166764"/>
                  <a:gd name="connsiteY0-786" fmla="*/ 7337 h 2966825"/>
                  <a:gd name="connsiteX1-787" fmla="*/ 8166764 w 8166764"/>
                  <a:gd name="connsiteY1-788" fmla="*/ 1636654 h 2966825"/>
                  <a:gd name="connsiteX2-789" fmla="*/ 4127365 w 8166764"/>
                  <a:gd name="connsiteY2-790" fmla="*/ 2965904 h 2966825"/>
                  <a:gd name="connsiteX3-791" fmla="*/ 6307 w 8166764"/>
                  <a:gd name="connsiteY3-792" fmla="*/ 1517340 h 2966825"/>
                  <a:gd name="connsiteX4-793" fmla="*/ 532 w 8166764"/>
                  <a:gd name="connsiteY4-794" fmla="*/ 0 h 2966825"/>
                  <a:gd name="connsiteX5-795" fmla="*/ 4072283 w 8166764"/>
                  <a:gd name="connsiteY5-796" fmla="*/ 1465296 h 2966825"/>
                  <a:gd name="connsiteX6-797" fmla="*/ 8165930 w 8166764"/>
                  <a:gd name="connsiteY6-798" fmla="*/ 7337 h 2966825"/>
                  <a:gd name="connsiteX0-799" fmla="*/ 8168119 w 8168953"/>
                  <a:gd name="connsiteY0-800" fmla="*/ 7337 h 2966682"/>
                  <a:gd name="connsiteX1-801" fmla="*/ 8168953 w 8168953"/>
                  <a:gd name="connsiteY1-802" fmla="*/ 1636654 h 2966682"/>
                  <a:gd name="connsiteX2-803" fmla="*/ 4129554 w 8168953"/>
                  <a:gd name="connsiteY2-804" fmla="*/ 2965904 h 2966682"/>
                  <a:gd name="connsiteX3-805" fmla="*/ 0 w 8168953"/>
                  <a:gd name="connsiteY3-806" fmla="*/ 1527651 h 2966682"/>
                  <a:gd name="connsiteX4-807" fmla="*/ 2721 w 8168953"/>
                  <a:gd name="connsiteY4-808" fmla="*/ 0 h 2966682"/>
                  <a:gd name="connsiteX5-809" fmla="*/ 4074472 w 8168953"/>
                  <a:gd name="connsiteY5-810" fmla="*/ 1465296 h 2966682"/>
                  <a:gd name="connsiteX6-811" fmla="*/ 8168119 w 8168953"/>
                  <a:gd name="connsiteY6-812" fmla="*/ 7337 h 2966682"/>
                  <a:gd name="connsiteX0-813" fmla="*/ 8168119 w 8168953"/>
                  <a:gd name="connsiteY0-814" fmla="*/ 7337 h 3100377"/>
                  <a:gd name="connsiteX1-815" fmla="*/ 8168953 w 8168953"/>
                  <a:gd name="connsiteY1-816" fmla="*/ 1636654 h 3100377"/>
                  <a:gd name="connsiteX2-817" fmla="*/ 4118520 w 8168953"/>
                  <a:gd name="connsiteY2-818" fmla="*/ 3099826 h 3100377"/>
                  <a:gd name="connsiteX3-819" fmla="*/ 0 w 8168953"/>
                  <a:gd name="connsiteY3-820" fmla="*/ 1527651 h 3100377"/>
                  <a:gd name="connsiteX4-821" fmla="*/ 2721 w 8168953"/>
                  <a:gd name="connsiteY4-822" fmla="*/ 0 h 3100377"/>
                  <a:gd name="connsiteX5-823" fmla="*/ 4074472 w 8168953"/>
                  <a:gd name="connsiteY5-824" fmla="*/ 1465296 h 3100377"/>
                  <a:gd name="connsiteX6-825" fmla="*/ 8168119 w 8168953"/>
                  <a:gd name="connsiteY6-826" fmla="*/ 7337 h 3100377"/>
                  <a:gd name="connsiteX0-827" fmla="*/ 8168119 w 8168953"/>
                  <a:gd name="connsiteY0-828" fmla="*/ 7337 h 3100429"/>
                  <a:gd name="connsiteX1-829" fmla="*/ 8168953 w 8168953"/>
                  <a:gd name="connsiteY1-830" fmla="*/ 1636654 h 3100429"/>
                  <a:gd name="connsiteX2-831" fmla="*/ 4118520 w 8168953"/>
                  <a:gd name="connsiteY2-832" fmla="*/ 3099826 h 3100429"/>
                  <a:gd name="connsiteX3-833" fmla="*/ 0 w 8168953"/>
                  <a:gd name="connsiteY3-834" fmla="*/ 1527651 h 3100429"/>
                  <a:gd name="connsiteX4-835" fmla="*/ 2721 w 8168953"/>
                  <a:gd name="connsiteY4-836" fmla="*/ 0 h 3100429"/>
                  <a:gd name="connsiteX5-837" fmla="*/ 4074472 w 8168953"/>
                  <a:gd name="connsiteY5-838" fmla="*/ 1465296 h 3100429"/>
                  <a:gd name="connsiteX6-839" fmla="*/ 8168119 w 8168953"/>
                  <a:gd name="connsiteY6-840" fmla="*/ 7337 h 3100429"/>
                  <a:gd name="connsiteX0-841" fmla="*/ 8165849 w 8166683"/>
                  <a:gd name="connsiteY0-842" fmla="*/ 7337 h 3099826"/>
                  <a:gd name="connsiteX1-843" fmla="*/ 8166683 w 8166683"/>
                  <a:gd name="connsiteY1-844" fmla="*/ 1636654 h 3099826"/>
                  <a:gd name="connsiteX2-845" fmla="*/ 4116250 w 8166683"/>
                  <a:gd name="connsiteY2-846" fmla="*/ 3099826 h 3099826"/>
                  <a:gd name="connsiteX3-847" fmla="*/ 8764 w 8166683"/>
                  <a:gd name="connsiteY3-848" fmla="*/ 1634789 h 3099826"/>
                  <a:gd name="connsiteX4-849" fmla="*/ 451 w 8166683"/>
                  <a:gd name="connsiteY4-850" fmla="*/ 0 h 3099826"/>
                  <a:gd name="connsiteX5-851" fmla="*/ 4072202 w 8166683"/>
                  <a:gd name="connsiteY5-852" fmla="*/ 1465296 h 3099826"/>
                  <a:gd name="connsiteX6-853" fmla="*/ 8165849 w 8166683"/>
                  <a:gd name="connsiteY6-854" fmla="*/ 7337 h 3099826"/>
                  <a:gd name="connsiteX0-855" fmla="*/ 8165849 w 8166683"/>
                  <a:gd name="connsiteY0-856" fmla="*/ 7337 h 3099826"/>
                  <a:gd name="connsiteX1-857" fmla="*/ 8166683 w 8166683"/>
                  <a:gd name="connsiteY1-858" fmla="*/ 1636654 h 3099826"/>
                  <a:gd name="connsiteX2-859" fmla="*/ 4116250 w 8166683"/>
                  <a:gd name="connsiteY2-860" fmla="*/ 3099826 h 3099826"/>
                  <a:gd name="connsiteX3-861" fmla="*/ 8764 w 8166683"/>
                  <a:gd name="connsiteY3-862" fmla="*/ 1634789 h 3099826"/>
                  <a:gd name="connsiteX4-863" fmla="*/ 451 w 8166683"/>
                  <a:gd name="connsiteY4-864" fmla="*/ 0 h 3099826"/>
                  <a:gd name="connsiteX5-865" fmla="*/ 4072202 w 8166683"/>
                  <a:gd name="connsiteY5-866" fmla="*/ 1465296 h 3099826"/>
                  <a:gd name="connsiteX6-867" fmla="*/ 8165849 w 8166683"/>
                  <a:gd name="connsiteY6-868" fmla="*/ 7337 h 3099826"/>
                  <a:gd name="connsiteX0-869" fmla="*/ 8165849 w 8166683"/>
                  <a:gd name="connsiteY0-870" fmla="*/ 7337 h 3099826"/>
                  <a:gd name="connsiteX1-871" fmla="*/ 8166683 w 8166683"/>
                  <a:gd name="connsiteY1-872" fmla="*/ 1636654 h 3099826"/>
                  <a:gd name="connsiteX2-873" fmla="*/ 4116250 w 8166683"/>
                  <a:gd name="connsiteY2-874" fmla="*/ 3099826 h 3099826"/>
                  <a:gd name="connsiteX3-875" fmla="*/ 8764 w 8166683"/>
                  <a:gd name="connsiteY3-876" fmla="*/ 1634789 h 3099826"/>
                  <a:gd name="connsiteX4-877" fmla="*/ 451 w 8166683"/>
                  <a:gd name="connsiteY4-878" fmla="*/ 0 h 3099826"/>
                  <a:gd name="connsiteX5-879" fmla="*/ 4061168 w 8166683"/>
                  <a:gd name="connsiteY5-880" fmla="*/ 1438511 h 3099826"/>
                  <a:gd name="connsiteX6-881" fmla="*/ 8165849 w 8166683"/>
                  <a:gd name="connsiteY6-882" fmla="*/ 7337 h 3099826"/>
                  <a:gd name="connsiteX0-883" fmla="*/ 8165849 w 8166683"/>
                  <a:gd name="connsiteY0-884" fmla="*/ 7337 h 3099826"/>
                  <a:gd name="connsiteX1-885" fmla="*/ 8166683 w 8166683"/>
                  <a:gd name="connsiteY1-886" fmla="*/ 1636654 h 3099826"/>
                  <a:gd name="connsiteX2-887" fmla="*/ 4116250 w 8166683"/>
                  <a:gd name="connsiteY2-888" fmla="*/ 3099826 h 3099826"/>
                  <a:gd name="connsiteX3-889" fmla="*/ 8764 w 8166683"/>
                  <a:gd name="connsiteY3-890" fmla="*/ 1634789 h 3099826"/>
                  <a:gd name="connsiteX4-891" fmla="*/ 451 w 8166683"/>
                  <a:gd name="connsiteY4-892" fmla="*/ 0 h 3099826"/>
                  <a:gd name="connsiteX5-893" fmla="*/ 4061168 w 8166683"/>
                  <a:gd name="connsiteY5-894" fmla="*/ 1438511 h 3099826"/>
                  <a:gd name="connsiteX6-895" fmla="*/ 8165849 w 8166683"/>
                  <a:gd name="connsiteY6-896" fmla="*/ 7337 h 309982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45" name="Group 4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" name="Freeform 23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-1" fmla="*/ 3725333 w 4641485"/>
                    <a:gd name="connsiteY0-2" fmla="*/ 0 h 1049866"/>
                    <a:gd name="connsiteX1-3" fmla="*/ 4641485 w 4641485"/>
                    <a:gd name="connsiteY1-4" fmla="*/ 239402 h 1049866"/>
                    <a:gd name="connsiteX2-5" fmla="*/ 3962400 w 4641485"/>
                    <a:gd name="connsiteY2-6" fmla="*/ 541866 h 1049866"/>
                    <a:gd name="connsiteX3-7" fmla="*/ 3742267 w 4641485"/>
                    <a:gd name="connsiteY3-8" fmla="*/ 457200 h 1049866"/>
                    <a:gd name="connsiteX4-9" fmla="*/ 2269067 w 4641485"/>
                    <a:gd name="connsiteY4-10" fmla="*/ 1049866 h 1049866"/>
                    <a:gd name="connsiteX5-11" fmla="*/ 880533 w 4641485"/>
                    <a:gd name="connsiteY5-12" fmla="*/ 457200 h 1049866"/>
                    <a:gd name="connsiteX6-13" fmla="*/ 592667 w 4641485"/>
                    <a:gd name="connsiteY6-14" fmla="*/ 541866 h 1049866"/>
                    <a:gd name="connsiteX7-15" fmla="*/ 0 w 4641485"/>
                    <a:gd name="connsiteY7-16" fmla="*/ 254000 h 1049866"/>
                    <a:gd name="connsiteX8-17" fmla="*/ 880533 w 4641485"/>
                    <a:gd name="connsiteY8-18" fmla="*/ 16933 h 1049866"/>
                    <a:gd name="connsiteX9-19" fmla="*/ 2302933 w 4641485"/>
                    <a:gd name="connsiteY9-20" fmla="*/ 626533 h 1049866"/>
                    <a:gd name="connsiteX10-21" fmla="*/ 3725333 w 4641485"/>
                    <a:gd name="connsiteY10-22" fmla="*/ 0 h 1049866"/>
                    <a:gd name="connsiteX0-23" fmla="*/ 3756864 w 4673016"/>
                    <a:gd name="connsiteY0-24" fmla="*/ 0 h 1049866"/>
                    <a:gd name="connsiteX1-25" fmla="*/ 4673016 w 4673016"/>
                    <a:gd name="connsiteY1-26" fmla="*/ 239402 h 1049866"/>
                    <a:gd name="connsiteX2-27" fmla="*/ 3993931 w 4673016"/>
                    <a:gd name="connsiteY2-28" fmla="*/ 541866 h 1049866"/>
                    <a:gd name="connsiteX3-29" fmla="*/ 3773798 w 4673016"/>
                    <a:gd name="connsiteY3-30" fmla="*/ 457200 h 1049866"/>
                    <a:gd name="connsiteX4-31" fmla="*/ 2300598 w 4673016"/>
                    <a:gd name="connsiteY4-32" fmla="*/ 1049866 h 1049866"/>
                    <a:gd name="connsiteX5-33" fmla="*/ 912064 w 4673016"/>
                    <a:gd name="connsiteY5-34" fmla="*/ 457200 h 1049866"/>
                    <a:gd name="connsiteX6-35" fmla="*/ 624198 w 4673016"/>
                    <a:gd name="connsiteY6-36" fmla="*/ 541866 h 1049866"/>
                    <a:gd name="connsiteX7-37" fmla="*/ 0 w 4673016"/>
                    <a:gd name="connsiteY7-38" fmla="*/ 232979 h 1049866"/>
                    <a:gd name="connsiteX8-39" fmla="*/ 912064 w 4673016"/>
                    <a:gd name="connsiteY8-40" fmla="*/ 16933 h 1049866"/>
                    <a:gd name="connsiteX9-41" fmla="*/ 2334464 w 4673016"/>
                    <a:gd name="connsiteY9-42" fmla="*/ 626533 h 1049866"/>
                    <a:gd name="connsiteX10-43" fmla="*/ 3756864 w 4673016"/>
                    <a:gd name="connsiteY10-44" fmla="*/ 0 h 1049866"/>
                    <a:gd name="connsiteX0-45" fmla="*/ 3756864 w 4673016"/>
                    <a:gd name="connsiteY0-46" fmla="*/ 0 h 1049866"/>
                    <a:gd name="connsiteX1-47" fmla="*/ 4673016 w 4673016"/>
                    <a:gd name="connsiteY1-48" fmla="*/ 239402 h 1049866"/>
                    <a:gd name="connsiteX2-49" fmla="*/ 3993931 w 4673016"/>
                    <a:gd name="connsiteY2-50" fmla="*/ 541866 h 1049866"/>
                    <a:gd name="connsiteX3-51" fmla="*/ 3784308 w 4673016"/>
                    <a:gd name="connsiteY3-52" fmla="*/ 404648 h 1049866"/>
                    <a:gd name="connsiteX4-53" fmla="*/ 2300598 w 4673016"/>
                    <a:gd name="connsiteY4-54" fmla="*/ 1049866 h 1049866"/>
                    <a:gd name="connsiteX5-55" fmla="*/ 912064 w 4673016"/>
                    <a:gd name="connsiteY5-56" fmla="*/ 457200 h 1049866"/>
                    <a:gd name="connsiteX6-57" fmla="*/ 624198 w 4673016"/>
                    <a:gd name="connsiteY6-58" fmla="*/ 541866 h 1049866"/>
                    <a:gd name="connsiteX7-59" fmla="*/ 0 w 4673016"/>
                    <a:gd name="connsiteY7-60" fmla="*/ 232979 h 1049866"/>
                    <a:gd name="connsiteX8-61" fmla="*/ 912064 w 4673016"/>
                    <a:gd name="connsiteY8-62" fmla="*/ 16933 h 1049866"/>
                    <a:gd name="connsiteX9-63" fmla="*/ 2334464 w 4673016"/>
                    <a:gd name="connsiteY9-64" fmla="*/ 626533 h 1049866"/>
                    <a:gd name="connsiteX10-65" fmla="*/ 3756864 w 4673016"/>
                    <a:gd name="connsiteY10-66" fmla="*/ 0 h 1049866"/>
                    <a:gd name="connsiteX0-67" fmla="*/ 3756864 w 4673016"/>
                    <a:gd name="connsiteY0-68" fmla="*/ 0 h 1049866"/>
                    <a:gd name="connsiteX1-69" fmla="*/ 4673016 w 4673016"/>
                    <a:gd name="connsiteY1-70" fmla="*/ 239402 h 1049866"/>
                    <a:gd name="connsiteX2-71" fmla="*/ 3993931 w 4673016"/>
                    <a:gd name="connsiteY2-72" fmla="*/ 541866 h 1049866"/>
                    <a:gd name="connsiteX3-73" fmla="*/ 3794818 w 4673016"/>
                    <a:gd name="connsiteY3-74" fmla="*/ 436179 h 1049866"/>
                    <a:gd name="connsiteX4-75" fmla="*/ 2300598 w 4673016"/>
                    <a:gd name="connsiteY4-76" fmla="*/ 1049866 h 1049866"/>
                    <a:gd name="connsiteX5-77" fmla="*/ 912064 w 4673016"/>
                    <a:gd name="connsiteY5-78" fmla="*/ 457200 h 1049866"/>
                    <a:gd name="connsiteX6-79" fmla="*/ 624198 w 4673016"/>
                    <a:gd name="connsiteY6-80" fmla="*/ 541866 h 1049866"/>
                    <a:gd name="connsiteX7-81" fmla="*/ 0 w 4673016"/>
                    <a:gd name="connsiteY7-82" fmla="*/ 232979 h 1049866"/>
                    <a:gd name="connsiteX8-83" fmla="*/ 912064 w 4673016"/>
                    <a:gd name="connsiteY8-84" fmla="*/ 16933 h 1049866"/>
                    <a:gd name="connsiteX9-85" fmla="*/ 2334464 w 4673016"/>
                    <a:gd name="connsiteY9-86" fmla="*/ 626533 h 1049866"/>
                    <a:gd name="connsiteX10-87" fmla="*/ 3756864 w 4673016"/>
                    <a:gd name="connsiteY10-88" fmla="*/ 0 h 1049866"/>
                    <a:gd name="connsiteX0-89" fmla="*/ 3756864 w 4673016"/>
                    <a:gd name="connsiteY0-90" fmla="*/ 0 h 1049866"/>
                    <a:gd name="connsiteX1-91" fmla="*/ 4673016 w 4673016"/>
                    <a:gd name="connsiteY1-92" fmla="*/ 239402 h 1049866"/>
                    <a:gd name="connsiteX2-93" fmla="*/ 3993931 w 4673016"/>
                    <a:gd name="connsiteY2-94" fmla="*/ 541866 h 1049866"/>
                    <a:gd name="connsiteX3-95" fmla="*/ 3794818 w 4673016"/>
                    <a:gd name="connsiteY3-96" fmla="*/ 436179 h 1049866"/>
                    <a:gd name="connsiteX4-97" fmla="*/ 2300598 w 4673016"/>
                    <a:gd name="connsiteY4-98" fmla="*/ 1049866 h 1049866"/>
                    <a:gd name="connsiteX5-99" fmla="*/ 912064 w 4673016"/>
                    <a:gd name="connsiteY5-100" fmla="*/ 457200 h 1049866"/>
                    <a:gd name="connsiteX6-101" fmla="*/ 624198 w 4673016"/>
                    <a:gd name="connsiteY6-102" fmla="*/ 541866 h 1049866"/>
                    <a:gd name="connsiteX7-103" fmla="*/ 0 w 4673016"/>
                    <a:gd name="connsiteY7-104" fmla="*/ 232979 h 1049866"/>
                    <a:gd name="connsiteX8-105" fmla="*/ 912064 w 4673016"/>
                    <a:gd name="connsiteY8-106" fmla="*/ 16933 h 1049866"/>
                    <a:gd name="connsiteX9-107" fmla="*/ 2323954 w 4673016"/>
                    <a:gd name="connsiteY9-108" fmla="*/ 616023 h 1049866"/>
                    <a:gd name="connsiteX10-109" fmla="*/ 3756864 w 4673016"/>
                    <a:gd name="connsiteY10-110" fmla="*/ 0 h 1049866"/>
                    <a:gd name="connsiteX0-111" fmla="*/ 3756864 w 4673016"/>
                    <a:gd name="connsiteY0-112" fmla="*/ 0 h 1049866"/>
                    <a:gd name="connsiteX1-113" fmla="*/ 4673016 w 4673016"/>
                    <a:gd name="connsiteY1-114" fmla="*/ 239402 h 1049866"/>
                    <a:gd name="connsiteX2-115" fmla="*/ 3993931 w 4673016"/>
                    <a:gd name="connsiteY2-116" fmla="*/ 541866 h 1049866"/>
                    <a:gd name="connsiteX3-117" fmla="*/ 3794818 w 4673016"/>
                    <a:gd name="connsiteY3-118" fmla="*/ 436179 h 1049866"/>
                    <a:gd name="connsiteX4-119" fmla="*/ 2300598 w 4673016"/>
                    <a:gd name="connsiteY4-120" fmla="*/ 1049866 h 1049866"/>
                    <a:gd name="connsiteX5-121" fmla="*/ 912064 w 4673016"/>
                    <a:gd name="connsiteY5-122" fmla="*/ 457200 h 1049866"/>
                    <a:gd name="connsiteX6-123" fmla="*/ 624198 w 4673016"/>
                    <a:gd name="connsiteY6-124" fmla="*/ 541866 h 1049866"/>
                    <a:gd name="connsiteX7-125" fmla="*/ 0 w 4673016"/>
                    <a:gd name="connsiteY7-126" fmla="*/ 275021 h 1049866"/>
                    <a:gd name="connsiteX8-127" fmla="*/ 912064 w 4673016"/>
                    <a:gd name="connsiteY8-128" fmla="*/ 16933 h 1049866"/>
                    <a:gd name="connsiteX9-129" fmla="*/ 2323954 w 4673016"/>
                    <a:gd name="connsiteY9-130" fmla="*/ 616023 h 1049866"/>
                    <a:gd name="connsiteX10-131" fmla="*/ 3756864 w 4673016"/>
                    <a:gd name="connsiteY10-132" fmla="*/ 0 h 1049866"/>
                    <a:gd name="connsiteX0-133" fmla="*/ 3756864 w 4673016"/>
                    <a:gd name="connsiteY0-134" fmla="*/ 0 h 1049866"/>
                    <a:gd name="connsiteX1-135" fmla="*/ 4673016 w 4673016"/>
                    <a:gd name="connsiteY1-136" fmla="*/ 239402 h 1049866"/>
                    <a:gd name="connsiteX2-137" fmla="*/ 3993931 w 4673016"/>
                    <a:gd name="connsiteY2-138" fmla="*/ 541866 h 1049866"/>
                    <a:gd name="connsiteX3-139" fmla="*/ 3815839 w 4673016"/>
                    <a:gd name="connsiteY3-140" fmla="*/ 467710 h 1049866"/>
                    <a:gd name="connsiteX4-141" fmla="*/ 2300598 w 4673016"/>
                    <a:gd name="connsiteY4-142" fmla="*/ 1049866 h 1049866"/>
                    <a:gd name="connsiteX5-143" fmla="*/ 912064 w 4673016"/>
                    <a:gd name="connsiteY5-144" fmla="*/ 457200 h 1049866"/>
                    <a:gd name="connsiteX6-145" fmla="*/ 624198 w 4673016"/>
                    <a:gd name="connsiteY6-146" fmla="*/ 541866 h 1049866"/>
                    <a:gd name="connsiteX7-147" fmla="*/ 0 w 4673016"/>
                    <a:gd name="connsiteY7-148" fmla="*/ 275021 h 1049866"/>
                    <a:gd name="connsiteX8-149" fmla="*/ 912064 w 4673016"/>
                    <a:gd name="connsiteY8-150" fmla="*/ 16933 h 1049866"/>
                    <a:gd name="connsiteX9-151" fmla="*/ 2323954 w 4673016"/>
                    <a:gd name="connsiteY9-152" fmla="*/ 616023 h 1049866"/>
                    <a:gd name="connsiteX10-153" fmla="*/ 3756864 w 4673016"/>
                    <a:gd name="connsiteY10-154" fmla="*/ 0 h 104986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7" name="Freeform 23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8" name="Freeform 2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9" name="Freeform 2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-1" fmla="*/ 168165 w 3731172"/>
                    <a:gd name="connsiteY0-2" fmla="*/ 73572 h 1418896"/>
                    <a:gd name="connsiteX1-3" fmla="*/ 451945 w 3731172"/>
                    <a:gd name="connsiteY1-4" fmla="*/ 0 h 1418896"/>
                    <a:gd name="connsiteX2-5" fmla="*/ 1881352 w 3731172"/>
                    <a:gd name="connsiteY2-6" fmla="*/ 599089 h 1418896"/>
                    <a:gd name="connsiteX3-7" fmla="*/ 3363310 w 3731172"/>
                    <a:gd name="connsiteY3-8" fmla="*/ 0 h 1418896"/>
                    <a:gd name="connsiteX4-9" fmla="*/ 3584027 w 3731172"/>
                    <a:gd name="connsiteY4-10" fmla="*/ 73572 h 1418896"/>
                    <a:gd name="connsiteX5-11" fmla="*/ 2627586 w 3731172"/>
                    <a:gd name="connsiteY5-12" fmla="*/ 441434 h 1418896"/>
                    <a:gd name="connsiteX6-13" fmla="*/ 2596055 w 3731172"/>
                    <a:gd name="connsiteY6-14" fmla="*/ 914400 h 1418896"/>
                    <a:gd name="connsiteX7-15" fmla="*/ 3731172 w 3731172"/>
                    <a:gd name="connsiteY7-16" fmla="*/ 1345324 h 1418896"/>
                    <a:gd name="connsiteX8-17" fmla="*/ 3447393 w 3731172"/>
                    <a:gd name="connsiteY8-18" fmla="*/ 1408386 h 1418896"/>
                    <a:gd name="connsiteX9-19" fmla="*/ 1870841 w 3731172"/>
                    <a:gd name="connsiteY9-20" fmla="*/ 746234 h 1418896"/>
                    <a:gd name="connsiteX10-21" fmla="*/ 262758 w 3731172"/>
                    <a:gd name="connsiteY10-22" fmla="*/ 1418896 h 1418896"/>
                    <a:gd name="connsiteX11-23" fmla="*/ 0 w 3731172"/>
                    <a:gd name="connsiteY11-24" fmla="*/ 1324303 h 1418896"/>
                    <a:gd name="connsiteX12-25" fmla="*/ 1145627 w 3731172"/>
                    <a:gd name="connsiteY12-26" fmla="*/ 882869 h 1418896"/>
                    <a:gd name="connsiteX13-27" fmla="*/ 1114096 w 3731172"/>
                    <a:gd name="connsiteY13-28" fmla="*/ 409903 h 1418896"/>
                    <a:gd name="connsiteX14-29" fmla="*/ 441434 w 3731172"/>
                    <a:gd name="connsiteY14-30" fmla="*/ 10510 h 1418896"/>
                    <a:gd name="connsiteX15-31" fmla="*/ 441434 w 3731172"/>
                    <a:gd name="connsiteY15-32" fmla="*/ 10510 h 1418896"/>
                    <a:gd name="connsiteX0-33" fmla="*/ 168165 w 3731172"/>
                    <a:gd name="connsiteY0-34" fmla="*/ 73572 h 1418896"/>
                    <a:gd name="connsiteX1-35" fmla="*/ 451945 w 3731172"/>
                    <a:gd name="connsiteY1-36" fmla="*/ 0 h 1418896"/>
                    <a:gd name="connsiteX2-37" fmla="*/ 1881352 w 3731172"/>
                    <a:gd name="connsiteY2-38" fmla="*/ 599089 h 1418896"/>
                    <a:gd name="connsiteX3-39" fmla="*/ 3363310 w 3731172"/>
                    <a:gd name="connsiteY3-40" fmla="*/ 0 h 1418896"/>
                    <a:gd name="connsiteX4-41" fmla="*/ 3584027 w 3731172"/>
                    <a:gd name="connsiteY4-42" fmla="*/ 73572 h 1418896"/>
                    <a:gd name="connsiteX5-43" fmla="*/ 2627586 w 3731172"/>
                    <a:gd name="connsiteY5-44" fmla="*/ 441434 h 1418896"/>
                    <a:gd name="connsiteX6-45" fmla="*/ 2596055 w 3731172"/>
                    <a:gd name="connsiteY6-46" fmla="*/ 914400 h 1418896"/>
                    <a:gd name="connsiteX7-47" fmla="*/ 3731172 w 3731172"/>
                    <a:gd name="connsiteY7-48" fmla="*/ 1345324 h 1418896"/>
                    <a:gd name="connsiteX8-49" fmla="*/ 3447393 w 3731172"/>
                    <a:gd name="connsiteY8-50" fmla="*/ 1408386 h 1418896"/>
                    <a:gd name="connsiteX9-51" fmla="*/ 1870841 w 3731172"/>
                    <a:gd name="connsiteY9-52" fmla="*/ 746234 h 1418896"/>
                    <a:gd name="connsiteX10-53" fmla="*/ 262758 w 3731172"/>
                    <a:gd name="connsiteY10-54" fmla="*/ 1418896 h 1418896"/>
                    <a:gd name="connsiteX11-55" fmla="*/ 0 w 3731172"/>
                    <a:gd name="connsiteY11-56" fmla="*/ 1324303 h 1418896"/>
                    <a:gd name="connsiteX12-57" fmla="*/ 1145627 w 3731172"/>
                    <a:gd name="connsiteY12-58" fmla="*/ 882869 h 1418896"/>
                    <a:gd name="connsiteX13-59" fmla="*/ 1114096 w 3731172"/>
                    <a:gd name="connsiteY13-60" fmla="*/ 409903 h 1418896"/>
                    <a:gd name="connsiteX14-61" fmla="*/ 441434 w 3731172"/>
                    <a:gd name="connsiteY14-62" fmla="*/ 10510 h 1418896"/>
                    <a:gd name="connsiteX0-63" fmla="*/ 168165 w 3731172"/>
                    <a:gd name="connsiteY0-64" fmla="*/ 73572 h 1418896"/>
                    <a:gd name="connsiteX1-65" fmla="*/ 451945 w 3731172"/>
                    <a:gd name="connsiteY1-66" fmla="*/ 0 h 1418896"/>
                    <a:gd name="connsiteX2-67" fmla="*/ 1881352 w 3731172"/>
                    <a:gd name="connsiteY2-68" fmla="*/ 599089 h 1418896"/>
                    <a:gd name="connsiteX3-69" fmla="*/ 3363310 w 3731172"/>
                    <a:gd name="connsiteY3-70" fmla="*/ 0 h 1418896"/>
                    <a:gd name="connsiteX4-71" fmla="*/ 3584027 w 3731172"/>
                    <a:gd name="connsiteY4-72" fmla="*/ 73572 h 1418896"/>
                    <a:gd name="connsiteX5-73" fmla="*/ 2627586 w 3731172"/>
                    <a:gd name="connsiteY5-74" fmla="*/ 441434 h 1418896"/>
                    <a:gd name="connsiteX6-75" fmla="*/ 2596055 w 3731172"/>
                    <a:gd name="connsiteY6-76" fmla="*/ 914400 h 1418896"/>
                    <a:gd name="connsiteX7-77" fmla="*/ 3731172 w 3731172"/>
                    <a:gd name="connsiteY7-78" fmla="*/ 1345324 h 1418896"/>
                    <a:gd name="connsiteX8-79" fmla="*/ 3447393 w 3731172"/>
                    <a:gd name="connsiteY8-80" fmla="*/ 1408386 h 1418896"/>
                    <a:gd name="connsiteX9-81" fmla="*/ 1870841 w 3731172"/>
                    <a:gd name="connsiteY9-82" fmla="*/ 746234 h 1418896"/>
                    <a:gd name="connsiteX10-83" fmla="*/ 262758 w 3731172"/>
                    <a:gd name="connsiteY10-84" fmla="*/ 1418896 h 1418896"/>
                    <a:gd name="connsiteX11-85" fmla="*/ 0 w 3731172"/>
                    <a:gd name="connsiteY11-86" fmla="*/ 1324303 h 1418896"/>
                    <a:gd name="connsiteX12-87" fmla="*/ 1145627 w 3731172"/>
                    <a:gd name="connsiteY12-88" fmla="*/ 882869 h 1418896"/>
                    <a:gd name="connsiteX13-89" fmla="*/ 1114096 w 3731172"/>
                    <a:gd name="connsiteY13-90" fmla="*/ 409903 h 1418896"/>
                    <a:gd name="connsiteX14-91" fmla="*/ 357351 w 3731172"/>
                    <a:gd name="connsiteY14-92" fmla="*/ 115613 h 1418896"/>
                    <a:gd name="connsiteX0-93" fmla="*/ 168165 w 3731172"/>
                    <a:gd name="connsiteY0-94" fmla="*/ 73572 h 1418896"/>
                    <a:gd name="connsiteX1-95" fmla="*/ 451945 w 3731172"/>
                    <a:gd name="connsiteY1-96" fmla="*/ 0 h 1418896"/>
                    <a:gd name="connsiteX2-97" fmla="*/ 1881352 w 3731172"/>
                    <a:gd name="connsiteY2-98" fmla="*/ 599089 h 1418896"/>
                    <a:gd name="connsiteX3-99" fmla="*/ 3363310 w 3731172"/>
                    <a:gd name="connsiteY3-100" fmla="*/ 0 h 1418896"/>
                    <a:gd name="connsiteX4-101" fmla="*/ 3584027 w 3731172"/>
                    <a:gd name="connsiteY4-102" fmla="*/ 73572 h 1418896"/>
                    <a:gd name="connsiteX5-103" fmla="*/ 2627586 w 3731172"/>
                    <a:gd name="connsiteY5-104" fmla="*/ 441434 h 1418896"/>
                    <a:gd name="connsiteX6-105" fmla="*/ 2596055 w 3731172"/>
                    <a:gd name="connsiteY6-106" fmla="*/ 914400 h 1418896"/>
                    <a:gd name="connsiteX7-107" fmla="*/ 3731172 w 3731172"/>
                    <a:gd name="connsiteY7-108" fmla="*/ 1345324 h 1418896"/>
                    <a:gd name="connsiteX8-109" fmla="*/ 3447393 w 3731172"/>
                    <a:gd name="connsiteY8-110" fmla="*/ 1408386 h 1418896"/>
                    <a:gd name="connsiteX9-111" fmla="*/ 1870841 w 3731172"/>
                    <a:gd name="connsiteY9-112" fmla="*/ 746234 h 1418896"/>
                    <a:gd name="connsiteX10-113" fmla="*/ 262758 w 3731172"/>
                    <a:gd name="connsiteY10-114" fmla="*/ 1418896 h 1418896"/>
                    <a:gd name="connsiteX11-115" fmla="*/ 0 w 3731172"/>
                    <a:gd name="connsiteY11-116" fmla="*/ 1324303 h 1418896"/>
                    <a:gd name="connsiteX12-117" fmla="*/ 1145627 w 3731172"/>
                    <a:gd name="connsiteY12-118" fmla="*/ 882869 h 1418896"/>
                    <a:gd name="connsiteX13-119" fmla="*/ 1114096 w 3731172"/>
                    <a:gd name="connsiteY13-120" fmla="*/ 409903 h 1418896"/>
                    <a:gd name="connsiteX14-121" fmla="*/ 147144 w 3731172"/>
                    <a:gd name="connsiteY14-122" fmla="*/ 63061 h 1418896"/>
                    <a:gd name="connsiteX0-123" fmla="*/ 168165 w 3731172"/>
                    <a:gd name="connsiteY0-124" fmla="*/ 73572 h 1418896"/>
                    <a:gd name="connsiteX1-125" fmla="*/ 451945 w 3731172"/>
                    <a:gd name="connsiteY1-126" fmla="*/ 0 h 1418896"/>
                    <a:gd name="connsiteX2-127" fmla="*/ 1881352 w 3731172"/>
                    <a:gd name="connsiteY2-128" fmla="*/ 599089 h 1418896"/>
                    <a:gd name="connsiteX3-129" fmla="*/ 3363310 w 3731172"/>
                    <a:gd name="connsiteY3-130" fmla="*/ 0 h 1418896"/>
                    <a:gd name="connsiteX4-131" fmla="*/ 3584027 w 3731172"/>
                    <a:gd name="connsiteY4-132" fmla="*/ 73572 h 1418896"/>
                    <a:gd name="connsiteX5-133" fmla="*/ 2627586 w 3731172"/>
                    <a:gd name="connsiteY5-134" fmla="*/ 441434 h 1418896"/>
                    <a:gd name="connsiteX6-135" fmla="*/ 2596055 w 3731172"/>
                    <a:gd name="connsiteY6-136" fmla="*/ 914400 h 1418896"/>
                    <a:gd name="connsiteX7-137" fmla="*/ 3731172 w 3731172"/>
                    <a:gd name="connsiteY7-138" fmla="*/ 1345324 h 1418896"/>
                    <a:gd name="connsiteX8-139" fmla="*/ 3447393 w 3731172"/>
                    <a:gd name="connsiteY8-140" fmla="*/ 1408386 h 1418896"/>
                    <a:gd name="connsiteX9-141" fmla="*/ 1870841 w 3731172"/>
                    <a:gd name="connsiteY9-142" fmla="*/ 746234 h 1418896"/>
                    <a:gd name="connsiteX10-143" fmla="*/ 262758 w 3731172"/>
                    <a:gd name="connsiteY10-144" fmla="*/ 1418896 h 1418896"/>
                    <a:gd name="connsiteX11-145" fmla="*/ 0 w 3731172"/>
                    <a:gd name="connsiteY11-146" fmla="*/ 1324303 h 1418896"/>
                    <a:gd name="connsiteX12-147" fmla="*/ 1145627 w 3731172"/>
                    <a:gd name="connsiteY12-148" fmla="*/ 882869 h 1418896"/>
                    <a:gd name="connsiteX13-149" fmla="*/ 1114096 w 3731172"/>
                    <a:gd name="connsiteY13-150" fmla="*/ 420413 h 1418896"/>
                    <a:gd name="connsiteX14-151" fmla="*/ 147144 w 3731172"/>
                    <a:gd name="connsiteY14-152" fmla="*/ 63061 h 1418896"/>
                    <a:gd name="connsiteX0-153" fmla="*/ 168165 w 3731172"/>
                    <a:gd name="connsiteY0-154" fmla="*/ 73572 h 1418896"/>
                    <a:gd name="connsiteX1-155" fmla="*/ 451945 w 3731172"/>
                    <a:gd name="connsiteY1-156" fmla="*/ 0 h 1418896"/>
                    <a:gd name="connsiteX2-157" fmla="*/ 1881352 w 3731172"/>
                    <a:gd name="connsiteY2-158" fmla="*/ 599089 h 1418896"/>
                    <a:gd name="connsiteX3-159" fmla="*/ 3363310 w 3731172"/>
                    <a:gd name="connsiteY3-160" fmla="*/ 0 h 1418896"/>
                    <a:gd name="connsiteX4-161" fmla="*/ 3584027 w 3731172"/>
                    <a:gd name="connsiteY4-162" fmla="*/ 73572 h 1418896"/>
                    <a:gd name="connsiteX5-163" fmla="*/ 2627586 w 3731172"/>
                    <a:gd name="connsiteY5-164" fmla="*/ 441434 h 1418896"/>
                    <a:gd name="connsiteX6-165" fmla="*/ 2596055 w 3731172"/>
                    <a:gd name="connsiteY6-166" fmla="*/ 914400 h 1418896"/>
                    <a:gd name="connsiteX7-167" fmla="*/ 3731172 w 3731172"/>
                    <a:gd name="connsiteY7-168" fmla="*/ 1345324 h 1418896"/>
                    <a:gd name="connsiteX8-169" fmla="*/ 3447393 w 3731172"/>
                    <a:gd name="connsiteY8-170" fmla="*/ 1408386 h 1418896"/>
                    <a:gd name="connsiteX9-171" fmla="*/ 1870841 w 3731172"/>
                    <a:gd name="connsiteY9-172" fmla="*/ 746234 h 1418896"/>
                    <a:gd name="connsiteX10-173" fmla="*/ 262758 w 3731172"/>
                    <a:gd name="connsiteY10-174" fmla="*/ 1418896 h 1418896"/>
                    <a:gd name="connsiteX11-175" fmla="*/ 0 w 3731172"/>
                    <a:gd name="connsiteY11-176" fmla="*/ 1324303 h 1418896"/>
                    <a:gd name="connsiteX12-177" fmla="*/ 1145627 w 3731172"/>
                    <a:gd name="connsiteY12-178" fmla="*/ 882869 h 1418896"/>
                    <a:gd name="connsiteX13-179" fmla="*/ 1114096 w 3731172"/>
                    <a:gd name="connsiteY13-180" fmla="*/ 420413 h 1418896"/>
                    <a:gd name="connsiteX14-181" fmla="*/ 189185 w 3731172"/>
                    <a:gd name="connsiteY14-182" fmla="*/ 84081 h 1418896"/>
                    <a:gd name="connsiteX0-183" fmla="*/ 168165 w 3731172"/>
                    <a:gd name="connsiteY0-184" fmla="*/ 73572 h 1418896"/>
                    <a:gd name="connsiteX1-185" fmla="*/ 451945 w 3731172"/>
                    <a:gd name="connsiteY1-186" fmla="*/ 0 h 1418896"/>
                    <a:gd name="connsiteX2-187" fmla="*/ 1881352 w 3731172"/>
                    <a:gd name="connsiteY2-188" fmla="*/ 599089 h 1418896"/>
                    <a:gd name="connsiteX3-189" fmla="*/ 3363310 w 3731172"/>
                    <a:gd name="connsiteY3-190" fmla="*/ 0 h 1418896"/>
                    <a:gd name="connsiteX4-191" fmla="*/ 3584027 w 3731172"/>
                    <a:gd name="connsiteY4-192" fmla="*/ 73572 h 1418896"/>
                    <a:gd name="connsiteX5-193" fmla="*/ 2627586 w 3731172"/>
                    <a:gd name="connsiteY5-194" fmla="*/ 441434 h 1418896"/>
                    <a:gd name="connsiteX6-195" fmla="*/ 2596055 w 3731172"/>
                    <a:gd name="connsiteY6-196" fmla="*/ 914400 h 1418896"/>
                    <a:gd name="connsiteX7-197" fmla="*/ 3731172 w 3731172"/>
                    <a:gd name="connsiteY7-198" fmla="*/ 1345324 h 1418896"/>
                    <a:gd name="connsiteX8-199" fmla="*/ 3447393 w 3731172"/>
                    <a:gd name="connsiteY8-200" fmla="*/ 1408386 h 1418896"/>
                    <a:gd name="connsiteX9-201" fmla="*/ 1870841 w 3731172"/>
                    <a:gd name="connsiteY9-202" fmla="*/ 746234 h 1418896"/>
                    <a:gd name="connsiteX10-203" fmla="*/ 262758 w 3731172"/>
                    <a:gd name="connsiteY10-204" fmla="*/ 1418896 h 1418896"/>
                    <a:gd name="connsiteX11-205" fmla="*/ 0 w 3731172"/>
                    <a:gd name="connsiteY11-206" fmla="*/ 1324303 h 1418896"/>
                    <a:gd name="connsiteX12-207" fmla="*/ 1145627 w 3731172"/>
                    <a:gd name="connsiteY12-208" fmla="*/ 882869 h 1418896"/>
                    <a:gd name="connsiteX13-209" fmla="*/ 1114096 w 3731172"/>
                    <a:gd name="connsiteY13-210" fmla="*/ 420413 h 1418896"/>
                    <a:gd name="connsiteX14-211" fmla="*/ 189185 w 3731172"/>
                    <a:gd name="connsiteY14-212" fmla="*/ 84081 h 1418896"/>
                    <a:gd name="connsiteX15-213" fmla="*/ 168165 w 3731172"/>
                    <a:gd name="connsiteY15-214" fmla="*/ 73572 h 1418896"/>
                    <a:gd name="connsiteX0-215" fmla="*/ 168165 w 3731172"/>
                    <a:gd name="connsiteY0-216" fmla="*/ 73572 h 1418896"/>
                    <a:gd name="connsiteX1-217" fmla="*/ 451945 w 3731172"/>
                    <a:gd name="connsiteY1-218" fmla="*/ 0 h 1418896"/>
                    <a:gd name="connsiteX2-219" fmla="*/ 1881352 w 3731172"/>
                    <a:gd name="connsiteY2-220" fmla="*/ 599089 h 1418896"/>
                    <a:gd name="connsiteX3-221" fmla="*/ 3363310 w 3731172"/>
                    <a:gd name="connsiteY3-222" fmla="*/ 0 h 1418896"/>
                    <a:gd name="connsiteX4-223" fmla="*/ 3584027 w 3731172"/>
                    <a:gd name="connsiteY4-224" fmla="*/ 73572 h 1418896"/>
                    <a:gd name="connsiteX5-225" fmla="*/ 2627586 w 3731172"/>
                    <a:gd name="connsiteY5-226" fmla="*/ 441434 h 1418896"/>
                    <a:gd name="connsiteX6-227" fmla="*/ 2596055 w 3731172"/>
                    <a:gd name="connsiteY6-228" fmla="*/ 914400 h 1418896"/>
                    <a:gd name="connsiteX7-229" fmla="*/ 3731172 w 3731172"/>
                    <a:gd name="connsiteY7-230" fmla="*/ 1345324 h 1418896"/>
                    <a:gd name="connsiteX8-231" fmla="*/ 3447393 w 3731172"/>
                    <a:gd name="connsiteY8-232" fmla="*/ 1408386 h 1418896"/>
                    <a:gd name="connsiteX9-233" fmla="*/ 1870841 w 3731172"/>
                    <a:gd name="connsiteY9-234" fmla="*/ 746234 h 1418896"/>
                    <a:gd name="connsiteX10-235" fmla="*/ 262758 w 3731172"/>
                    <a:gd name="connsiteY10-236" fmla="*/ 1418896 h 1418896"/>
                    <a:gd name="connsiteX11-237" fmla="*/ 0 w 3731172"/>
                    <a:gd name="connsiteY11-238" fmla="*/ 1324303 h 1418896"/>
                    <a:gd name="connsiteX12-239" fmla="*/ 1145627 w 3731172"/>
                    <a:gd name="connsiteY12-240" fmla="*/ 882869 h 1418896"/>
                    <a:gd name="connsiteX13-241" fmla="*/ 1156137 w 3731172"/>
                    <a:gd name="connsiteY13-242" fmla="*/ 441434 h 1418896"/>
                    <a:gd name="connsiteX14-243" fmla="*/ 189185 w 3731172"/>
                    <a:gd name="connsiteY14-244" fmla="*/ 84081 h 1418896"/>
                    <a:gd name="connsiteX15-245" fmla="*/ 168165 w 3731172"/>
                    <a:gd name="connsiteY15-246" fmla="*/ 73572 h 1418896"/>
                    <a:gd name="connsiteX0-247" fmla="*/ 168165 w 3731172"/>
                    <a:gd name="connsiteY0-248" fmla="*/ 73572 h 1418896"/>
                    <a:gd name="connsiteX1-249" fmla="*/ 451945 w 3731172"/>
                    <a:gd name="connsiteY1-250" fmla="*/ 0 h 1418896"/>
                    <a:gd name="connsiteX2-251" fmla="*/ 1881352 w 3731172"/>
                    <a:gd name="connsiteY2-252" fmla="*/ 599089 h 1418896"/>
                    <a:gd name="connsiteX3-253" fmla="*/ 3363310 w 3731172"/>
                    <a:gd name="connsiteY3-254" fmla="*/ 0 h 1418896"/>
                    <a:gd name="connsiteX4-255" fmla="*/ 3584027 w 3731172"/>
                    <a:gd name="connsiteY4-256" fmla="*/ 73572 h 1418896"/>
                    <a:gd name="connsiteX5-257" fmla="*/ 2627586 w 3731172"/>
                    <a:gd name="connsiteY5-258" fmla="*/ 441434 h 1418896"/>
                    <a:gd name="connsiteX6-259" fmla="*/ 2596055 w 3731172"/>
                    <a:gd name="connsiteY6-260" fmla="*/ 914400 h 1418896"/>
                    <a:gd name="connsiteX7-261" fmla="*/ 3731172 w 3731172"/>
                    <a:gd name="connsiteY7-262" fmla="*/ 1345324 h 1418896"/>
                    <a:gd name="connsiteX8-263" fmla="*/ 3447393 w 3731172"/>
                    <a:gd name="connsiteY8-264" fmla="*/ 1408386 h 1418896"/>
                    <a:gd name="connsiteX9-265" fmla="*/ 1870841 w 3731172"/>
                    <a:gd name="connsiteY9-266" fmla="*/ 746234 h 1418896"/>
                    <a:gd name="connsiteX10-267" fmla="*/ 262758 w 3731172"/>
                    <a:gd name="connsiteY10-268" fmla="*/ 1418896 h 1418896"/>
                    <a:gd name="connsiteX11-269" fmla="*/ 0 w 3731172"/>
                    <a:gd name="connsiteY11-270" fmla="*/ 1324303 h 1418896"/>
                    <a:gd name="connsiteX12-271" fmla="*/ 1145627 w 3731172"/>
                    <a:gd name="connsiteY12-272" fmla="*/ 882869 h 1418896"/>
                    <a:gd name="connsiteX13-273" fmla="*/ 1145626 w 3731172"/>
                    <a:gd name="connsiteY13-274" fmla="*/ 451945 h 1418896"/>
                    <a:gd name="connsiteX14-275" fmla="*/ 189185 w 3731172"/>
                    <a:gd name="connsiteY14-276" fmla="*/ 84081 h 1418896"/>
                    <a:gd name="connsiteX15-277" fmla="*/ 168165 w 3731172"/>
                    <a:gd name="connsiteY15-278" fmla="*/ 73572 h 1418896"/>
                    <a:gd name="connsiteX0-279" fmla="*/ 168165 w 3731172"/>
                    <a:gd name="connsiteY0-280" fmla="*/ 73572 h 1418896"/>
                    <a:gd name="connsiteX1-281" fmla="*/ 451945 w 3731172"/>
                    <a:gd name="connsiteY1-282" fmla="*/ 0 h 1418896"/>
                    <a:gd name="connsiteX2-283" fmla="*/ 1881352 w 3731172"/>
                    <a:gd name="connsiteY2-284" fmla="*/ 599089 h 1418896"/>
                    <a:gd name="connsiteX3-285" fmla="*/ 3363310 w 3731172"/>
                    <a:gd name="connsiteY3-286" fmla="*/ 0 h 1418896"/>
                    <a:gd name="connsiteX4-287" fmla="*/ 3584027 w 3731172"/>
                    <a:gd name="connsiteY4-288" fmla="*/ 73572 h 1418896"/>
                    <a:gd name="connsiteX5-289" fmla="*/ 2627586 w 3731172"/>
                    <a:gd name="connsiteY5-290" fmla="*/ 441434 h 1418896"/>
                    <a:gd name="connsiteX6-291" fmla="*/ 2596055 w 3731172"/>
                    <a:gd name="connsiteY6-292" fmla="*/ 914400 h 1418896"/>
                    <a:gd name="connsiteX7-293" fmla="*/ 3731172 w 3731172"/>
                    <a:gd name="connsiteY7-294" fmla="*/ 1345324 h 1418896"/>
                    <a:gd name="connsiteX8-295" fmla="*/ 3447393 w 3731172"/>
                    <a:gd name="connsiteY8-296" fmla="*/ 1408386 h 1418896"/>
                    <a:gd name="connsiteX9-297" fmla="*/ 1870841 w 3731172"/>
                    <a:gd name="connsiteY9-298" fmla="*/ 746234 h 1418896"/>
                    <a:gd name="connsiteX10-299" fmla="*/ 262758 w 3731172"/>
                    <a:gd name="connsiteY10-300" fmla="*/ 1418896 h 1418896"/>
                    <a:gd name="connsiteX11-301" fmla="*/ 0 w 3731172"/>
                    <a:gd name="connsiteY11-302" fmla="*/ 1324303 h 1418896"/>
                    <a:gd name="connsiteX12-303" fmla="*/ 1145627 w 3731172"/>
                    <a:gd name="connsiteY12-304" fmla="*/ 903890 h 1418896"/>
                    <a:gd name="connsiteX13-305" fmla="*/ 1145626 w 3731172"/>
                    <a:gd name="connsiteY13-306" fmla="*/ 451945 h 1418896"/>
                    <a:gd name="connsiteX14-307" fmla="*/ 189185 w 3731172"/>
                    <a:gd name="connsiteY14-308" fmla="*/ 84081 h 1418896"/>
                    <a:gd name="connsiteX15-309" fmla="*/ 168165 w 3731172"/>
                    <a:gd name="connsiteY15-310" fmla="*/ 73572 h 1418896"/>
                    <a:gd name="connsiteX0-311" fmla="*/ 147144 w 3710151"/>
                    <a:gd name="connsiteY0-312" fmla="*/ 73572 h 1418896"/>
                    <a:gd name="connsiteX1-313" fmla="*/ 430924 w 3710151"/>
                    <a:gd name="connsiteY1-314" fmla="*/ 0 h 1418896"/>
                    <a:gd name="connsiteX2-315" fmla="*/ 1860331 w 3710151"/>
                    <a:gd name="connsiteY2-316" fmla="*/ 599089 h 1418896"/>
                    <a:gd name="connsiteX3-317" fmla="*/ 3342289 w 3710151"/>
                    <a:gd name="connsiteY3-318" fmla="*/ 0 h 1418896"/>
                    <a:gd name="connsiteX4-319" fmla="*/ 3563006 w 3710151"/>
                    <a:gd name="connsiteY4-320" fmla="*/ 73572 h 1418896"/>
                    <a:gd name="connsiteX5-321" fmla="*/ 2606565 w 3710151"/>
                    <a:gd name="connsiteY5-322" fmla="*/ 441434 h 1418896"/>
                    <a:gd name="connsiteX6-323" fmla="*/ 2575034 w 3710151"/>
                    <a:gd name="connsiteY6-324" fmla="*/ 914400 h 1418896"/>
                    <a:gd name="connsiteX7-325" fmla="*/ 3710151 w 3710151"/>
                    <a:gd name="connsiteY7-326" fmla="*/ 1345324 h 1418896"/>
                    <a:gd name="connsiteX8-327" fmla="*/ 3426372 w 3710151"/>
                    <a:gd name="connsiteY8-328" fmla="*/ 1408386 h 1418896"/>
                    <a:gd name="connsiteX9-329" fmla="*/ 1849820 w 3710151"/>
                    <a:gd name="connsiteY9-330" fmla="*/ 746234 h 1418896"/>
                    <a:gd name="connsiteX10-331" fmla="*/ 241737 w 3710151"/>
                    <a:gd name="connsiteY10-332" fmla="*/ 1418896 h 1418896"/>
                    <a:gd name="connsiteX11-333" fmla="*/ 0 w 3710151"/>
                    <a:gd name="connsiteY11-334" fmla="*/ 1334814 h 1418896"/>
                    <a:gd name="connsiteX12-335" fmla="*/ 1124606 w 3710151"/>
                    <a:gd name="connsiteY12-336" fmla="*/ 903890 h 1418896"/>
                    <a:gd name="connsiteX13-337" fmla="*/ 1124605 w 3710151"/>
                    <a:gd name="connsiteY13-338" fmla="*/ 451945 h 1418896"/>
                    <a:gd name="connsiteX14-339" fmla="*/ 168164 w 3710151"/>
                    <a:gd name="connsiteY14-340" fmla="*/ 84081 h 1418896"/>
                    <a:gd name="connsiteX15-341" fmla="*/ 147144 w 3710151"/>
                    <a:gd name="connsiteY15-342" fmla="*/ 73572 h 1418896"/>
                    <a:gd name="connsiteX0-343" fmla="*/ 147144 w 3710151"/>
                    <a:gd name="connsiteY0-344" fmla="*/ 73572 h 1418896"/>
                    <a:gd name="connsiteX1-345" fmla="*/ 430924 w 3710151"/>
                    <a:gd name="connsiteY1-346" fmla="*/ 0 h 1418896"/>
                    <a:gd name="connsiteX2-347" fmla="*/ 1860331 w 3710151"/>
                    <a:gd name="connsiteY2-348" fmla="*/ 599089 h 1418896"/>
                    <a:gd name="connsiteX3-349" fmla="*/ 3342289 w 3710151"/>
                    <a:gd name="connsiteY3-350" fmla="*/ 0 h 1418896"/>
                    <a:gd name="connsiteX4-351" fmla="*/ 3563006 w 3710151"/>
                    <a:gd name="connsiteY4-352" fmla="*/ 73572 h 1418896"/>
                    <a:gd name="connsiteX5-353" fmla="*/ 2606565 w 3710151"/>
                    <a:gd name="connsiteY5-354" fmla="*/ 441434 h 1418896"/>
                    <a:gd name="connsiteX6-355" fmla="*/ 2606565 w 3710151"/>
                    <a:gd name="connsiteY6-356" fmla="*/ 924910 h 1418896"/>
                    <a:gd name="connsiteX7-357" fmla="*/ 3710151 w 3710151"/>
                    <a:gd name="connsiteY7-358" fmla="*/ 1345324 h 1418896"/>
                    <a:gd name="connsiteX8-359" fmla="*/ 3426372 w 3710151"/>
                    <a:gd name="connsiteY8-360" fmla="*/ 1408386 h 1418896"/>
                    <a:gd name="connsiteX9-361" fmla="*/ 1849820 w 3710151"/>
                    <a:gd name="connsiteY9-362" fmla="*/ 746234 h 1418896"/>
                    <a:gd name="connsiteX10-363" fmla="*/ 241737 w 3710151"/>
                    <a:gd name="connsiteY10-364" fmla="*/ 1418896 h 1418896"/>
                    <a:gd name="connsiteX11-365" fmla="*/ 0 w 3710151"/>
                    <a:gd name="connsiteY11-366" fmla="*/ 1334814 h 1418896"/>
                    <a:gd name="connsiteX12-367" fmla="*/ 1124606 w 3710151"/>
                    <a:gd name="connsiteY12-368" fmla="*/ 903890 h 1418896"/>
                    <a:gd name="connsiteX13-369" fmla="*/ 1124605 w 3710151"/>
                    <a:gd name="connsiteY13-370" fmla="*/ 451945 h 1418896"/>
                    <a:gd name="connsiteX14-371" fmla="*/ 168164 w 3710151"/>
                    <a:gd name="connsiteY14-372" fmla="*/ 84081 h 1418896"/>
                    <a:gd name="connsiteX15-373" fmla="*/ 147144 w 3710151"/>
                    <a:gd name="connsiteY15-374" fmla="*/ 73572 h 1418896"/>
                    <a:gd name="connsiteX0-375" fmla="*/ 147144 w 3710151"/>
                    <a:gd name="connsiteY0-376" fmla="*/ 73572 h 1418896"/>
                    <a:gd name="connsiteX1-377" fmla="*/ 430924 w 3710151"/>
                    <a:gd name="connsiteY1-378" fmla="*/ 0 h 1418896"/>
                    <a:gd name="connsiteX2-379" fmla="*/ 1860331 w 3710151"/>
                    <a:gd name="connsiteY2-380" fmla="*/ 599089 h 1418896"/>
                    <a:gd name="connsiteX3-381" fmla="*/ 3342289 w 3710151"/>
                    <a:gd name="connsiteY3-382" fmla="*/ 0 h 1418896"/>
                    <a:gd name="connsiteX4-383" fmla="*/ 3563006 w 3710151"/>
                    <a:gd name="connsiteY4-384" fmla="*/ 73572 h 1418896"/>
                    <a:gd name="connsiteX5-385" fmla="*/ 2606565 w 3710151"/>
                    <a:gd name="connsiteY5-386" fmla="*/ 441434 h 1418896"/>
                    <a:gd name="connsiteX6-387" fmla="*/ 2610282 w 3710151"/>
                    <a:gd name="connsiteY6-388" fmla="*/ 902607 h 1418896"/>
                    <a:gd name="connsiteX7-389" fmla="*/ 3710151 w 3710151"/>
                    <a:gd name="connsiteY7-390" fmla="*/ 1345324 h 1418896"/>
                    <a:gd name="connsiteX8-391" fmla="*/ 3426372 w 3710151"/>
                    <a:gd name="connsiteY8-392" fmla="*/ 1408386 h 1418896"/>
                    <a:gd name="connsiteX9-393" fmla="*/ 1849820 w 3710151"/>
                    <a:gd name="connsiteY9-394" fmla="*/ 746234 h 1418896"/>
                    <a:gd name="connsiteX10-395" fmla="*/ 241737 w 3710151"/>
                    <a:gd name="connsiteY10-396" fmla="*/ 1418896 h 1418896"/>
                    <a:gd name="connsiteX11-397" fmla="*/ 0 w 3710151"/>
                    <a:gd name="connsiteY11-398" fmla="*/ 1334814 h 1418896"/>
                    <a:gd name="connsiteX12-399" fmla="*/ 1124606 w 3710151"/>
                    <a:gd name="connsiteY12-400" fmla="*/ 903890 h 1418896"/>
                    <a:gd name="connsiteX13-401" fmla="*/ 1124605 w 3710151"/>
                    <a:gd name="connsiteY13-402" fmla="*/ 451945 h 1418896"/>
                    <a:gd name="connsiteX14-403" fmla="*/ 168164 w 3710151"/>
                    <a:gd name="connsiteY14-404" fmla="*/ 84081 h 1418896"/>
                    <a:gd name="connsiteX15-405" fmla="*/ 147144 w 3710151"/>
                    <a:gd name="connsiteY15-406" fmla="*/ 73572 h 1418896"/>
                    <a:gd name="connsiteX0-407" fmla="*/ 147144 w 3710151"/>
                    <a:gd name="connsiteY0-408" fmla="*/ 73572 h 1418896"/>
                    <a:gd name="connsiteX1-409" fmla="*/ 430924 w 3710151"/>
                    <a:gd name="connsiteY1-410" fmla="*/ 0 h 1418896"/>
                    <a:gd name="connsiteX2-411" fmla="*/ 1860331 w 3710151"/>
                    <a:gd name="connsiteY2-412" fmla="*/ 599089 h 1418896"/>
                    <a:gd name="connsiteX3-413" fmla="*/ 3342289 w 3710151"/>
                    <a:gd name="connsiteY3-414" fmla="*/ 0 h 1418896"/>
                    <a:gd name="connsiteX4-415" fmla="*/ 3563006 w 3710151"/>
                    <a:gd name="connsiteY4-416" fmla="*/ 73572 h 1418896"/>
                    <a:gd name="connsiteX5-417" fmla="*/ 2617717 w 3710151"/>
                    <a:gd name="connsiteY5-418" fmla="*/ 445151 h 1418896"/>
                    <a:gd name="connsiteX6-419" fmla="*/ 2610282 w 3710151"/>
                    <a:gd name="connsiteY6-420" fmla="*/ 902607 h 1418896"/>
                    <a:gd name="connsiteX7-421" fmla="*/ 3710151 w 3710151"/>
                    <a:gd name="connsiteY7-422" fmla="*/ 1345324 h 1418896"/>
                    <a:gd name="connsiteX8-423" fmla="*/ 3426372 w 3710151"/>
                    <a:gd name="connsiteY8-424" fmla="*/ 1408386 h 1418896"/>
                    <a:gd name="connsiteX9-425" fmla="*/ 1849820 w 3710151"/>
                    <a:gd name="connsiteY9-426" fmla="*/ 746234 h 1418896"/>
                    <a:gd name="connsiteX10-427" fmla="*/ 241737 w 3710151"/>
                    <a:gd name="connsiteY10-428" fmla="*/ 1418896 h 1418896"/>
                    <a:gd name="connsiteX11-429" fmla="*/ 0 w 3710151"/>
                    <a:gd name="connsiteY11-430" fmla="*/ 1334814 h 1418896"/>
                    <a:gd name="connsiteX12-431" fmla="*/ 1124606 w 3710151"/>
                    <a:gd name="connsiteY12-432" fmla="*/ 903890 h 1418896"/>
                    <a:gd name="connsiteX13-433" fmla="*/ 1124605 w 3710151"/>
                    <a:gd name="connsiteY13-434" fmla="*/ 451945 h 1418896"/>
                    <a:gd name="connsiteX14-435" fmla="*/ 168164 w 3710151"/>
                    <a:gd name="connsiteY14-436" fmla="*/ 84081 h 1418896"/>
                    <a:gd name="connsiteX15-437" fmla="*/ 147144 w 3710151"/>
                    <a:gd name="connsiteY15-438" fmla="*/ 73572 h 1418896"/>
                    <a:gd name="connsiteX0-439" fmla="*/ 147144 w 3710151"/>
                    <a:gd name="connsiteY0-440" fmla="*/ 73572 h 1418896"/>
                    <a:gd name="connsiteX1-441" fmla="*/ 430924 w 3710151"/>
                    <a:gd name="connsiteY1-442" fmla="*/ 0 h 1418896"/>
                    <a:gd name="connsiteX2-443" fmla="*/ 1860331 w 3710151"/>
                    <a:gd name="connsiteY2-444" fmla="*/ 599089 h 1418896"/>
                    <a:gd name="connsiteX3-445" fmla="*/ 3342289 w 3710151"/>
                    <a:gd name="connsiteY3-446" fmla="*/ 0 h 1418896"/>
                    <a:gd name="connsiteX4-447" fmla="*/ 3563006 w 3710151"/>
                    <a:gd name="connsiteY4-448" fmla="*/ 73572 h 1418896"/>
                    <a:gd name="connsiteX5-449" fmla="*/ 2617717 w 3710151"/>
                    <a:gd name="connsiteY5-450" fmla="*/ 448868 h 1418896"/>
                    <a:gd name="connsiteX6-451" fmla="*/ 2610282 w 3710151"/>
                    <a:gd name="connsiteY6-452" fmla="*/ 902607 h 1418896"/>
                    <a:gd name="connsiteX7-453" fmla="*/ 3710151 w 3710151"/>
                    <a:gd name="connsiteY7-454" fmla="*/ 1345324 h 1418896"/>
                    <a:gd name="connsiteX8-455" fmla="*/ 3426372 w 3710151"/>
                    <a:gd name="connsiteY8-456" fmla="*/ 1408386 h 1418896"/>
                    <a:gd name="connsiteX9-457" fmla="*/ 1849820 w 3710151"/>
                    <a:gd name="connsiteY9-458" fmla="*/ 746234 h 1418896"/>
                    <a:gd name="connsiteX10-459" fmla="*/ 241737 w 3710151"/>
                    <a:gd name="connsiteY10-460" fmla="*/ 1418896 h 1418896"/>
                    <a:gd name="connsiteX11-461" fmla="*/ 0 w 3710151"/>
                    <a:gd name="connsiteY11-462" fmla="*/ 1334814 h 1418896"/>
                    <a:gd name="connsiteX12-463" fmla="*/ 1124606 w 3710151"/>
                    <a:gd name="connsiteY12-464" fmla="*/ 903890 h 1418896"/>
                    <a:gd name="connsiteX13-465" fmla="*/ 1124605 w 3710151"/>
                    <a:gd name="connsiteY13-466" fmla="*/ 451945 h 1418896"/>
                    <a:gd name="connsiteX14-467" fmla="*/ 168164 w 3710151"/>
                    <a:gd name="connsiteY14-468" fmla="*/ 84081 h 1418896"/>
                    <a:gd name="connsiteX15-469" fmla="*/ 147144 w 3710151"/>
                    <a:gd name="connsiteY15-470" fmla="*/ 73572 h 1418896"/>
                    <a:gd name="connsiteX0-471" fmla="*/ 147144 w 3710151"/>
                    <a:gd name="connsiteY0-472" fmla="*/ 73572 h 1418896"/>
                    <a:gd name="connsiteX1-473" fmla="*/ 430924 w 3710151"/>
                    <a:gd name="connsiteY1-474" fmla="*/ 0 h 1418896"/>
                    <a:gd name="connsiteX2-475" fmla="*/ 1838028 w 3710151"/>
                    <a:gd name="connsiteY2-476" fmla="*/ 591655 h 1418896"/>
                    <a:gd name="connsiteX3-477" fmla="*/ 3342289 w 3710151"/>
                    <a:gd name="connsiteY3-478" fmla="*/ 0 h 1418896"/>
                    <a:gd name="connsiteX4-479" fmla="*/ 3563006 w 3710151"/>
                    <a:gd name="connsiteY4-480" fmla="*/ 73572 h 1418896"/>
                    <a:gd name="connsiteX5-481" fmla="*/ 2617717 w 3710151"/>
                    <a:gd name="connsiteY5-482" fmla="*/ 448868 h 1418896"/>
                    <a:gd name="connsiteX6-483" fmla="*/ 2610282 w 3710151"/>
                    <a:gd name="connsiteY6-484" fmla="*/ 902607 h 1418896"/>
                    <a:gd name="connsiteX7-485" fmla="*/ 3710151 w 3710151"/>
                    <a:gd name="connsiteY7-486" fmla="*/ 1345324 h 1418896"/>
                    <a:gd name="connsiteX8-487" fmla="*/ 3426372 w 3710151"/>
                    <a:gd name="connsiteY8-488" fmla="*/ 1408386 h 1418896"/>
                    <a:gd name="connsiteX9-489" fmla="*/ 1849820 w 3710151"/>
                    <a:gd name="connsiteY9-490" fmla="*/ 746234 h 1418896"/>
                    <a:gd name="connsiteX10-491" fmla="*/ 241737 w 3710151"/>
                    <a:gd name="connsiteY10-492" fmla="*/ 1418896 h 1418896"/>
                    <a:gd name="connsiteX11-493" fmla="*/ 0 w 3710151"/>
                    <a:gd name="connsiteY11-494" fmla="*/ 1334814 h 1418896"/>
                    <a:gd name="connsiteX12-495" fmla="*/ 1124606 w 3710151"/>
                    <a:gd name="connsiteY12-496" fmla="*/ 903890 h 1418896"/>
                    <a:gd name="connsiteX13-497" fmla="*/ 1124605 w 3710151"/>
                    <a:gd name="connsiteY13-498" fmla="*/ 451945 h 1418896"/>
                    <a:gd name="connsiteX14-499" fmla="*/ 168164 w 3710151"/>
                    <a:gd name="connsiteY14-500" fmla="*/ 84081 h 1418896"/>
                    <a:gd name="connsiteX15-501" fmla="*/ 147144 w 3710151"/>
                    <a:gd name="connsiteY15-502" fmla="*/ 73572 h 1418896"/>
                    <a:gd name="connsiteX0-503" fmla="*/ 147144 w 3710151"/>
                    <a:gd name="connsiteY0-504" fmla="*/ 73572 h 1418896"/>
                    <a:gd name="connsiteX1-505" fmla="*/ 430924 w 3710151"/>
                    <a:gd name="connsiteY1-506" fmla="*/ 0 h 1418896"/>
                    <a:gd name="connsiteX2-507" fmla="*/ 1838028 w 3710151"/>
                    <a:gd name="connsiteY2-508" fmla="*/ 591655 h 1418896"/>
                    <a:gd name="connsiteX3-509" fmla="*/ 3342289 w 3710151"/>
                    <a:gd name="connsiteY3-510" fmla="*/ 0 h 1418896"/>
                    <a:gd name="connsiteX4-511" fmla="*/ 3563006 w 3710151"/>
                    <a:gd name="connsiteY4-512" fmla="*/ 73572 h 1418896"/>
                    <a:gd name="connsiteX5-513" fmla="*/ 2617717 w 3710151"/>
                    <a:gd name="connsiteY5-514" fmla="*/ 448868 h 1418896"/>
                    <a:gd name="connsiteX6-515" fmla="*/ 2610282 w 3710151"/>
                    <a:gd name="connsiteY6-516" fmla="*/ 902607 h 1418896"/>
                    <a:gd name="connsiteX7-517" fmla="*/ 3710151 w 3710151"/>
                    <a:gd name="connsiteY7-518" fmla="*/ 1345324 h 1418896"/>
                    <a:gd name="connsiteX8-519" fmla="*/ 3426372 w 3710151"/>
                    <a:gd name="connsiteY8-520" fmla="*/ 1408386 h 1418896"/>
                    <a:gd name="connsiteX9-521" fmla="*/ 1849820 w 3710151"/>
                    <a:gd name="connsiteY9-522" fmla="*/ 746234 h 1418896"/>
                    <a:gd name="connsiteX10-523" fmla="*/ 241737 w 3710151"/>
                    <a:gd name="connsiteY10-524" fmla="*/ 1418896 h 1418896"/>
                    <a:gd name="connsiteX11-525" fmla="*/ 0 w 3710151"/>
                    <a:gd name="connsiteY11-526" fmla="*/ 1334814 h 1418896"/>
                    <a:gd name="connsiteX12-527" fmla="*/ 1124606 w 3710151"/>
                    <a:gd name="connsiteY12-528" fmla="*/ 903890 h 1418896"/>
                    <a:gd name="connsiteX13-529" fmla="*/ 1087434 w 3710151"/>
                    <a:gd name="connsiteY13-530" fmla="*/ 451945 h 1418896"/>
                    <a:gd name="connsiteX14-531" fmla="*/ 168164 w 3710151"/>
                    <a:gd name="connsiteY14-532" fmla="*/ 84081 h 1418896"/>
                    <a:gd name="connsiteX15-533" fmla="*/ 147144 w 3710151"/>
                    <a:gd name="connsiteY15-534" fmla="*/ 73572 h 1418896"/>
                    <a:gd name="connsiteX0-535" fmla="*/ 147144 w 3710151"/>
                    <a:gd name="connsiteY0-536" fmla="*/ 73572 h 1418896"/>
                    <a:gd name="connsiteX1-537" fmla="*/ 430924 w 3710151"/>
                    <a:gd name="connsiteY1-538" fmla="*/ 0 h 1418896"/>
                    <a:gd name="connsiteX2-539" fmla="*/ 1838028 w 3710151"/>
                    <a:gd name="connsiteY2-540" fmla="*/ 591655 h 1418896"/>
                    <a:gd name="connsiteX3-541" fmla="*/ 3342289 w 3710151"/>
                    <a:gd name="connsiteY3-542" fmla="*/ 0 h 1418896"/>
                    <a:gd name="connsiteX4-543" fmla="*/ 3563006 w 3710151"/>
                    <a:gd name="connsiteY4-544" fmla="*/ 73572 h 1418896"/>
                    <a:gd name="connsiteX5-545" fmla="*/ 2617717 w 3710151"/>
                    <a:gd name="connsiteY5-546" fmla="*/ 448868 h 1418896"/>
                    <a:gd name="connsiteX6-547" fmla="*/ 2610282 w 3710151"/>
                    <a:gd name="connsiteY6-548" fmla="*/ 902607 h 1418896"/>
                    <a:gd name="connsiteX7-549" fmla="*/ 3710151 w 3710151"/>
                    <a:gd name="connsiteY7-550" fmla="*/ 1345324 h 1418896"/>
                    <a:gd name="connsiteX8-551" fmla="*/ 3426372 w 3710151"/>
                    <a:gd name="connsiteY8-552" fmla="*/ 1408386 h 1418896"/>
                    <a:gd name="connsiteX9-553" fmla="*/ 1849820 w 3710151"/>
                    <a:gd name="connsiteY9-554" fmla="*/ 746234 h 1418896"/>
                    <a:gd name="connsiteX10-555" fmla="*/ 241737 w 3710151"/>
                    <a:gd name="connsiteY10-556" fmla="*/ 1418896 h 1418896"/>
                    <a:gd name="connsiteX11-557" fmla="*/ 0 w 3710151"/>
                    <a:gd name="connsiteY11-558" fmla="*/ 1334814 h 1418896"/>
                    <a:gd name="connsiteX12-559" fmla="*/ 1098586 w 3710151"/>
                    <a:gd name="connsiteY12-560" fmla="*/ 903890 h 1418896"/>
                    <a:gd name="connsiteX13-561" fmla="*/ 1087434 w 3710151"/>
                    <a:gd name="connsiteY13-562" fmla="*/ 451945 h 1418896"/>
                    <a:gd name="connsiteX14-563" fmla="*/ 168164 w 3710151"/>
                    <a:gd name="connsiteY14-564" fmla="*/ 84081 h 1418896"/>
                    <a:gd name="connsiteX15-565" fmla="*/ 147144 w 3710151"/>
                    <a:gd name="connsiteY15-566" fmla="*/ 73572 h 1418896"/>
                    <a:gd name="connsiteX0-567" fmla="*/ 162012 w 3725019"/>
                    <a:gd name="connsiteY0-568" fmla="*/ 73572 h 1418896"/>
                    <a:gd name="connsiteX1-569" fmla="*/ 445792 w 3725019"/>
                    <a:gd name="connsiteY1-570" fmla="*/ 0 h 1418896"/>
                    <a:gd name="connsiteX2-571" fmla="*/ 1852896 w 3725019"/>
                    <a:gd name="connsiteY2-572" fmla="*/ 591655 h 1418896"/>
                    <a:gd name="connsiteX3-573" fmla="*/ 3357157 w 3725019"/>
                    <a:gd name="connsiteY3-574" fmla="*/ 0 h 1418896"/>
                    <a:gd name="connsiteX4-575" fmla="*/ 3577874 w 3725019"/>
                    <a:gd name="connsiteY4-576" fmla="*/ 73572 h 1418896"/>
                    <a:gd name="connsiteX5-577" fmla="*/ 2632585 w 3725019"/>
                    <a:gd name="connsiteY5-578" fmla="*/ 448868 h 1418896"/>
                    <a:gd name="connsiteX6-579" fmla="*/ 2625150 w 3725019"/>
                    <a:gd name="connsiteY6-580" fmla="*/ 902607 h 1418896"/>
                    <a:gd name="connsiteX7-581" fmla="*/ 3725019 w 3725019"/>
                    <a:gd name="connsiteY7-582" fmla="*/ 1345324 h 1418896"/>
                    <a:gd name="connsiteX8-583" fmla="*/ 3441240 w 3725019"/>
                    <a:gd name="connsiteY8-584" fmla="*/ 1408386 h 1418896"/>
                    <a:gd name="connsiteX9-585" fmla="*/ 1864688 w 3725019"/>
                    <a:gd name="connsiteY9-586" fmla="*/ 746234 h 1418896"/>
                    <a:gd name="connsiteX10-587" fmla="*/ 256605 w 3725019"/>
                    <a:gd name="connsiteY10-588" fmla="*/ 1418896 h 1418896"/>
                    <a:gd name="connsiteX11-589" fmla="*/ 0 w 3725019"/>
                    <a:gd name="connsiteY11-590" fmla="*/ 1331097 h 1418896"/>
                    <a:gd name="connsiteX12-591" fmla="*/ 1113454 w 3725019"/>
                    <a:gd name="connsiteY12-592" fmla="*/ 903890 h 1418896"/>
                    <a:gd name="connsiteX13-593" fmla="*/ 1102302 w 3725019"/>
                    <a:gd name="connsiteY13-594" fmla="*/ 451945 h 1418896"/>
                    <a:gd name="connsiteX14-595" fmla="*/ 183032 w 3725019"/>
                    <a:gd name="connsiteY14-596" fmla="*/ 84081 h 1418896"/>
                    <a:gd name="connsiteX15-597" fmla="*/ 162012 w 3725019"/>
                    <a:gd name="connsiteY15-598" fmla="*/ 73572 h 141889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</p:grpSp>
      <p:grpSp>
        <p:nvGrpSpPr>
          <p:cNvPr id="50" name="Group 89"/>
          <p:cNvGrpSpPr/>
          <p:nvPr/>
        </p:nvGrpSpPr>
        <p:grpSpPr bwMode="auto">
          <a:xfrm>
            <a:off x="632859" y="3094833"/>
            <a:ext cx="619062" cy="543086"/>
            <a:chOff x="-44" y="1473"/>
            <a:chExt cx="981" cy="1105"/>
          </a:xfrm>
        </p:grpSpPr>
        <p:pic>
          <p:nvPicPr>
            <p:cNvPr id="5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2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53" name="Group 89"/>
          <p:cNvGrpSpPr/>
          <p:nvPr/>
        </p:nvGrpSpPr>
        <p:grpSpPr bwMode="auto">
          <a:xfrm>
            <a:off x="7872398" y="3094833"/>
            <a:ext cx="619062" cy="543086"/>
            <a:chOff x="-44" y="1473"/>
            <a:chExt cx="981" cy="1105"/>
          </a:xfrm>
        </p:grpSpPr>
        <p:pic>
          <p:nvPicPr>
            <p:cNvPr id="54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aphicFrame>
        <p:nvGraphicFramePr>
          <p:cNvPr id="59" name="表格 141"/>
          <p:cNvGraphicFramePr>
            <a:graphicFrameLocks noGrp="1"/>
          </p:cNvGraphicFramePr>
          <p:nvPr/>
        </p:nvGraphicFramePr>
        <p:xfrm>
          <a:off x="4085168" y="4813776"/>
          <a:ext cx="2159000" cy="3045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78297"/>
                <a:gridCol w="1080703"/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</a:t>
                      </a:r>
                      <a:r>
                        <a:rPr lang="en-US" altLang="zh-CN" sz="1400" baseline="0" dirty="0"/>
                        <a:t> Header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 Data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</a:tr>
            </a:tbl>
          </a:graphicData>
        </a:graphic>
      </p:graphicFrame>
      <p:graphicFrame>
        <p:nvGraphicFramePr>
          <p:cNvPr id="58" name="表格 141"/>
          <p:cNvGraphicFramePr>
            <a:graphicFrameLocks noGrp="1"/>
          </p:cNvGraphicFramePr>
          <p:nvPr/>
        </p:nvGraphicFramePr>
        <p:xfrm>
          <a:off x="6095051" y="4278641"/>
          <a:ext cx="2159000" cy="3045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78297"/>
                <a:gridCol w="1080703"/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</a:t>
                      </a:r>
                      <a:r>
                        <a:rPr lang="en-US" altLang="zh-CN" sz="1400" baseline="0" dirty="0"/>
                        <a:t> Header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 Data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</a:tr>
            </a:tbl>
          </a:graphicData>
        </a:graphic>
      </p:graphicFrame>
      <p:graphicFrame>
        <p:nvGraphicFramePr>
          <p:cNvPr id="28" name="表格 143"/>
          <p:cNvGraphicFramePr>
            <a:graphicFrameLocks noGrp="1"/>
          </p:cNvGraphicFramePr>
          <p:nvPr/>
        </p:nvGraphicFramePr>
        <p:xfrm>
          <a:off x="3009613" y="4813776"/>
          <a:ext cx="1075555" cy="3045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75555"/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IPv4 Header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417" marR="91417" marT="45610" marB="45610" anchor="ctr"/>
                </a:tc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718098" y="2763934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x.x.x.x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653397" y="2765757"/>
            <a:ext cx="703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y.y.y.y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1" name="Group 20"/>
          <p:cNvGrpSpPr/>
          <p:nvPr/>
        </p:nvGrpSpPr>
        <p:grpSpPr>
          <a:xfrm>
            <a:off x="2614460" y="5125262"/>
            <a:ext cx="1865860" cy="1041959"/>
            <a:chOff x="2614460" y="5125262"/>
            <a:chExt cx="1865860" cy="1041959"/>
          </a:xfrm>
        </p:grpSpPr>
        <p:sp>
          <p:nvSpPr>
            <p:cNvPr id="9" name="Trapezoid 8"/>
            <p:cNvSpPr/>
            <p:nvPr/>
          </p:nvSpPr>
          <p:spPr>
            <a:xfrm>
              <a:off x="2743178" y="5125262"/>
              <a:ext cx="1608937" cy="1041959"/>
            </a:xfrm>
            <a:prstGeom prst="trapezoid">
              <a:avLst>
                <a:gd name="adj" fmla="val 23552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2614460" y="5305447"/>
              <a:ext cx="1865860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</a:rPr>
                <a:t>填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源地址：</a:t>
              </a:r>
              <a:r>
                <a:rPr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x.x.x.x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目的地址：</a:t>
              </a:r>
              <a:r>
                <a:rPr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y.y.y.y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上层协议：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41 (IPv6)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2. IPv6 over IPv4 </a:t>
            </a:r>
            <a:r>
              <a:rPr lang="zh-CN" altLang="en-US" sz="4400" dirty="0"/>
              <a:t>手动隧道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sz="2400" dirty="0"/>
              <a:t>在隧道两端的边界路由设备上通过人工配置而创建的。</a:t>
            </a:r>
            <a:endParaRPr lang="en-US" altLang="zh-CN" sz="2400" dirty="0"/>
          </a:p>
          <a:p>
            <a:pPr lvl="1"/>
            <a:r>
              <a:rPr lang="zh-CN" altLang="en-US" sz="2400" dirty="0"/>
              <a:t>需要静态指定隧道的源</a:t>
            </a:r>
            <a:r>
              <a:rPr lang="en-US" altLang="zh-CN" sz="2400" dirty="0"/>
              <a:t>IPv4</a:t>
            </a:r>
            <a:r>
              <a:rPr lang="zh-CN" altLang="en-US" sz="2400" dirty="0"/>
              <a:t>地址和目的</a:t>
            </a:r>
            <a:r>
              <a:rPr lang="en-US" altLang="zh-CN" sz="2400" dirty="0"/>
              <a:t>IPv4</a:t>
            </a:r>
            <a:r>
              <a:rPr lang="zh-CN" altLang="en-US" sz="2400" dirty="0"/>
              <a:t>地址。</a:t>
            </a:r>
            <a:endParaRPr lang="en-US" altLang="zh-CN" sz="2400" dirty="0"/>
          </a:p>
          <a:p>
            <a:pPr lvl="1"/>
            <a:r>
              <a:rPr lang="zh-CN" altLang="en-US" sz="2400" dirty="0"/>
              <a:t>隧道两端的主机和路由设备均需要支持</a:t>
            </a:r>
            <a:r>
              <a:rPr lang="en-US" altLang="zh-CN" sz="2400" dirty="0"/>
              <a:t>IPv4</a:t>
            </a:r>
            <a:r>
              <a:rPr lang="zh-CN" altLang="en-US" sz="2400" dirty="0"/>
              <a:t>和</a:t>
            </a:r>
            <a:r>
              <a:rPr lang="en-US" altLang="zh-CN" sz="2400" dirty="0"/>
              <a:t>IPv6</a:t>
            </a:r>
            <a:r>
              <a:rPr lang="zh-CN" altLang="en-US" sz="2400" dirty="0"/>
              <a:t>协议栈。</a:t>
            </a:r>
            <a:endParaRPr lang="en-US" sz="2400" dirty="0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25" name="Footer Placeholder 2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graphicFrame>
        <p:nvGraphicFramePr>
          <p:cNvPr id="27" name="表格 141"/>
          <p:cNvGraphicFramePr>
            <a:graphicFrameLocks noGrp="1"/>
          </p:cNvGraphicFramePr>
          <p:nvPr/>
        </p:nvGraphicFramePr>
        <p:xfrm>
          <a:off x="925868" y="4278641"/>
          <a:ext cx="2159000" cy="3045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78297"/>
                <a:gridCol w="1080703"/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</a:t>
                      </a:r>
                      <a:r>
                        <a:rPr lang="en-US" altLang="zh-CN" sz="1400" baseline="0" dirty="0"/>
                        <a:t> Header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 Data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</a:tr>
            </a:tbl>
          </a:graphicData>
        </a:graphic>
      </p:graphicFrame>
      <p:sp>
        <p:nvSpPr>
          <p:cNvPr id="28" name="Text Box 11"/>
          <p:cNvSpPr txBox="1">
            <a:spLocks noChangeArrowheads="1"/>
          </p:cNvSpPr>
          <p:nvPr/>
        </p:nvSpPr>
        <p:spPr bwMode="auto">
          <a:xfrm>
            <a:off x="6893842" y="3202712"/>
            <a:ext cx="55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IPv6</a:t>
            </a:r>
            <a:endParaRPr lang="en-US" altLang="zh-CN" sz="1600" b="1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9" name="Text Box 12"/>
          <p:cNvSpPr txBox="1">
            <a:spLocks noChangeArrowheads="1"/>
          </p:cNvSpPr>
          <p:nvPr/>
        </p:nvSpPr>
        <p:spPr bwMode="auto">
          <a:xfrm>
            <a:off x="1686218" y="3202712"/>
            <a:ext cx="55015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DaunPenh" panose="020B0604020202020204" pitchFamily="2" charset="0"/>
              </a:rPr>
              <a:t>IPv6</a:t>
            </a:r>
            <a:endParaRPr lang="en-US" altLang="zh-CN" sz="1600" b="1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DaunPenh" panose="020B0604020202020204" pitchFamily="2" charset="0"/>
            </a:endParaRPr>
          </a:p>
        </p:txBody>
      </p:sp>
      <p:sp>
        <p:nvSpPr>
          <p:cNvPr id="30" name="Freeform 162"/>
          <p:cNvSpPr>
            <a:spLocks noEditPoints="1"/>
          </p:cNvSpPr>
          <p:nvPr/>
        </p:nvSpPr>
        <p:spPr bwMode="auto">
          <a:xfrm>
            <a:off x="1239044" y="2812972"/>
            <a:ext cx="1532648" cy="1106808"/>
          </a:xfrm>
          <a:custGeom>
            <a:avLst/>
            <a:gdLst>
              <a:gd name="T0" fmla="*/ 2147483646 w 14525"/>
              <a:gd name="T1" fmla="*/ 2147483646 h 12941"/>
              <a:gd name="T2" fmla="*/ 2147483646 w 14525"/>
              <a:gd name="T3" fmla="*/ 2147483646 h 12941"/>
              <a:gd name="T4" fmla="*/ 2147483646 w 14525"/>
              <a:gd name="T5" fmla="*/ 2147483646 h 12941"/>
              <a:gd name="T6" fmla="*/ 2147483646 w 14525"/>
              <a:gd name="T7" fmla="*/ 2147483646 h 12941"/>
              <a:gd name="T8" fmla="*/ 2147483646 w 14525"/>
              <a:gd name="T9" fmla="*/ 2147483646 h 12941"/>
              <a:gd name="T10" fmla="*/ 2147483646 w 14525"/>
              <a:gd name="T11" fmla="*/ 2147483646 h 12941"/>
              <a:gd name="T12" fmla="*/ 2147483646 w 14525"/>
              <a:gd name="T13" fmla="*/ 2147483646 h 12941"/>
              <a:gd name="T14" fmla="*/ 2147483646 w 14525"/>
              <a:gd name="T15" fmla="*/ 2147483646 h 12941"/>
              <a:gd name="T16" fmla="*/ 2147483646 w 14525"/>
              <a:gd name="T17" fmla="*/ 2147483646 h 12941"/>
              <a:gd name="T18" fmla="*/ 2147483646 w 14525"/>
              <a:gd name="T19" fmla="*/ 2147483646 h 12941"/>
              <a:gd name="T20" fmla="*/ 2147483646 w 14525"/>
              <a:gd name="T21" fmla="*/ 2147483646 h 12941"/>
              <a:gd name="T22" fmla="*/ 2147483646 w 14525"/>
              <a:gd name="T23" fmla="*/ 2147483646 h 12941"/>
              <a:gd name="T24" fmla="*/ 2147483646 w 14525"/>
              <a:gd name="T25" fmla="*/ 2147483646 h 12941"/>
              <a:gd name="T26" fmla="*/ 2147483646 w 14525"/>
              <a:gd name="T27" fmla="*/ 2147483646 h 12941"/>
              <a:gd name="T28" fmla="*/ 2147483646 w 14525"/>
              <a:gd name="T29" fmla="*/ 2147483646 h 12941"/>
              <a:gd name="T30" fmla="*/ 2147483646 w 14525"/>
              <a:gd name="T31" fmla="*/ 2147483646 h 12941"/>
              <a:gd name="T32" fmla="*/ 2147483646 w 14525"/>
              <a:gd name="T33" fmla="*/ 2147483646 h 12941"/>
              <a:gd name="T34" fmla="*/ 2147483646 w 14525"/>
              <a:gd name="T35" fmla="*/ 2147483646 h 12941"/>
              <a:gd name="T36" fmla="*/ 2147483646 w 14525"/>
              <a:gd name="T37" fmla="*/ 2147483646 h 12941"/>
              <a:gd name="T38" fmla="*/ 2147483646 w 14525"/>
              <a:gd name="T39" fmla="*/ 2147483646 h 12941"/>
              <a:gd name="T40" fmla="*/ 2147483646 w 14525"/>
              <a:gd name="T41" fmla="*/ 2147483646 h 12941"/>
              <a:gd name="T42" fmla="*/ 2147483646 w 14525"/>
              <a:gd name="T43" fmla="*/ 2147483646 h 12941"/>
              <a:gd name="T44" fmla="*/ 2147483646 w 14525"/>
              <a:gd name="T45" fmla="*/ 2147483646 h 12941"/>
              <a:gd name="T46" fmla="*/ 2147483646 w 14525"/>
              <a:gd name="T47" fmla="*/ 2147483646 h 12941"/>
              <a:gd name="T48" fmla="*/ 2147483646 w 14525"/>
              <a:gd name="T49" fmla="*/ 2147483646 h 12941"/>
              <a:gd name="T50" fmla="*/ 2147483646 w 14525"/>
              <a:gd name="T51" fmla="*/ 2147483646 h 12941"/>
              <a:gd name="T52" fmla="*/ 2147483646 w 14525"/>
              <a:gd name="T53" fmla="*/ 2147483646 h 12941"/>
              <a:gd name="T54" fmla="*/ 2147483646 w 14525"/>
              <a:gd name="T55" fmla="*/ 2147483646 h 12941"/>
              <a:gd name="T56" fmla="*/ 2147483646 w 14525"/>
              <a:gd name="T57" fmla="*/ 2147483646 h 12941"/>
              <a:gd name="T58" fmla="*/ 2147483646 w 14525"/>
              <a:gd name="T59" fmla="*/ 2147483646 h 12941"/>
              <a:gd name="T60" fmla="*/ 2147483646 w 14525"/>
              <a:gd name="T61" fmla="*/ 2147483646 h 12941"/>
              <a:gd name="T62" fmla="*/ 2147483646 w 14525"/>
              <a:gd name="T63" fmla="*/ 2147483646 h 12941"/>
              <a:gd name="T64" fmla="*/ 2147483646 w 14525"/>
              <a:gd name="T65" fmla="*/ 2147483646 h 12941"/>
              <a:gd name="T66" fmla="*/ 2147483646 w 14525"/>
              <a:gd name="T67" fmla="*/ 2147483646 h 12941"/>
              <a:gd name="T68" fmla="*/ 2147483646 w 14525"/>
              <a:gd name="T69" fmla="*/ 2147483646 h 12941"/>
              <a:gd name="T70" fmla="*/ 2147483646 w 14525"/>
              <a:gd name="T71" fmla="*/ 2147483646 h 12941"/>
              <a:gd name="T72" fmla="*/ 2147483646 w 14525"/>
              <a:gd name="T73" fmla="*/ 2147483646 h 12941"/>
              <a:gd name="T74" fmla="*/ 2147483646 w 14525"/>
              <a:gd name="T75" fmla="*/ 2147483646 h 12941"/>
              <a:gd name="T76" fmla="*/ 2147483646 w 14525"/>
              <a:gd name="T77" fmla="*/ 2147483646 h 12941"/>
              <a:gd name="T78" fmla="*/ 2147483646 w 14525"/>
              <a:gd name="T79" fmla="*/ 2147483646 h 12941"/>
              <a:gd name="T80" fmla="*/ 2147483646 w 14525"/>
              <a:gd name="T81" fmla="*/ 2147483646 h 12941"/>
              <a:gd name="T82" fmla="*/ 2147483646 w 14525"/>
              <a:gd name="T83" fmla="*/ 2147483646 h 12941"/>
              <a:gd name="T84" fmla="*/ 2147483646 w 14525"/>
              <a:gd name="T85" fmla="*/ 2147483646 h 12941"/>
              <a:gd name="T86" fmla="*/ 2147483646 w 14525"/>
              <a:gd name="T87" fmla="*/ 2147483646 h 12941"/>
              <a:gd name="T88" fmla="*/ 2147483646 w 14525"/>
              <a:gd name="T89" fmla="*/ 2147483646 h 12941"/>
              <a:gd name="T90" fmla="*/ 2147483646 w 14525"/>
              <a:gd name="T91" fmla="*/ 2147483646 h 12941"/>
              <a:gd name="T92" fmla="*/ 2147483646 w 14525"/>
              <a:gd name="T93" fmla="*/ 2147483646 h 12941"/>
              <a:gd name="T94" fmla="*/ 2147483646 w 14525"/>
              <a:gd name="T95" fmla="*/ 2147483646 h 12941"/>
              <a:gd name="T96" fmla="*/ 2147483646 w 14525"/>
              <a:gd name="T97" fmla="*/ 2147483646 h 12941"/>
              <a:gd name="T98" fmla="*/ 2147483646 w 14525"/>
              <a:gd name="T99" fmla="*/ 2147483646 h 12941"/>
              <a:gd name="T100" fmla="*/ 2147483646 w 14525"/>
              <a:gd name="T101" fmla="*/ 2147483646 h 12941"/>
              <a:gd name="T102" fmla="*/ 2147483646 w 14525"/>
              <a:gd name="T103" fmla="*/ 2147483646 h 12941"/>
              <a:gd name="T104" fmla="*/ 2147483646 w 14525"/>
              <a:gd name="T105" fmla="*/ 2147483646 h 12941"/>
              <a:gd name="T106" fmla="*/ 2147483646 w 14525"/>
              <a:gd name="T107" fmla="*/ 2147483646 h 12941"/>
              <a:gd name="T108" fmla="*/ 2147483646 w 14525"/>
              <a:gd name="T109" fmla="*/ 2147483646 h 1294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525"/>
              <a:gd name="T166" fmla="*/ 0 h 12941"/>
              <a:gd name="T167" fmla="*/ 14525 w 14525"/>
              <a:gd name="T168" fmla="*/ 12941 h 1294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525" h="12941">
                <a:moveTo>
                  <a:pt x="11373" y="2413"/>
                </a:moveTo>
                <a:lnTo>
                  <a:pt x="11390" y="2419"/>
                </a:lnTo>
                <a:lnTo>
                  <a:pt x="11438" y="2434"/>
                </a:lnTo>
                <a:lnTo>
                  <a:pt x="11515" y="2460"/>
                </a:lnTo>
                <a:lnTo>
                  <a:pt x="11617" y="2495"/>
                </a:lnTo>
                <a:lnTo>
                  <a:pt x="11743" y="2542"/>
                </a:lnTo>
                <a:lnTo>
                  <a:pt x="11887" y="2598"/>
                </a:lnTo>
                <a:lnTo>
                  <a:pt x="12049" y="2666"/>
                </a:lnTo>
                <a:lnTo>
                  <a:pt x="12224" y="2743"/>
                </a:lnTo>
                <a:lnTo>
                  <a:pt x="12411" y="2830"/>
                </a:lnTo>
                <a:lnTo>
                  <a:pt x="12605" y="2927"/>
                </a:lnTo>
                <a:lnTo>
                  <a:pt x="12805" y="3035"/>
                </a:lnTo>
                <a:lnTo>
                  <a:pt x="13006" y="3153"/>
                </a:lnTo>
                <a:lnTo>
                  <a:pt x="13207" y="3282"/>
                </a:lnTo>
                <a:lnTo>
                  <a:pt x="13405" y="3421"/>
                </a:lnTo>
                <a:lnTo>
                  <a:pt x="13595" y="3569"/>
                </a:lnTo>
                <a:lnTo>
                  <a:pt x="13775" y="3728"/>
                </a:lnTo>
                <a:lnTo>
                  <a:pt x="13943" y="3898"/>
                </a:lnTo>
                <a:lnTo>
                  <a:pt x="14096" y="4078"/>
                </a:lnTo>
                <a:lnTo>
                  <a:pt x="14231" y="4268"/>
                </a:lnTo>
                <a:lnTo>
                  <a:pt x="14343" y="4469"/>
                </a:lnTo>
                <a:lnTo>
                  <a:pt x="14432" y="4680"/>
                </a:lnTo>
                <a:lnTo>
                  <a:pt x="14494" y="4900"/>
                </a:lnTo>
                <a:lnTo>
                  <a:pt x="14525" y="5131"/>
                </a:lnTo>
                <a:lnTo>
                  <a:pt x="14523" y="5372"/>
                </a:lnTo>
                <a:lnTo>
                  <a:pt x="14484" y="5625"/>
                </a:lnTo>
                <a:lnTo>
                  <a:pt x="14407" y="5886"/>
                </a:lnTo>
                <a:lnTo>
                  <a:pt x="14289" y="6158"/>
                </a:lnTo>
                <a:lnTo>
                  <a:pt x="14125" y="6441"/>
                </a:lnTo>
                <a:lnTo>
                  <a:pt x="13913" y="6734"/>
                </a:lnTo>
                <a:lnTo>
                  <a:pt x="13651" y="7037"/>
                </a:lnTo>
                <a:lnTo>
                  <a:pt x="13335" y="7351"/>
                </a:lnTo>
                <a:lnTo>
                  <a:pt x="12962" y="7674"/>
                </a:lnTo>
                <a:lnTo>
                  <a:pt x="12965" y="7690"/>
                </a:lnTo>
                <a:lnTo>
                  <a:pt x="12973" y="7737"/>
                </a:lnTo>
                <a:lnTo>
                  <a:pt x="12982" y="7812"/>
                </a:lnTo>
                <a:lnTo>
                  <a:pt x="12994" y="7913"/>
                </a:lnTo>
                <a:lnTo>
                  <a:pt x="13007" y="8037"/>
                </a:lnTo>
                <a:lnTo>
                  <a:pt x="13018" y="8182"/>
                </a:lnTo>
                <a:lnTo>
                  <a:pt x="13027" y="8346"/>
                </a:lnTo>
                <a:lnTo>
                  <a:pt x="13032" y="8526"/>
                </a:lnTo>
                <a:lnTo>
                  <a:pt x="13032" y="8721"/>
                </a:lnTo>
                <a:lnTo>
                  <a:pt x="13026" y="8927"/>
                </a:lnTo>
                <a:lnTo>
                  <a:pt x="13011" y="9142"/>
                </a:lnTo>
                <a:lnTo>
                  <a:pt x="12987" y="9365"/>
                </a:lnTo>
                <a:lnTo>
                  <a:pt x="12953" y="9592"/>
                </a:lnTo>
                <a:lnTo>
                  <a:pt x="12907" y="9820"/>
                </a:lnTo>
                <a:lnTo>
                  <a:pt x="12847" y="10049"/>
                </a:lnTo>
                <a:lnTo>
                  <a:pt x="12773" y="10275"/>
                </a:lnTo>
                <a:lnTo>
                  <a:pt x="12682" y="10497"/>
                </a:lnTo>
                <a:lnTo>
                  <a:pt x="12574" y="10711"/>
                </a:lnTo>
                <a:lnTo>
                  <a:pt x="12447" y="10915"/>
                </a:lnTo>
                <a:lnTo>
                  <a:pt x="12300" y="11107"/>
                </a:lnTo>
                <a:lnTo>
                  <a:pt x="12131" y="11285"/>
                </a:lnTo>
                <a:lnTo>
                  <a:pt x="11940" y="11446"/>
                </a:lnTo>
                <a:lnTo>
                  <a:pt x="11723" y="11587"/>
                </a:lnTo>
                <a:lnTo>
                  <a:pt x="11481" y="11708"/>
                </a:lnTo>
                <a:lnTo>
                  <a:pt x="11212" y="11804"/>
                </a:lnTo>
                <a:lnTo>
                  <a:pt x="10914" y="11875"/>
                </a:lnTo>
                <a:lnTo>
                  <a:pt x="10587" y="11916"/>
                </a:lnTo>
                <a:lnTo>
                  <a:pt x="10228" y="11927"/>
                </a:lnTo>
                <a:lnTo>
                  <a:pt x="9837" y="11904"/>
                </a:lnTo>
                <a:lnTo>
                  <a:pt x="9412" y="11845"/>
                </a:lnTo>
                <a:lnTo>
                  <a:pt x="8951" y="11748"/>
                </a:lnTo>
                <a:lnTo>
                  <a:pt x="8454" y="11611"/>
                </a:lnTo>
                <a:lnTo>
                  <a:pt x="8442" y="11622"/>
                </a:lnTo>
                <a:lnTo>
                  <a:pt x="8408" y="11654"/>
                </a:lnTo>
                <a:lnTo>
                  <a:pt x="8352" y="11701"/>
                </a:lnTo>
                <a:lnTo>
                  <a:pt x="8276" y="11766"/>
                </a:lnTo>
                <a:lnTo>
                  <a:pt x="8182" y="11843"/>
                </a:lnTo>
                <a:lnTo>
                  <a:pt x="8069" y="11930"/>
                </a:lnTo>
                <a:lnTo>
                  <a:pt x="7940" y="12025"/>
                </a:lnTo>
                <a:lnTo>
                  <a:pt x="7796" y="12127"/>
                </a:lnTo>
                <a:lnTo>
                  <a:pt x="7638" y="12232"/>
                </a:lnTo>
                <a:lnTo>
                  <a:pt x="7466" y="12338"/>
                </a:lnTo>
                <a:lnTo>
                  <a:pt x="7284" y="12442"/>
                </a:lnTo>
                <a:lnTo>
                  <a:pt x="7092" y="12543"/>
                </a:lnTo>
                <a:lnTo>
                  <a:pt x="6889" y="12637"/>
                </a:lnTo>
                <a:lnTo>
                  <a:pt x="6680" y="12723"/>
                </a:lnTo>
                <a:lnTo>
                  <a:pt x="6463" y="12798"/>
                </a:lnTo>
                <a:lnTo>
                  <a:pt x="6241" y="12860"/>
                </a:lnTo>
                <a:lnTo>
                  <a:pt x="6015" y="12906"/>
                </a:lnTo>
                <a:lnTo>
                  <a:pt x="5786" y="12934"/>
                </a:lnTo>
                <a:lnTo>
                  <a:pt x="5554" y="12941"/>
                </a:lnTo>
                <a:lnTo>
                  <a:pt x="5323" y="12926"/>
                </a:lnTo>
                <a:lnTo>
                  <a:pt x="5092" y="12885"/>
                </a:lnTo>
                <a:lnTo>
                  <a:pt x="4863" y="12817"/>
                </a:lnTo>
                <a:lnTo>
                  <a:pt x="4638" y="12719"/>
                </a:lnTo>
                <a:lnTo>
                  <a:pt x="4415" y="12588"/>
                </a:lnTo>
                <a:lnTo>
                  <a:pt x="4199" y="12423"/>
                </a:lnTo>
                <a:lnTo>
                  <a:pt x="3991" y="12220"/>
                </a:lnTo>
                <a:lnTo>
                  <a:pt x="3789" y="11978"/>
                </a:lnTo>
                <a:lnTo>
                  <a:pt x="3597" y="11693"/>
                </a:lnTo>
                <a:lnTo>
                  <a:pt x="3417" y="11365"/>
                </a:lnTo>
                <a:lnTo>
                  <a:pt x="3246" y="10990"/>
                </a:lnTo>
                <a:lnTo>
                  <a:pt x="3090" y="10565"/>
                </a:lnTo>
                <a:lnTo>
                  <a:pt x="2948" y="10089"/>
                </a:lnTo>
                <a:lnTo>
                  <a:pt x="2931" y="10085"/>
                </a:lnTo>
                <a:lnTo>
                  <a:pt x="2884" y="10075"/>
                </a:lnTo>
                <a:lnTo>
                  <a:pt x="2810" y="10055"/>
                </a:lnTo>
                <a:lnTo>
                  <a:pt x="2712" y="10028"/>
                </a:lnTo>
                <a:lnTo>
                  <a:pt x="2590" y="9993"/>
                </a:lnTo>
                <a:lnTo>
                  <a:pt x="2451" y="9948"/>
                </a:lnTo>
                <a:lnTo>
                  <a:pt x="2296" y="9895"/>
                </a:lnTo>
                <a:lnTo>
                  <a:pt x="2127" y="9832"/>
                </a:lnTo>
                <a:lnTo>
                  <a:pt x="1949" y="9759"/>
                </a:lnTo>
                <a:lnTo>
                  <a:pt x="1763" y="9676"/>
                </a:lnTo>
                <a:lnTo>
                  <a:pt x="1572" y="9583"/>
                </a:lnTo>
                <a:lnTo>
                  <a:pt x="1381" y="9479"/>
                </a:lnTo>
                <a:lnTo>
                  <a:pt x="1190" y="9363"/>
                </a:lnTo>
                <a:lnTo>
                  <a:pt x="1004" y="9237"/>
                </a:lnTo>
                <a:lnTo>
                  <a:pt x="826" y="9099"/>
                </a:lnTo>
                <a:lnTo>
                  <a:pt x="656" y="8948"/>
                </a:lnTo>
                <a:lnTo>
                  <a:pt x="501" y="8785"/>
                </a:lnTo>
                <a:lnTo>
                  <a:pt x="360" y="8609"/>
                </a:lnTo>
                <a:lnTo>
                  <a:pt x="239" y="8420"/>
                </a:lnTo>
                <a:lnTo>
                  <a:pt x="139" y="8219"/>
                </a:lnTo>
                <a:lnTo>
                  <a:pt x="65" y="8003"/>
                </a:lnTo>
                <a:lnTo>
                  <a:pt x="17" y="7773"/>
                </a:lnTo>
                <a:lnTo>
                  <a:pt x="0" y="7528"/>
                </a:lnTo>
                <a:lnTo>
                  <a:pt x="17" y="7270"/>
                </a:lnTo>
                <a:lnTo>
                  <a:pt x="69" y="6996"/>
                </a:lnTo>
                <a:lnTo>
                  <a:pt x="160" y="6707"/>
                </a:lnTo>
                <a:lnTo>
                  <a:pt x="294" y="6401"/>
                </a:lnTo>
                <a:lnTo>
                  <a:pt x="472" y="6081"/>
                </a:lnTo>
                <a:lnTo>
                  <a:pt x="698" y="5743"/>
                </a:lnTo>
                <a:lnTo>
                  <a:pt x="974" y="5390"/>
                </a:lnTo>
                <a:lnTo>
                  <a:pt x="1304" y="5018"/>
                </a:lnTo>
                <a:lnTo>
                  <a:pt x="1691" y="4631"/>
                </a:lnTo>
                <a:lnTo>
                  <a:pt x="1688" y="4619"/>
                </a:lnTo>
                <a:lnTo>
                  <a:pt x="1680" y="4588"/>
                </a:lnTo>
                <a:lnTo>
                  <a:pt x="1669" y="4537"/>
                </a:lnTo>
                <a:lnTo>
                  <a:pt x="1655" y="4469"/>
                </a:lnTo>
                <a:lnTo>
                  <a:pt x="1639" y="4384"/>
                </a:lnTo>
                <a:lnTo>
                  <a:pt x="1625" y="4284"/>
                </a:lnTo>
                <a:lnTo>
                  <a:pt x="1611" y="4171"/>
                </a:lnTo>
                <a:lnTo>
                  <a:pt x="1600" y="4045"/>
                </a:lnTo>
                <a:lnTo>
                  <a:pt x="1594" y="3909"/>
                </a:lnTo>
                <a:lnTo>
                  <a:pt x="1593" y="3763"/>
                </a:lnTo>
                <a:lnTo>
                  <a:pt x="1598" y="3611"/>
                </a:lnTo>
                <a:lnTo>
                  <a:pt x="1611" y="3451"/>
                </a:lnTo>
                <a:lnTo>
                  <a:pt x="1633" y="3287"/>
                </a:lnTo>
                <a:lnTo>
                  <a:pt x="1666" y="3119"/>
                </a:lnTo>
                <a:lnTo>
                  <a:pt x="1711" y="2948"/>
                </a:lnTo>
                <a:lnTo>
                  <a:pt x="1769" y="2778"/>
                </a:lnTo>
                <a:lnTo>
                  <a:pt x="1842" y="2608"/>
                </a:lnTo>
                <a:lnTo>
                  <a:pt x="1930" y="2440"/>
                </a:lnTo>
                <a:lnTo>
                  <a:pt x="2035" y="2276"/>
                </a:lnTo>
                <a:lnTo>
                  <a:pt x="2159" y="2116"/>
                </a:lnTo>
                <a:lnTo>
                  <a:pt x="2301" y="1965"/>
                </a:lnTo>
                <a:lnTo>
                  <a:pt x="2465" y="1819"/>
                </a:lnTo>
                <a:lnTo>
                  <a:pt x="2651" y="1684"/>
                </a:lnTo>
                <a:lnTo>
                  <a:pt x="2860" y="1560"/>
                </a:lnTo>
                <a:lnTo>
                  <a:pt x="3094" y="1447"/>
                </a:lnTo>
                <a:lnTo>
                  <a:pt x="3354" y="1349"/>
                </a:lnTo>
                <a:lnTo>
                  <a:pt x="3642" y="1266"/>
                </a:lnTo>
                <a:lnTo>
                  <a:pt x="3958" y="1198"/>
                </a:lnTo>
                <a:lnTo>
                  <a:pt x="4304" y="1149"/>
                </a:lnTo>
                <a:lnTo>
                  <a:pt x="4681" y="1119"/>
                </a:lnTo>
                <a:lnTo>
                  <a:pt x="5091" y="1110"/>
                </a:lnTo>
                <a:lnTo>
                  <a:pt x="5535" y="1123"/>
                </a:lnTo>
                <a:lnTo>
                  <a:pt x="5777" y="995"/>
                </a:lnTo>
                <a:lnTo>
                  <a:pt x="6017" y="871"/>
                </a:lnTo>
                <a:lnTo>
                  <a:pt x="6253" y="754"/>
                </a:lnTo>
                <a:lnTo>
                  <a:pt x="6485" y="642"/>
                </a:lnTo>
                <a:lnTo>
                  <a:pt x="6714" y="538"/>
                </a:lnTo>
                <a:lnTo>
                  <a:pt x="6939" y="440"/>
                </a:lnTo>
                <a:lnTo>
                  <a:pt x="7161" y="352"/>
                </a:lnTo>
                <a:lnTo>
                  <a:pt x="7379" y="271"/>
                </a:lnTo>
                <a:lnTo>
                  <a:pt x="7593" y="200"/>
                </a:lnTo>
                <a:lnTo>
                  <a:pt x="7803" y="139"/>
                </a:lnTo>
                <a:lnTo>
                  <a:pt x="8009" y="88"/>
                </a:lnTo>
                <a:lnTo>
                  <a:pt x="8212" y="47"/>
                </a:lnTo>
                <a:lnTo>
                  <a:pt x="8411" y="19"/>
                </a:lnTo>
                <a:lnTo>
                  <a:pt x="8605" y="3"/>
                </a:lnTo>
                <a:lnTo>
                  <a:pt x="8796" y="0"/>
                </a:lnTo>
                <a:lnTo>
                  <a:pt x="8982" y="9"/>
                </a:lnTo>
                <a:lnTo>
                  <a:pt x="9165" y="32"/>
                </a:lnTo>
                <a:lnTo>
                  <a:pt x="9343" y="69"/>
                </a:lnTo>
                <a:lnTo>
                  <a:pt x="9517" y="121"/>
                </a:lnTo>
                <a:lnTo>
                  <a:pt x="9687" y="190"/>
                </a:lnTo>
                <a:lnTo>
                  <a:pt x="9852" y="273"/>
                </a:lnTo>
                <a:lnTo>
                  <a:pt x="10013" y="374"/>
                </a:lnTo>
                <a:lnTo>
                  <a:pt x="10170" y="491"/>
                </a:lnTo>
                <a:lnTo>
                  <a:pt x="10322" y="626"/>
                </a:lnTo>
                <a:lnTo>
                  <a:pt x="10470" y="780"/>
                </a:lnTo>
                <a:lnTo>
                  <a:pt x="10613" y="952"/>
                </a:lnTo>
                <a:lnTo>
                  <a:pt x="10751" y="1144"/>
                </a:lnTo>
                <a:lnTo>
                  <a:pt x="10885" y="1355"/>
                </a:lnTo>
                <a:lnTo>
                  <a:pt x="11014" y="1588"/>
                </a:lnTo>
                <a:lnTo>
                  <a:pt x="11138" y="1841"/>
                </a:lnTo>
                <a:lnTo>
                  <a:pt x="11259" y="2116"/>
                </a:lnTo>
                <a:lnTo>
                  <a:pt x="11373" y="2413"/>
                </a:lnTo>
                <a:close/>
                <a:moveTo>
                  <a:pt x="10582" y="2503"/>
                </a:moveTo>
                <a:lnTo>
                  <a:pt x="10597" y="2507"/>
                </a:lnTo>
                <a:lnTo>
                  <a:pt x="10641" y="2521"/>
                </a:lnTo>
                <a:lnTo>
                  <a:pt x="10711" y="2544"/>
                </a:lnTo>
                <a:lnTo>
                  <a:pt x="10803" y="2576"/>
                </a:lnTo>
                <a:lnTo>
                  <a:pt x="10916" y="2619"/>
                </a:lnTo>
                <a:lnTo>
                  <a:pt x="11047" y="2670"/>
                </a:lnTo>
                <a:lnTo>
                  <a:pt x="11192" y="2730"/>
                </a:lnTo>
                <a:lnTo>
                  <a:pt x="11351" y="2800"/>
                </a:lnTo>
                <a:lnTo>
                  <a:pt x="11520" y="2879"/>
                </a:lnTo>
                <a:lnTo>
                  <a:pt x="11696" y="2967"/>
                </a:lnTo>
                <a:lnTo>
                  <a:pt x="11876" y="3065"/>
                </a:lnTo>
                <a:lnTo>
                  <a:pt x="12058" y="3171"/>
                </a:lnTo>
                <a:lnTo>
                  <a:pt x="12240" y="3288"/>
                </a:lnTo>
                <a:lnTo>
                  <a:pt x="12418" y="3412"/>
                </a:lnTo>
                <a:lnTo>
                  <a:pt x="12591" y="3547"/>
                </a:lnTo>
                <a:lnTo>
                  <a:pt x="12754" y="3691"/>
                </a:lnTo>
                <a:lnTo>
                  <a:pt x="12905" y="3844"/>
                </a:lnTo>
                <a:lnTo>
                  <a:pt x="13043" y="4008"/>
                </a:lnTo>
                <a:lnTo>
                  <a:pt x="13165" y="4179"/>
                </a:lnTo>
                <a:lnTo>
                  <a:pt x="13268" y="4361"/>
                </a:lnTo>
                <a:lnTo>
                  <a:pt x="13347" y="4551"/>
                </a:lnTo>
                <a:lnTo>
                  <a:pt x="13402" y="4750"/>
                </a:lnTo>
                <a:lnTo>
                  <a:pt x="13430" y="4959"/>
                </a:lnTo>
                <a:lnTo>
                  <a:pt x="13429" y="5178"/>
                </a:lnTo>
                <a:lnTo>
                  <a:pt x="13394" y="5405"/>
                </a:lnTo>
                <a:lnTo>
                  <a:pt x="13325" y="5642"/>
                </a:lnTo>
                <a:lnTo>
                  <a:pt x="13218" y="5888"/>
                </a:lnTo>
                <a:lnTo>
                  <a:pt x="13069" y="6144"/>
                </a:lnTo>
                <a:lnTo>
                  <a:pt x="12878" y="6409"/>
                </a:lnTo>
                <a:lnTo>
                  <a:pt x="12640" y="6683"/>
                </a:lnTo>
                <a:lnTo>
                  <a:pt x="12355" y="6965"/>
                </a:lnTo>
                <a:lnTo>
                  <a:pt x="12019" y="7258"/>
                </a:lnTo>
                <a:lnTo>
                  <a:pt x="12021" y="7273"/>
                </a:lnTo>
                <a:lnTo>
                  <a:pt x="12027" y="7315"/>
                </a:lnTo>
                <a:lnTo>
                  <a:pt x="12036" y="7383"/>
                </a:lnTo>
                <a:lnTo>
                  <a:pt x="12048" y="7474"/>
                </a:lnTo>
                <a:lnTo>
                  <a:pt x="12058" y="7586"/>
                </a:lnTo>
                <a:lnTo>
                  <a:pt x="12068" y="7717"/>
                </a:lnTo>
                <a:lnTo>
                  <a:pt x="12077" y="7866"/>
                </a:lnTo>
                <a:lnTo>
                  <a:pt x="12082" y="8029"/>
                </a:lnTo>
                <a:lnTo>
                  <a:pt x="12082" y="8205"/>
                </a:lnTo>
                <a:lnTo>
                  <a:pt x="12076" y="8391"/>
                </a:lnTo>
                <a:lnTo>
                  <a:pt x="12062" y="8586"/>
                </a:lnTo>
                <a:lnTo>
                  <a:pt x="12041" y="8787"/>
                </a:lnTo>
                <a:lnTo>
                  <a:pt x="12010" y="8992"/>
                </a:lnTo>
                <a:lnTo>
                  <a:pt x="11969" y="9199"/>
                </a:lnTo>
                <a:lnTo>
                  <a:pt x="11915" y="9406"/>
                </a:lnTo>
                <a:lnTo>
                  <a:pt x="11847" y="9611"/>
                </a:lnTo>
                <a:lnTo>
                  <a:pt x="11765" y="9810"/>
                </a:lnTo>
                <a:lnTo>
                  <a:pt x="11668" y="10003"/>
                </a:lnTo>
                <a:lnTo>
                  <a:pt x="11553" y="10188"/>
                </a:lnTo>
                <a:lnTo>
                  <a:pt x="11420" y="10362"/>
                </a:lnTo>
                <a:lnTo>
                  <a:pt x="11267" y="10523"/>
                </a:lnTo>
                <a:lnTo>
                  <a:pt x="11094" y="10668"/>
                </a:lnTo>
                <a:lnTo>
                  <a:pt x="10899" y="10797"/>
                </a:lnTo>
                <a:lnTo>
                  <a:pt x="10679" y="10905"/>
                </a:lnTo>
                <a:lnTo>
                  <a:pt x="10437" y="10992"/>
                </a:lnTo>
                <a:lnTo>
                  <a:pt x="10167" y="11055"/>
                </a:lnTo>
                <a:lnTo>
                  <a:pt x="9871" y="11094"/>
                </a:lnTo>
                <a:lnTo>
                  <a:pt x="9547" y="11103"/>
                </a:lnTo>
                <a:lnTo>
                  <a:pt x="9193" y="11082"/>
                </a:lnTo>
                <a:lnTo>
                  <a:pt x="8809" y="11029"/>
                </a:lnTo>
                <a:lnTo>
                  <a:pt x="8392" y="10942"/>
                </a:lnTo>
                <a:lnTo>
                  <a:pt x="7943" y="10818"/>
                </a:lnTo>
                <a:lnTo>
                  <a:pt x="7932" y="10828"/>
                </a:lnTo>
                <a:lnTo>
                  <a:pt x="7900" y="10856"/>
                </a:lnTo>
                <a:lnTo>
                  <a:pt x="7851" y="10900"/>
                </a:lnTo>
                <a:lnTo>
                  <a:pt x="7782" y="10958"/>
                </a:lnTo>
                <a:lnTo>
                  <a:pt x="7696" y="11027"/>
                </a:lnTo>
                <a:lnTo>
                  <a:pt x="7594" y="11106"/>
                </a:lnTo>
                <a:lnTo>
                  <a:pt x="7478" y="11192"/>
                </a:lnTo>
                <a:lnTo>
                  <a:pt x="7348" y="11284"/>
                </a:lnTo>
                <a:lnTo>
                  <a:pt x="7205" y="11379"/>
                </a:lnTo>
                <a:lnTo>
                  <a:pt x="7050" y="11475"/>
                </a:lnTo>
                <a:lnTo>
                  <a:pt x="6885" y="11569"/>
                </a:lnTo>
                <a:lnTo>
                  <a:pt x="6711" y="11660"/>
                </a:lnTo>
                <a:lnTo>
                  <a:pt x="6528" y="11746"/>
                </a:lnTo>
                <a:lnTo>
                  <a:pt x="6338" y="11823"/>
                </a:lnTo>
                <a:lnTo>
                  <a:pt x="6143" y="11891"/>
                </a:lnTo>
                <a:lnTo>
                  <a:pt x="5941" y="11946"/>
                </a:lnTo>
                <a:lnTo>
                  <a:pt x="5737" y="11989"/>
                </a:lnTo>
                <a:lnTo>
                  <a:pt x="5530" y="12014"/>
                </a:lnTo>
                <a:lnTo>
                  <a:pt x="5321" y="12021"/>
                </a:lnTo>
                <a:lnTo>
                  <a:pt x="5112" y="12007"/>
                </a:lnTo>
                <a:lnTo>
                  <a:pt x="4903" y="11970"/>
                </a:lnTo>
                <a:lnTo>
                  <a:pt x="4696" y="11908"/>
                </a:lnTo>
                <a:lnTo>
                  <a:pt x="4492" y="11820"/>
                </a:lnTo>
                <a:lnTo>
                  <a:pt x="4292" y="11701"/>
                </a:lnTo>
                <a:lnTo>
                  <a:pt x="4097" y="11552"/>
                </a:lnTo>
                <a:lnTo>
                  <a:pt x="3907" y="11368"/>
                </a:lnTo>
                <a:lnTo>
                  <a:pt x="3725" y="11149"/>
                </a:lnTo>
                <a:lnTo>
                  <a:pt x="3552" y="10892"/>
                </a:lnTo>
                <a:lnTo>
                  <a:pt x="3388" y="10595"/>
                </a:lnTo>
                <a:lnTo>
                  <a:pt x="3234" y="10256"/>
                </a:lnTo>
                <a:lnTo>
                  <a:pt x="3093" y="9872"/>
                </a:lnTo>
                <a:lnTo>
                  <a:pt x="2964" y="9442"/>
                </a:lnTo>
                <a:lnTo>
                  <a:pt x="2950" y="9438"/>
                </a:lnTo>
                <a:lnTo>
                  <a:pt x="2907" y="9429"/>
                </a:lnTo>
                <a:lnTo>
                  <a:pt x="2840" y="9411"/>
                </a:lnTo>
                <a:lnTo>
                  <a:pt x="2750" y="9387"/>
                </a:lnTo>
                <a:lnTo>
                  <a:pt x="2641" y="9355"/>
                </a:lnTo>
                <a:lnTo>
                  <a:pt x="2516" y="9315"/>
                </a:lnTo>
                <a:lnTo>
                  <a:pt x="2374" y="9266"/>
                </a:lnTo>
                <a:lnTo>
                  <a:pt x="2223" y="9209"/>
                </a:lnTo>
                <a:lnTo>
                  <a:pt x="2061" y="9143"/>
                </a:lnTo>
                <a:lnTo>
                  <a:pt x="1893" y="9069"/>
                </a:lnTo>
                <a:lnTo>
                  <a:pt x="1720" y="8984"/>
                </a:lnTo>
                <a:lnTo>
                  <a:pt x="1547" y="8890"/>
                </a:lnTo>
                <a:lnTo>
                  <a:pt x="1375" y="8786"/>
                </a:lnTo>
                <a:lnTo>
                  <a:pt x="1207" y="8671"/>
                </a:lnTo>
                <a:lnTo>
                  <a:pt x="1045" y="8546"/>
                </a:lnTo>
                <a:lnTo>
                  <a:pt x="892" y="8410"/>
                </a:lnTo>
                <a:lnTo>
                  <a:pt x="751" y="8263"/>
                </a:lnTo>
                <a:lnTo>
                  <a:pt x="625" y="8104"/>
                </a:lnTo>
                <a:lnTo>
                  <a:pt x="515" y="7933"/>
                </a:lnTo>
                <a:lnTo>
                  <a:pt x="425" y="7751"/>
                </a:lnTo>
                <a:lnTo>
                  <a:pt x="357" y="7555"/>
                </a:lnTo>
                <a:lnTo>
                  <a:pt x="315" y="7348"/>
                </a:lnTo>
                <a:lnTo>
                  <a:pt x="299" y="7127"/>
                </a:lnTo>
                <a:lnTo>
                  <a:pt x="314" y="6893"/>
                </a:lnTo>
                <a:lnTo>
                  <a:pt x="362" y="6646"/>
                </a:lnTo>
                <a:lnTo>
                  <a:pt x="444" y="6384"/>
                </a:lnTo>
                <a:lnTo>
                  <a:pt x="564" y="6108"/>
                </a:lnTo>
                <a:lnTo>
                  <a:pt x="726" y="5818"/>
                </a:lnTo>
                <a:lnTo>
                  <a:pt x="930" y="5512"/>
                </a:lnTo>
                <a:lnTo>
                  <a:pt x="1180" y="5193"/>
                </a:lnTo>
                <a:lnTo>
                  <a:pt x="1479" y="4857"/>
                </a:lnTo>
                <a:lnTo>
                  <a:pt x="1828" y="4506"/>
                </a:lnTo>
                <a:lnTo>
                  <a:pt x="1825" y="4497"/>
                </a:lnTo>
                <a:lnTo>
                  <a:pt x="1818" y="4469"/>
                </a:lnTo>
                <a:lnTo>
                  <a:pt x="1808" y="4422"/>
                </a:lnTo>
                <a:lnTo>
                  <a:pt x="1795" y="4361"/>
                </a:lnTo>
                <a:lnTo>
                  <a:pt x="1782" y="4284"/>
                </a:lnTo>
                <a:lnTo>
                  <a:pt x="1768" y="4193"/>
                </a:lnTo>
                <a:lnTo>
                  <a:pt x="1756" y="4091"/>
                </a:lnTo>
                <a:lnTo>
                  <a:pt x="1746" y="3977"/>
                </a:lnTo>
                <a:lnTo>
                  <a:pt x="1740" y="3854"/>
                </a:lnTo>
                <a:lnTo>
                  <a:pt x="1739" y="3723"/>
                </a:lnTo>
                <a:lnTo>
                  <a:pt x="1743" y="3585"/>
                </a:lnTo>
                <a:lnTo>
                  <a:pt x="1756" y="3440"/>
                </a:lnTo>
                <a:lnTo>
                  <a:pt x="1777" y="3292"/>
                </a:lnTo>
                <a:lnTo>
                  <a:pt x="1806" y="3139"/>
                </a:lnTo>
                <a:lnTo>
                  <a:pt x="1846" y="2986"/>
                </a:lnTo>
                <a:lnTo>
                  <a:pt x="1899" y="2831"/>
                </a:lnTo>
                <a:lnTo>
                  <a:pt x="1964" y="2678"/>
                </a:lnTo>
                <a:lnTo>
                  <a:pt x="2044" y="2527"/>
                </a:lnTo>
                <a:lnTo>
                  <a:pt x="2139" y="2378"/>
                </a:lnTo>
                <a:lnTo>
                  <a:pt x="2251" y="2234"/>
                </a:lnTo>
                <a:lnTo>
                  <a:pt x="2380" y="2096"/>
                </a:lnTo>
                <a:lnTo>
                  <a:pt x="2527" y="1965"/>
                </a:lnTo>
                <a:lnTo>
                  <a:pt x="2695" y="1843"/>
                </a:lnTo>
                <a:lnTo>
                  <a:pt x="2885" y="1730"/>
                </a:lnTo>
                <a:lnTo>
                  <a:pt x="3097" y="1629"/>
                </a:lnTo>
                <a:lnTo>
                  <a:pt x="3332" y="1540"/>
                </a:lnTo>
                <a:lnTo>
                  <a:pt x="3592" y="1464"/>
                </a:lnTo>
                <a:lnTo>
                  <a:pt x="3878" y="1403"/>
                </a:lnTo>
                <a:lnTo>
                  <a:pt x="4190" y="1359"/>
                </a:lnTo>
                <a:lnTo>
                  <a:pt x="4532" y="1332"/>
                </a:lnTo>
                <a:lnTo>
                  <a:pt x="4901" y="1324"/>
                </a:lnTo>
                <a:lnTo>
                  <a:pt x="5303" y="1335"/>
                </a:lnTo>
                <a:lnTo>
                  <a:pt x="5522" y="1219"/>
                </a:lnTo>
                <a:lnTo>
                  <a:pt x="5739" y="1107"/>
                </a:lnTo>
                <a:lnTo>
                  <a:pt x="5952" y="1001"/>
                </a:lnTo>
                <a:lnTo>
                  <a:pt x="6163" y="900"/>
                </a:lnTo>
                <a:lnTo>
                  <a:pt x="6369" y="806"/>
                </a:lnTo>
                <a:lnTo>
                  <a:pt x="6573" y="718"/>
                </a:lnTo>
                <a:lnTo>
                  <a:pt x="6773" y="637"/>
                </a:lnTo>
                <a:lnTo>
                  <a:pt x="6970" y="565"/>
                </a:lnTo>
                <a:lnTo>
                  <a:pt x="7163" y="501"/>
                </a:lnTo>
                <a:lnTo>
                  <a:pt x="7354" y="445"/>
                </a:lnTo>
                <a:lnTo>
                  <a:pt x="7540" y="400"/>
                </a:lnTo>
                <a:lnTo>
                  <a:pt x="7724" y="363"/>
                </a:lnTo>
                <a:lnTo>
                  <a:pt x="7904" y="337"/>
                </a:lnTo>
                <a:lnTo>
                  <a:pt x="8079" y="323"/>
                </a:lnTo>
                <a:lnTo>
                  <a:pt x="8251" y="320"/>
                </a:lnTo>
                <a:lnTo>
                  <a:pt x="8421" y="328"/>
                </a:lnTo>
                <a:lnTo>
                  <a:pt x="8586" y="349"/>
                </a:lnTo>
                <a:lnTo>
                  <a:pt x="8746" y="383"/>
                </a:lnTo>
                <a:lnTo>
                  <a:pt x="8903" y="430"/>
                </a:lnTo>
                <a:lnTo>
                  <a:pt x="9057" y="491"/>
                </a:lnTo>
                <a:lnTo>
                  <a:pt x="9206" y="567"/>
                </a:lnTo>
                <a:lnTo>
                  <a:pt x="9352" y="658"/>
                </a:lnTo>
                <a:lnTo>
                  <a:pt x="9494" y="764"/>
                </a:lnTo>
                <a:lnTo>
                  <a:pt x="9631" y="887"/>
                </a:lnTo>
                <a:lnTo>
                  <a:pt x="9765" y="1025"/>
                </a:lnTo>
                <a:lnTo>
                  <a:pt x="9895" y="1181"/>
                </a:lnTo>
                <a:lnTo>
                  <a:pt x="10019" y="1354"/>
                </a:lnTo>
                <a:lnTo>
                  <a:pt x="10141" y="1546"/>
                </a:lnTo>
                <a:lnTo>
                  <a:pt x="10257" y="1756"/>
                </a:lnTo>
                <a:lnTo>
                  <a:pt x="10370" y="1984"/>
                </a:lnTo>
                <a:lnTo>
                  <a:pt x="10478" y="2234"/>
                </a:lnTo>
                <a:lnTo>
                  <a:pt x="10582" y="250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Freeform 163"/>
          <p:cNvSpPr>
            <a:spLocks noEditPoints="1"/>
          </p:cNvSpPr>
          <p:nvPr/>
        </p:nvSpPr>
        <p:spPr bwMode="auto">
          <a:xfrm>
            <a:off x="6366956" y="2812972"/>
            <a:ext cx="1615190" cy="1106808"/>
          </a:xfrm>
          <a:custGeom>
            <a:avLst/>
            <a:gdLst>
              <a:gd name="T0" fmla="*/ 2147483646 w 14525"/>
              <a:gd name="T1" fmla="*/ 2147483646 h 12941"/>
              <a:gd name="T2" fmla="*/ 2147483646 w 14525"/>
              <a:gd name="T3" fmla="*/ 2147483646 h 12941"/>
              <a:gd name="T4" fmla="*/ 2147483646 w 14525"/>
              <a:gd name="T5" fmla="*/ 2147483646 h 12941"/>
              <a:gd name="T6" fmla="*/ 2147483646 w 14525"/>
              <a:gd name="T7" fmla="*/ 2147483646 h 12941"/>
              <a:gd name="T8" fmla="*/ 2147483646 w 14525"/>
              <a:gd name="T9" fmla="*/ 2147483646 h 12941"/>
              <a:gd name="T10" fmla="*/ 2147483646 w 14525"/>
              <a:gd name="T11" fmla="*/ 2147483646 h 12941"/>
              <a:gd name="T12" fmla="*/ 2147483646 w 14525"/>
              <a:gd name="T13" fmla="*/ 2147483646 h 12941"/>
              <a:gd name="T14" fmla="*/ 2147483646 w 14525"/>
              <a:gd name="T15" fmla="*/ 2147483646 h 12941"/>
              <a:gd name="T16" fmla="*/ 2147483646 w 14525"/>
              <a:gd name="T17" fmla="*/ 2147483646 h 12941"/>
              <a:gd name="T18" fmla="*/ 2147483646 w 14525"/>
              <a:gd name="T19" fmla="*/ 2147483646 h 12941"/>
              <a:gd name="T20" fmla="*/ 2147483646 w 14525"/>
              <a:gd name="T21" fmla="*/ 2147483646 h 12941"/>
              <a:gd name="T22" fmla="*/ 2147483646 w 14525"/>
              <a:gd name="T23" fmla="*/ 2147483646 h 12941"/>
              <a:gd name="T24" fmla="*/ 2147483646 w 14525"/>
              <a:gd name="T25" fmla="*/ 2147483646 h 12941"/>
              <a:gd name="T26" fmla="*/ 2147483646 w 14525"/>
              <a:gd name="T27" fmla="*/ 2147483646 h 12941"/>
              <a:gd name="T28" fmla="*/ 2147483646 w 14525"/>
              <a:gd name="T29" fmla="*/ 2147483646 h 12941"/>
              <a:gd name="T30" fmla="*/ 2147483646 w 14525"/>
              <a:gd name="T31" fmla="*/ 2147483646 h 12941"/>
              <a:gd name="T32" fmla="*/ 2147483646 w 14525"/>
              <a:gd name="T33" fmla="*/ 2147483646 h 12941"/>
              <a:gd name="T34" fmla="*/ 2147483646 w 14525"/>
              <a:gd name="T35" fmla="*/ 2147483646 h 12941"/>
              <a:gd name="T36" fmla="*/ 2147483646 w 14525"/>
              <a:gd name="T37" fmla="*/ 2147483646 h 12941"/>
              <a:gd name="T38" fmla="*/ 2147483646 w 14525"/>
              <a:gd name="T39" fmla="*/ 2147483646 h 12941"/>
              <a:gd name="T40" fmla="*/ 2147483646 w 14525"/>
              <a:gd name="T41" fmla="*/ 2147483646 h 12941"/>
              <a:gd name="T42" fmla="*/ 2147483646 w 14525"/>
              <a:gd name="T43" fmla="*/ 2147483646 h 12941"/>
              <a:gd name="T44" fmla="*/ 2147483646 w 14525"/>
              <a:gd name="T45" fmla="*/ 2147483646 h 12941"/>
              <a:gd name="T46" fmla="*/ 2147483646 w 14525"/>
              <a:gd name="T47" fmla="*/ 2147483646 h 12941"/>
              <a:gd name="T48" fmla="*/ 2147483646 w 14525"/>
              <a:gd name="T49" fmla="*/ 2147483646 h 12941"/>
              <a:gd name="T50" fmla="*/ 2147483646 w 14525"/>
              <a:gd name="T51" fmla="*/ 2147483646 h 12941"/>
              <a:gd name="T52" fmla="*/ 2147483646 w 14525"/>
              <a:gd name="T53" fmla="*/ 2147483646 h 12941"/>
              <a:gd name="T54" fmla="*/ 2147483646 w 14525"/>
              <a:gd name="T55" fmla="*/ 2147483646 h 12941"/>
              <a:gd name="T56" fmla="*/ 2147483646 w 14525"/>
              <a:gd name="T57" fmla="*/ 2147483646 h 12941"/>
              <a:gd name="T58" fmla="*/ 2147483646 w 14525"/>
              <a:gd name="T59" fmla="*/ 2147483646 h 12941"/>
              <a:gd name="T60" fmla="*/ 2147483646 w 14525"/>
              <a:gd name="T61" fmla="*/ 2147483646 h 12941"/>
              <a:gd name="T62" fmla="*/ 2147483646 w 14525"/>
              <a:gd name="T63" fmla="*/ 2147483646 h 12941"/>
              <a:gd name="T64" fmla="*/ 2147483646 w 14525"/>
              <a:gd name="T65" fmla="*/ 2147483646 h 12941"/>
              <a:gd name="T66" fmla="*/ 2147483646 w 14525"/>
              <a:gd name="T67" fmla="*/ 2147483646 h 12941"/>
              <a:gd name="T68" fmla="*/ 2147483646 w 14525"/>
              <a:gd name="T69" fmla="*/ 2147483646 h 12941"/>
              <a:gd name="T70" fmla="*/ 2147483646 w 14525"/>
              <a:gd name="T71" fmla="*/ 2147483646 h 12941"/>
              <a:gd name="T72" fmla="*/ 2147483646 w 14525"/>
              <a:gd name="T73" fmla="*/ 2147483646 h 12941"/>
              <a:gd name="T74" fmla="*/ 2147483646 w 14525"/>
              <a:gd name="T75" fmla="*/ 2147483646 h 12941"/>
              <a:gd name="T76" fmla="*/ 2147483646 w 14525"/>
              <a:gd name="T77" fmla="*/ 2147483646 h 12941"/>
              <a:gd name="T78" fmla="*/ 2147483646 w 14525"/>
              <a:gd name="T79" fmla="*/ 2147483646 h 12941"/>
              <a:gd name="T80" fmla="*/ 2147483646 w 14525"/>
              <a:gd name="T81" fmla="*/ 2147483646 h 12941"/>
              <a:gd name="T82" fmla="*/ 2147483646 w 14525"/>
              <a:gd name="T83" fmla="*/ 2147483646 h 12941"/>
              <a:gd name="T84" fmla="*/ 2147483646 w 14525"/>
              <a:gd name="T85" fmla="*/ 2147483646 h 12941"/>
              <a:gd name="T86" fmla="*/ 2147483646 w 14525"/>
              <a:gd name="T87" fmla="*/ 2147483646 h 12941"/>
              <a:gd name="T88" fmla="*/ 2147483646 w 14525"/>
              <a:gd name="T89" fmla="*/ 2147483646 h 12941"/>
              <a:gd name="T90" fmla="*/ 2147483646 w 14525"/>
              <a:gd name="T91" fmla="*/ 2147483646 h 12941"/>
              <a:gd name="T92" fmla="*/ 2147483646 w 14525"/>
              <a:gd name="T93" fmla="*/ 2147483646 h 12941"/>
              <a:gd name="T94" fmla="*/ 2147483646 w 14525"/>
              <a:gd name="T95" fmla="*/ 2147483646 h 12941"/>
              <a:gd name="T96" fmla="*/ 2147483646 w 14525"/>
              <a:gd name="T97" fmla="*/ 2147483646 h 12941"/>
              <a:gd name="T98" fmla="*/ 2147483646 w 14525"/>
              <a:gd name="T99" fmla="*/ 2147483646 h 12941"/>
              <a:gd name="T100" fmla="*/ 2147483646 w 14525"/>
              <a:gd name="T101" fmla="*/ 2147483646 h 12941"/>
              <a:gd name="T102" fmla="*/ 2147483646 w 14525"/>
              <a:gd name="T103" fmla="*/ 2147483646 h 12941"/>
              <a:gd name="T104" fmla="*/ 2147483646 w 14525"/>
              <a:gd name="T105" fmla="*/ 2147483646 h 12941"/>
              <a:gd name="T106" fmla="*/ 2147483646 w 14525"/>
              <a:gd name="T107" fmla="*/ 2147483646 h 12941"/>
              <a:gd name="T108" fmla="*/ 2147483646 w 14525"/>
              <a:gd name="T109" fmla="*/ 2147483646 h 12941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  <a:gd name="T156" fmla="*/ 0 60000 65536"/>
              <a:gd name="T157" fmla="*/ 0 60000 65536"/>
              <a:gd name="T158" fmla="*/ 0 60000 65536"/>
              <a:gd name="T159" fmla="*/ 0 60000 65536"/>
              <a:gd name="T160" fmla="*/ 0 60000 65536"/>
              <a:gd name="T161" fmla="*/ 0 60000 65536"/>
              <a:gd name="T162" fmla="*/ 0 60000 65536"/>
              <a:gd name="T163" fmla="*/ 0 60000 65536"/>
              <a:gd name="T164" fmla="*/ 0 60000 65536"/>
              <a:gd name="T165" fmla="*/ 0 w 14525"/>
              <a:gd name="T166" fmla="*/ 0 h 12941"/>
              <a:gd name="T167" fmla="*/ 14525 w 14525"/>
              <a:gd name="T168" fmla="*/ 12941 h 12941"/>
            </a:gdLst>
            <a:ahLst/>
            <a:cxnLst>
              <a:cxn ang="T110">
                <a:pos x="T0" y="T1"/>
              </a:cxn>
              <a:cxn ang="T111">
                <a:pos x="T2" y="T3"/>
              </a:cxn>
              <a:cxn ang="T112">
                <a:pos x="T4" y="T5"/>
              </a:cxn>
              <a:cxn ang="T113">
                <a:pos x="T6" y="T7"/>
              </a:cxn>
              <a:cxn ang="T114">
                <a:pos x="T8" y="T9"/>
              </a:cxn>
              <a:cxn ang="T115">
                <a:pos x="T10" y="T11"/>
              </a:cxn>
              <a:cxn ang="T116">
                <a:pos x="T12" y="T13"/>
              </a:cxn>
              <a:cxn ang="T117">
                <a:pos x="T14" y="T15"/>
              </a:cxn>
              <a:cxn ang="T118">
                <a:pos x="T16" y="T17"/>
              </a:cxn>
              <a:cxn ang="T119">
                <a:pos x="T18" y="T19"/>
              </a:cxn>
              <a:cxn ang="T120">
                <a:pos x="T20" y="T21"/>
              </a:cxn>
              <a:cxn ang="T121">
                <a:pos x="T22" y="T23"/>
              </a:cxn>
              <a:cxn ang="T122">
                <a:pos x="T24" y="T25"/>
              </a:cxn>
              <a:cxn ang="T123">
                <a:pos x="T26" y="T27"/>
              </a:cxn>
              <a:cxn ang="T124">
                <a:pos x="T28" y="T29"/>
              </a:cxn>
              <a:cxn ang="T125">
                <a:pos x="T30" y="T31"/>
              </a:cxn>
              <a:cxn ang="T126">
                <a:pos x="T32" y="T33"/>
              </a:cxn>
              <a:cxn ang="T127">
                <a:pos x="T34" y="T35"/>
              </a:cxn>
              <a:cxn ang="T128">
                <a:pos x="T36" y="T37"/>
              </a:cxn>
              <a:cxn ang="T129">
                <a:pos x="T38" y="T39"/>
              </a:cxn>
              <a:cxn ang="T130">
                <a:pos x="T40" y="T41"/>
              </a:cxn>
              <a:cxn ang="T131">
                <a:pos x="T42" y="T43"/>
              </a:cxn>
              <a:cxn ang="T132">
                <a:pos x="T44" y="T45"/>
              </a:cxn>
              <a:cxn ang="T133">
                <a:pos x="T46" y="T47"/>
              </a:cxn>
              <a:cxn ang="T134">
                <a:pos x="T48" y="T49"/>
              </a:cxn>
              <a:cxn ang="T135">
                <a:pos x="T50" y="T51"/>
              </a:cxn>
              <a:cxn ang="T136">
                <a:pos x="T52" y="T53"/>
              </a:cxn>
              <a:cxn ang="T137">
                <a:pos x="T54" y="T55"/>
              </a:cxn>
              <a:cxn ang="T138">
                <a:pos x="T56" y="T57"/>
              </a:cxn>
              <a:cxn ang="T139">
                <a:pos x="T58" y="T59"/>
              </a:cxn>
              <a:cxn ang="T140">
                <a:pos x="T60" y="T61"/>
              </a:cxn>
              <a:cxn ang="T141">
                <a:pos x="T62" y="T63"/>
              </a:cxn>
              <a:cxn ang="T142">
                <a:pos x="T64" y="T65"/>
              </a:cxn>
              <a:cxn ang="T143">
                <a:pos x="T66" y="T67"/>
              </a:cxn>
              <a:cxn ang="T144">
                <a:pos x="T68" y="T69"/>
              </a:cxn>
              <a:cxn ang="T145">
                <a:pos x="T70" y="T71"/>
              </a:cxn>
              <a:cxn ang="T146">
                <a:pos x="T72" y="T73"/>
              </a:cxn>
              <a:cxn ang="T147">
                <a:pos x="T74" y="T75"/>
              </a:cxn>
              <a:cxn ang="T148">
                <a:pos x="T76" y="T77"/>
              </a:cxn>
              <a:cxn ang="T149">
                <a:pos x="T78" y="T79"/>
              </a:cxn>
              <a:cxn ang="T150">
                <a:pos x="T80" y="T81"/>
              </a:cxn>
              <a:cxn ang="T151">
                <a:pos x="T82" y="T83"/>
              </a:cxn>
              <a:cxn ang="T152">
                <a:pos x="T84" y="T85"/>
              </a:cxn>
              <a:cxn ang="T153">
                <a:pos x="T86" y="T87"/>
              </a:cxn>
              <a:cxn ang="T154">
                <a:pos x="T88" y="T89"/>
              </a:cxn>
              <a:cxn ang="T155">
                <a:pos x="T90" y="T91"/>
              </a:cxn>
              <a:cxn ang="T156">
                <a:pos x="T92" y="T93"/>
              </a:cxn>
              <a:cxn ang="T157">
                <a:pos x="T94" y="T95"/>
              </a:cxn>
              <a:cxn ang="T158">
                <a:pos x="T96" y="T97"/>
              </a:cxn>
              <a:cxn ang="T159">
                <a:pos x="T98" y="T99"/>
              </a:cxn>
              <a:cxn ang="T160">
                <a:pos x="T100" y="T101"/>
              </a:cxn>
              <a:cxn ang="T161">
                <a:pos x="T102" y="T103"/>
              </a:cxn>
              <a:cxn ang="T162">
                <a:pos x="T104" y="T105"/>
              </a:cxn>
              <a:cxn ang="T163">
                <a:pos x="T106" y="T107"/>
              </a:cxn>
              <a:cxn ang="T164">
                <a:pos x="T108" y="T109"/>
              </a:cxn>
            </a:cxnLst>
            <a:rect l="T165" t="T166" r="T167" b="T168"/>
            <a:pathLst>
              <a:path w="14525" h="12941">
                <a:moveTo>
                  <a:pt x="11373" y="2413"/>
                </a:moveTo>
                <a:lnTo>
                  <a:pt x="11390" y="2419"/>
                </a:lnTo>
                <a:lnTo>
                  <a:pt x="11438" y="2434"/>
                </a:lnTo>
                <a:lnTo>
                  <a:pt x="11515" y="2460"/>
                </a:lnTo>
                <a:lnTo>
                  <a:pt x="11617" y="2495"/>
                </a:lnTo>
                <a:lnTo>
                  <a:pt x="11743" y="2542"/>
                </a:lnTo>
                <a:lnTo>
                  <a:pt x="11887" y="2598"/>
                </a:lnTo>
                <a:lnTo>
                  <a:pt x="12049" y="2666"/>
                </a:lnTo>
                <a:lnTo>
                  <a:pt x="12224" y="2743"/>
                </a:lnTo>
                <a:lnTo>
                  <a:pt x="12411" y="2830"/>
                </a:lnTo>
                <a:lnTo>
                  <a:pt x="12605" y="2927"/>
                </a:lnTo>
                <a:lnTo>
                  <a:pt x="12805" y="3035"/>
                </a:lnTo>
                <a:lnTo>
                  <a:pt x="13006" y="3153"/>
                </a:lnTo>
                <a:lnTo>
                  <a:pt x="13207" y="3282"/>
                </a:lnTo>
                <a:lnTo>
                  <a:pt x="13405" y="3421"/>
                </a:lnTo>
                <a:lnTo>
                  <a:pt x="13595" y="3569"/>
                </a:lnTo>
                <a:lnTo>
                  <a:pt x="13775" y="3728"/>
                </a:lnTo>
                <a:lnTo>
                  <a:pt x="13943" y="3898"/>
                </a:lnTo>
                <a:lnTo>
                  <a:pt x="14096" y="4078"/>
                </a:lnTo>
                <a:lnTo>
                  <a:pt x="14231" y="4268"/>
                </a:lnTo>
                <a:lnTo>
                  <a:pt x="14343" y="4469"/>
                </a:lnTo>
                <a:lnTo>
                  <a:pt x="14432" y="4680"/>
                </a:lnTo>
                <a:lnTo>
                  <a:pt x="14494" y="4900"/>
                </a:lnTo>
                <a:lnTo>
                  <a:pt x="14525" y="5131"/>
                </a:lnTo>
                <a:lnTo>
                  <a:pt x="14523" y="5372"/>
                </a:lnTo>
                <a:lnTo>
                  <a:pt x="14484" y="5625"/>
                </a:lnTo>
                <a:lnTo>
                  <a:pt x="14407" y="5886"/>
                </a:lnTo>
                <a:lnTo>
                  <a:pt x="14289" y="6158"/>
                </a:lnTo>
                <a:lnTo>
                  <a:pt x="14125" y="6441"/>
                </a:lnTo>
                <a:lnTo>
                  <a:pt x="13913" y="6734"/>
                </a:lnTo>
                <a:lnTo>
                  <a:pt x="13651" y="7037"/>
                </a:lnTo>
                <a:lnTo>
                  <a:pt x="13335" y="7351"/>
                </a:lnTo>
                <a:lnTo>
                  <a:pt x="12962" y="7674"/>
                </a:lnTo>
                <a:lnTo>
                  <a:pt x="12965" y="7690"/>
                </a:lnTo>
                <a:lnTo>
                  <a:pt x="12973" y="7737"/>
                </a:lnTo>
                <a:lnTo>
                  <a:pt x="12982" y="7812"/>
                </a:lnTo>
                <a:lnTo>
                  <a:pt x="12994" y="7913"/>
                </a:lnTo>
                <a:lnTo>
                  <a:pt x="13007" y="8037"/>
                </a:lnTo>
                <a:lnTo>
                  <a:pt x="13018" y="8182"/>
                </a:lnTo>
                <a:lnTo>
                  <a:pt x="13027" y="8346"/>
                </a:lnTo>
                <a:lnTo>
                  <a:pt x="13032" y="8526"/>
                </a:lnTo>
                <a:lnTo>
                  <a:pt x="13032" y="8721"/>
                </a:lnTo>
                <a:lnTo>
                  <a:pt x="13026" y="8927"/>
                </a:lnTo>
                <a:lnTo>
                  <a:pt x="13011" y="9142"/>
                </a:lnTo>
                <a:lnTo>
                  <a:pt x="12987" y="9365"/>
                </a:lnTo>
                <a:lnTo>
                  <a:pt x="12953" y="9592"/>
                </a:lnTo>
                <a:lnTo>
                  <a:pt x="12907" y="9820"/>
                </a:lnTo>
                <a:lnTo>
                  <a:pt x="12847" y="10049"/>
                </a:lnTo>
                <a:lnTo>
                  <a:pt x="12773" y="10275"/>
                </a:lnTo>
                <a:lnTo>
                  <a:pt x="12682" y="10497"/>
                </a:lnTo>
                <a:lnTo>
                  <a:pt x="12574" y="10711"/>
                </a:lnTo>
                <a:lnTo>
                  <a:pt x="12447" y="10915"/>
                </a:lnTo>
                <a:lnTo>
                  <a:pt x="12300" y="11107"/>
                </a:lnTo>
                <a:lnTo>
                  <a:pt x="12131" y="11285"/>
                </a:lnTo>
                <a:lnTo>
                  <a:pt x="11940" y="11446"/>
                </a:lnTo>
                <a:lnTo>
                  <a:pt x="11723" y="11587"/>
                </a:lnTo>
                <a:lnTo>
                  <a:pt x="11481" y="11708"/>
                </a:lnTo>
                <a:lnTo>
                  <a:pt x="11212" y="11804"/>
                </a:lnTo>
                <a:lnTo>
                  <a:pt x="10914" y="11875"/>
                </a:lnTo>
                <a:lnTo>
                  <a:pt x="10587" y="11916"/>
                </a:lnTo>
                <a:lnTo>
                  <a:pt x="10228" y="11927"/>
                </a:lnTo>
                <a:lnTo>
                  <a:pt x="9837" y="11904"/>
                </a:lnTo>
                <a:lnTo>
                  <a:pt x="9412" y="11845"/>
                </a:lnTo>
                <a:lnTo>
                  <a:pt x="8951" y="11748"/>
                </a:lnTo>
                <a:lnTo>
                  <a:pt x="8454" y="11611"/>
                </a:lnTo>
                <a:lnTo>
                  <a:pt x="8442" y="11622"/>
                </a:lnTo>
                <a:lnTo>
                  <a:pt x="8408" y="11654"/>
                </a:lnTo>
                <a:lnTo>
                  <a:pt x="8352" y="11701"/>
                </a:lnTo>
                <a:lnTo>
                  <a:pt x="8276" y="11766"/>
                </a:lnTo>
                <a:lnTo>
                  <a:pt x="8182" y="11843"/>
                </a:lnTo>
                <a:lnTo>
                  <a:pt x="8069" y="11930"/>
                </a:lnTo>
                <a:lnTo>
                  <a:pt x="7940" y="12025"/>
                </a:lnTo>
                <a:lnTo>
                  <a:pt x="7796" y="12127"/>
                </a:lnTo>
                <a:lnTo>
                  <a:pt x="7638" y="12232"/>
                </a:lnTo>
                <a:lnTo>
                  <a:pt x="7466" y="12338"/>
                </a:lnTo>
                <a:lnTo>
                  <a:pt x="7284" y="12442"/>
                </a:lnTo>
                <a:lnTo>
                  <a:pt x="7092" y="12543"/>
                </a:lnTo>
                <a:lnTo>
                  <a:pt x="6889" y="12637"/>
                </a:lnTo>
                <a:lnTo>
                  <a:pt x="6680" y="12723"/>
                </a:lnTo>
                <a:lnTo>
                  <a:pt x="6463" y="12798"/>
                </a:lnTo>
                <a:lnTo>
                  <a:pt x="6241" y="12860"/>
                </a:lnTo>
                <a:lnTo>
                  <a:pt x="6015" y="12906"/>
                </a:lnTo>
                <a:lnTo>
                  <a:pt x="5786" y="12934"/>
                </a:lnTo>
                <a:lnTo>
                  <a:pt x="5554" y="12941"/>
                </a:lnTo>
                <a:lnTo>
                  <a:pt x="5323" y="12926"/>
                </a:lnTo>
                <a:lnTo>
                  <a:pt x="5092" y="12885"/>
                </a:lnTo>
                <a:lnTo>
                  <a:pt x="4863" y="12817"/>
                </a:lnTo>
                <a:lnTo>
                  <a:pt x="4638" y="12719"/>
                </a:lnTo>
                <a:lnTo>
                  <a:pt x="4415" y="12588"/>
                </a:lnTo>
                <a:lnTo>
                  <a:pt x="4199" y="12423"/>
                </a:lnTo>
                <a:lnTo>
                  <a:pt x="3991" y="12220"/>
                </a:lnTo>
                <a:lnTo>
                  <a:pt x="3789" y="11978"/>
                </a:lnTo>
                <a:lnTo>
                  <a:pt x="3597" y="11693"/>
                </a:lnTo>
                <a:lnTo>
                  <a:pt x="3417" y="11365"/>
                </a:lnTo>
                <a:lnTo>
                  <a:pt x="3246" y="10990"/>
                </a:lnTo>
                <a:lnTo>
                  <a:pt x="3090" y="10565"/>
                </a:lnTo>
                <a:lnTo>
                  <a:pt x="2948" y="10089"/>
                </a:lnTo>
                <a:lnTo>
                  <a:pt x="2931" y="10085"/>
                </a:lnTo>
                <a:lnTo>
                  <a:pt x="2884" y="10075"/>
                </a:lnTo>
                <a:lnTo>
                  <a:pt x="2810" y="10055"/>
                </a:lnTo>
                <a:lnTo>
                  <a:pt x="2712" y="10028"/>
                </a:lnTo>
                <a:lnTo>
                  <a:pt x="2590" y="9993"/>
                </a:lnTo>
                <a:lnTo>
                  <a:pt x="2451" y="9948"/>
                </a:lnTo>
                <a:lnTo>
                  <a:pt x="2296" y="9895"/>
                </a:lnTo>
                <a:lnTo>
                  <a:pt x="2127" y="9832"/>
                </a:lnTo>
                <a:lnTo>
                  <a:pt x="1949" y="9759"/>
                </a:lnTo>
                <a:lnTo>
                  <a:pt x="1763" y="9676"/>
                </a:lnTo>
                <a:lnTo>
                  <a:pt x="1572" y="9583"/>
                </a:lnTo>
                <a:lnTo>
                  <a:pt x="1381" y="9479"/>
                </a:lnTo>
                <a:lnTo>
                  <a:pt x="1190" y="9363"/>
                </a:lnTo>
                <a:lnTo>
                  <a:pt x="1004" y="9237"/>
                </a:lnTo>
                <a:lnTo>
                  <a:pt x="826" y="9099"/>
                </a:lnTo>
                <a:lnTo>
                  <a:pt x="656" y="8948"/>
                </a:lnTo>
                <a:lnTo>
                  <a:pt x="501" y="8785"/>
                </a:lnTo>
                <a:lnTo>
                  <a:pt x="360" y="8609"/>
                </a:lnTo>
                <a:lnTo>
                  <a:pt x="239" y="8420"/>
                </a:lnTo>
                <a:lnTo>
                  <a:pt x="139" y="8219"/>
                </a:lnTo>
                <a:lnTo>
                  <a:pt x="65" y="8003"/>
                </a:lnTo>
                <a:lnTo>
                  <a:pt x="17" y="7773"/>
                </a:lnTo>
                <a:lnTo>
                  <a:pt x="0" y="7528"/>
                </a:lnTo>
                <a:lnTo>
                  <a:pt x="17" y="7270"/>
                </a:lnTo>
                <a:lnTo>
                  <a:pt x="69" y="6996"/>
                </a:lnTo>
                <a:lnTo>
                  <a:pt x="160" y="6707"/>
                </a:lnTo>
                <a:lnTo>
                  <a:pt x="294" y="6401"/>
                </a:lnTo>
                <a:lnTo>
                  <a:pt x="472" y="6081"/>
                </a:lnTo>
                <a:lnTo>
                  <a:pt x="698" y="5743"/>
                </a:lnTo>
                <a:lnTo>
                  <a:pt x="974" y="5390"/>
                </a:lnTo>
                <a:lnTo>
                  <a:pt x="1304" y="5018"/>
                </a:lnTo>
                <a:lnTo>
                  <a:pt x="1691" y="4631"/>
                </a:lnTo>
                <a:lnTo>
                  <a:pt x="1688" y="4619"/>
                </a:lnTo>
                <a:lnTo>
                  <a:pt x="1680" y="4588"/>
                </a:lnTo>
                <a:lnTo>
                  <a:pt x="1669" y="4537"/>
                </a:lnTo>
                <a:lnTo>
                  <a:pt x="1655" y="4469"/>
                </a:lnTo>
                <a:lnTo>
                  <a:pt x="1639" y="4384"/>
                </a:lnTo>
                <a:lnTo>
                  <a:pt x="1625" y="4284"/>
                </a:lnTo>
                <a:lnTo>
                  <a:pt x="1611" y="4171"/>
                </a:lnTo>
                <a:lnTo>
                  <a:pt x="1600" y="4045"/>
                </a:lnTo>
                <a:lnTo>
                  <a:pt x="1594" y="3909"/>
                </a:lnTo>
                <a:lnTo>
                  <a:pt x="1593" y="3763"/>
                </a:lnTo>
                <a:lnTo>
                  <a:pt x="1598" y="3611"/>
                </a:lnTo>
                <a:lnTo>
                  <a:pt x="1611" y="3451"/>
                </a:lnTo>
                <a:lnTo>
                  <a:pt x="1633" y="3287"/>
                </a:lnTo>
                <a:lnTo>
                  <a:pt x="1666" y="3119"/>
                </a:lnTo>
                <a:lnTo>
                  <a:pt x="1711" y="2948"/>
                </a:lnTo>
                <a:lnTo>
                  <a:pt x="1769" y="2778"/>
                </a:lnTo>
                <a:lnTo>
                  <a:pt x="1842" y="2608"/>
                </a:lnTo>
                <a:lnTo>
                  <a:pt x="1930" y="2440"/>
                </a:lnTo>
                <a:lnTo>
                  <a:pt x="2035" y="2276"/>
                </a:lnTo>
                <a:lnTo>
                  <a:pt x="2159" y="2116"/>
                </a:lnTo>
                <a:lnTo>
                  <a:pt x="2301" y="1965"/>
                </a:lnTo>
                <a:lnTo>
                  <a:pt x="2465" y="1819"/>
                </a:lnTo>
                <a:lnTo>
                  <a:pt x="2651" y="1684"/>
                </a:lnTo>
                <a:lnTo>
                  <a:pt x="2860" y="1560"/>
                </a:lnTo>
                <a:lnTo>
                  <a:pt x="3094" y="1447"/>
                </a:lnTo>
                <a:lnTo>
                  <a:pt x="3354" y="1349"/>
                </a:lnTo>
                <a:lnTo>
                  <a:pt x="3642" y="1266"/>
                </a:lnTo>
                <a:lnTo>
                  <a:pt x="3958" y="1198"/>
                </a:lnTo>
                <a:lnTo>
                  <a:pt x="4304" y="1149"/>
                </a:lnTo>
                <a:lnTo>
                  <a:pt x="4681" y="1119"/>
                </a:lnTo>
                <a:lnTo>
                  <a:pt x="5091" y="1110"/>
                </a:lnTo>
                <a:lnTo>
                  <a:pt x="5535" y="1123"/>
                </a:lnTo>
                <a:lnTo>
                  <a:pt x="5777" y="995"/>
                </a:lnTo>
                <a:lnTo>
                  <a:pt x="6017" y="871"/>
                </a:lnTo>
                <a:lnTo>
                  <a:pt x="6253" y="754"/>
                </a:lnTo>
                <a:lnTo>
                  <a:pt x="6485" y="642"/>
                </a:lnTo>
                <a:lnTo>
                  <a:pt x="6714" y="538"/>
                </a:lnTo>
                <a:lnTo>
                  <a:pt x="6939" y="440"/>
                </a:lnTo>
                <a:lnTo>
                  <a:pt x="7161" y="352"/>
                </a:lnTo>
                <a:lnTo>
                  <a:pt x="7379" y="271"/>
                </a:lnTo>
                <a:lnTo>
                  <a:pt x="7593" y="200"/>
                </a:lnTo>
                <a:lnTo>
                  <a:pt x="7803" y="139"/>
                </a:lnTo>
                <a:lnTo>
                  <a:pt x="8009" y="88"/>
                </a:lnTo>
                <a:lnTo>
                  <a:pt x="8212" y="47"/>
                </a:lnTo>
                <a:lnTo>
                  <a:pt x="8411" y="19"/>
                </a:lnTo>
                <a:lnTo>
                  <a:pt x="8605" y="3"/>
                </a:lnTo>
                <a:lnTo>
                  <a:pt x="8796" y="0"/>
                </a:lnTo>
                <a:lnTo>
                  <a:pt x="8982" y="9"/>
                </a:lnTo>
                <a:lnTo>
                  <a:pt x="9165" y="32"/>
                </a:lnTo>
                <a:lnTo>
                  <a:pt x="9343" y="69"/>
                </a:lnTo>
                <a:lnTo>
                  <a:pt x="9517" y="121"/>
                </a:lnTo>
                <a:lnTo>
                  <a:pt x="9687" y="190"/>
                </a:lnTo>
                <a:lnTo>
                  <a:pt x="9852" y="273"/>
                </a:lnTo>
                <a:lnTo>
                  <a:pt x="10013" y="374"/>
                </a:lnTo>
                <a:lnTo>
                  <a:pt x="10170" y="491"/>
                </a:lnTo>
                <a:lnTo>
                  <a:pt x="10322" y="626"/>
                </a:lnTo>
                <a:lnTo>
                  <a:pt x="10470" y="780"/>
                </a:lnTo>
                <a:lnTo>
                  <a:pt x="10613" y="952"/>
                </a:lnTo>
                <a:lnTo>
                  <a:pt x="10751" y="1144"/>
                </a:lnTo>
                <a:lnTo>
                  <a:pt x="10885" y="1355"/>
                </a:lnTo>
                <a:lnTo>
                  <a:pt x="11014" y="1588"/>
                </a:lnTo>
                <a:lnTo>
                  <a:pt x="11138" y="1841"/>
                </a:lnTo>
                <a:lnTo>
                  <a:pt x="11259" y="2116"/>
                </a:lnTo>
                <a:lnTo>
                  <a:pt x="11373" y="2413"/>
                </a:lnTo>
                <a:close/>
                <a:moveTo>
                  <a:pt x="10582" y="2503"/>
                </a:moveTo>
                <a:lnTo>
                  <a:pt x="10597" y="2507"/>
                </a:lnTo>
                <a:lnTo>
                  <a:pt x="10641" y="2521"/>
                </a:lnTo>
                <a:lnTo>
                  <a:pt x="10711" y="2544"/>
                </a:lnTo>
                <a:lnTo>
                  <a:pt x="10803" y="2576"/>
                </a:lnTo>
                <a:lnTo>
                  <a:pt x="10916" y="2619"/>
                </a:lnTo>
                <a:lnTo>
                  <a:pt x="11047" y="2670"/>
                </a:lnTo>
                <a:lnTo>
                  <a:pt x="11192" y="2730"/>
                </a:lnTo>
                <a:lnTo>
                  <a:pt x="11351" y="2800"/>
                </a:lnTo>
                <a:lnTo>
                  <a:pt x="11520" y="2879"/>
                </a:lnTo>
                <a:lnTo>
                  <a:pt x="11696" y="2967"/>
                </a:lnTo>
                <a:lnTo>
                  <a:pt x="11876" y="3065"/>
                </a:lnTo>
                <a:lnTo>
                  <a:pt x="12058" y="3171"/>
                </a:lnTo>
                <a:lnTo>
                  <a:pt x="12240" y="3288"/>
                </a:lnTo>
                <a:lnTo>
                  <a:pt x="12418" y="3412"/>
                </a:lnTo>
                <a:lnTo>
                  <a:pt x="12591" y="3547"/>
                </a:lnTo>
                <a:lnTo>
                  <a:pt x="12754" y="3691"/>
                </a:lnTo>
                <a:lnTo>
                  <a:pt x="12905" y="3844"/>
                </a:lnTo>
                <a:lnTo>
                  <a:pt x="13043" y="4008"/>
                </a:lnTo>
                <a:lnTo>
                  <a:pt x="13165" y="4179"/>
                </a:lnTo>
                <a:lnTo>
                  <a:pt x="13268" y="4361"/>
                </a:lnTo>
                <a:lnTo>
                  <a:pt x="13347" y="4551"/>
                </a:lnTo>
                <a:lnTo>
                  <a:pt x="13402" y="4750"/>
                </a:lnTo>
                <a:lnTo>
                  <a:pt x="13430" y="4959"/>
                </a:lnTo>
                <a:lnTo>
                  <a:pt x="13429" y="5178"/>
                </a:lnTo>
                <a:lnTo>
                  <a:pt x="13394" y="5405"/>
                </a:lnTo>
                <a:lnTo>
                  <a:pt x="13325" y="5642"/>
                </a:lnTo>
                <a:lnTo>
                  <a:pt x="13218" y="5888"/>
                </a:lnTo>
                <a:lnTo>
                  <a:pt x="13069" y="6144"/>
                </a:lnTo>
                <a:lnTo>
                  <a:pt x="12878" y="6409"/>
                </a:lnTo>
                <a:lnTo>
                  <a:pt x="12640" y="6683"/>
                </a:lnTo>
                <a:lnTo>
                  <a:pt x="12355" y="6965"/>
                </a:lnTo>
                <a:lnTo>
                  <a:pt x="12019" y="7258"/>
                </a:lnTo>
                <a:lnTo>
                  <a:pt x="12021" y="7273"/>
                </a:lnTo>
                <a:lnTo>
                  <a:pt x="12027" y="7315"/>
                </a:lnTo>
                <a:lnTo>
                  <a:pt x="12036" y="7383"/>
                </a:lnTo>
                <a:lnTo>
                  <a:pt x="12048" y="7474"/>
                </a:lnTo>
                <a:lnTo>
                  <a:pt x="12058" y="7586"/>
                </a:lnTo>
                <a:lnTo>
                  <a:pt x="12068" y="7717"/>
                </a:lnTo>
                <a:lnTo>
                  <a:pt x="12077" y="7866"/>
                </a:lnTo>
                <a:lnTo>
                  <a:pt x="12082" y="8029"/>
                </a:lnTo>
                <a:lnTo>
                  <a:pt x="12082" y="8205"/>
                </a:lnTo>
                <a:lnTo>
                  <a:pt x="12076" y="8391"/>
                </a:lnTo>
                <a:lnTo>
                  <a:pt x="12062" y="8586"/>
                </a:lnTo>
                <a:lnTo>
                  <a:pt x="12041" y="8787"/>
                </a:lnTo>
                <a:lnTo>
                  <a:pt x="12010" y="8992"/>
                </a:lnTo>
                <a:lnTo>
                  <a:pt x="11969" y="9199"/>
                </a:lnTo>
                <a:lnTo>
                  <a:pt x="11915" y="9406"/>
                </a:lnTo>
                <a:lnTo>
                  <a:pt x="11847" y="9611"/>
                </a:lnTo>
                <a:lnTo>
                  <a:pt x="11765" y="9810"/>
                </a:lnTo>
                <a:lnTo>
                  <a:pt x="11668" y="10003"/>
                </a:lnTo>
                <a:lnTo>
                  <a:pt x="11553" y="10188"/>
                </a:lnTo>
                <a:lnTo>
                  <a:pt x="11420" y="10362"/>
                </a:lnTo>
                <a:lnTo>
                  <a:pt x="11267" y="10523"/>
                </a:lnTo>
                <a:lnTo>
                  <a:pt x="11094" y="10668"/>
                </a:lnTo>
                <a:lnTo>
                  <a:pt x="10899" y="10797"/>
                </a:lnTo>
                <a:lnTo>
                  <a:pt x="10679" y="10905"/>
                </a:lnTo>
                <a:lnTo>
                  <a:pt x="10437" y="10992"/>
                </a:lnTo>
                <a:lnTo>
                  <a:pt x="10167" y="11055"/>
                </a:lnTo>
                <a:lnTo>
                  <a:pt x="9871" y="11094"/>
                </a:lnTo>
                <a:lnTo>
                  <a:pt x="9547" y="11103"/>
                </a:lnTo>
                <a:lnTo>
                  <a:pt x="9193" y="11082"/>
                </a:lnTo>
                <a:lnTo>
                  <a:pt x="8809" y="11029"/>
                </a:lnTo>
                <a:lnTo>
                  <a:pt x="8392" y="10942"/>
                </a:lnTo>
                <a:lnTo>
                  <a:pt x="7943" y="10818"/>
                </a:lnTo>
                <a:lnTo>
                  <a:pt x="7932" y="10828"/>
                </a:lnTo>
                <a:lnTo>
                  <a:pt x="7900" y="10856"/>
                </a:lnTo>
                <a:lnTo>
                  <a:pt x="7851" y="10900"/>
                </a:lnTo>
                <a:lnTo>
                  <a:pt x="7782" y="10958"/>
                </a:lnTo>
                <a:lnTo>
                  <a:pt x="7696" y="11027"/>
                </a:lnTo>
                <a:lnTo>
                  <a:pt x="7594" y="11106"/>
                </a:lnTo>
                <a:lnTo>
                  <a:pt x="7478" y="11192"/>
                </a:lnTo>
                <a:lnTo>
                  <a:pt x="7348" y="11284"/>
                </a:lnTo>
                <a:lnTo>
                  <a:pt x="7205" y="11379"/>
                </a:lnTo>
                <a:lnTo>
                  <a:pt x="7050" y="11475"/>
                </a:lnTo>
                <a:lnTo>
                  <a:pt x="6885" y="11569"/>
                </a:lnTo>
                <a:lnTo>
                  <a:pt x="6711" y="11660"/>
                </a:lnTo>
                <a:lnTo>
                  <a:pt x="6528" y="11746"/>
                </a:lnTo>
                <a:lnTo>
                  <a:pt x="6338" y="11823"/>
                </a:lnTo>
                <a:lnTo>
                  <a:pt x="6143" y="11891"/>
                </a:lnTo>
                <a:lnTo>
                  <a:pt x="5941" y="11946"/>
                </a:lnTo>
                <a:lnTo>
                  <a:pt x="5737" y="11989"/>
                </a:lnTo>
                <a:lnTo>
                  <a:pt x="5530" y="12014"/>
                </a:lnTo>
                <a:lnTo>
                  <a:pt x="5321" y="12021"/>
                </a:lnTo>
                <a:lnTo>
                  <a:pt x="5112" y="12007"/>
                </a:lnTo>
                <a:lnTo>
                  <a:pt x="4903" y="11970"/>
                </a:lnTo>
                <a:lnTo>
                  <a:pt x="4696" y="11908"/>
                </a:lnTo>
                <a:lnTo>
                  <a:pt x="4492" y="11820"/>
                </a:lnTo>
                <a:lnTo>
                  <a:pt x="4292" y="11701"/>
                </a:lnTo>
                <a:lnTo>
                  <a:pt x="4097" y="11552"/>
                </a:lnTo>
                <a:lnTo>
                  <a:pt x="3907" y="11368"/>
                </a:lnTo>
                <a:lnTo>
                  <a:pt x="3725" y="11149"/>
                </a:lnTo>
                <a:lnTo>
                  <a:pt x="3552" y="10892"/>
                </a:lnTo>
                <a:lnTo>
                  <a:pt x="3388" y="10595"/>
                </a:lnTo>
                <a:lnTo>
                  <a:pt x="3234" y="10256"/>
                </a:lnTo>
                <a:lnTo>
                  <a:pt x="3093" y="9872"/>
                </a:lnTo>
                <a:lnTo>
                  <a:pt x="2964" y="9442"/>
                </a:lnTo>
                <a:lnTo>
                  <a:pt x="2950" y="9438"/>
                </a:lnTo>
                <a:lnTo>
                  <a:pt x="2907" y="9429"/>
                </a:lnTo>
                <a:lnTo>
                  <a:pt x="2840" y="9411"/>
                </a:lnTo>
                <a:lnTo>
                  <a:pt x="2750" y="9387"/>
                </a:lnTo>
                <a:lnTo>
                  <a:pt x="2641" y="9355"/>
                </a:lnTo>
                <a:lnTo>
                  <a:pt x="2516" y="9315"/>
                </a:lnTo>
                <a:lnTo>
                  <a:pt x="2374" y="9266"/>
                </a:lnTo>
                <a:lnTo>
                  <a:pt x="2223" y="9209"/>
                </a:lnTo>
                <a:lnTo>
                  <a:pt x="2061" y="9143"/>
                </a:lnTo>
                <a:lnTo>
                  <a:pt x="1893" y="9069"/>
                </a:lnTo>
                <a:lnTo>
                  <a:pt x="1720" y="8984"/>
                </a:lnTo>
                <a:lnTo>
                  <a:pt x="1547" y="8890"/>
                </a:lnTo>
                <a:lnTo>
                  <a:pt x="1375" y="8786"/>
                </a:lnTo>
                <a:lnTo>
                  <a:pt x="1207" y="8671"/>
                </a:lnTo>
                <a:lnTo>
                  <a:pt x="1045" y="8546"/>
                </a:lnTo>
                <a:lnTo>
                  <a:pt x="892" y="8410"/>
                </a:lnTo>
                <a:lnTo>
                  <a:pt x="751" y="8263"/>
                </a:lnTo>
                <a:lnTo>
                  <a:pt x="625" y="8104"/>
                </a:lnTo>
                <a:lnTo>
                  <a:pt x="515" y="7933"/>
                </a:lnTo>
                <a:lnTo>
                  <a:pt x="425" y="7751"/>
                </a:lnTo>
                <a:lnTo>
                  <a:pt x="357" y="7555"/>
                </a:lnTo>
                <a:lnTo>
                  <a:pt x="315" y="7348"/>
                </a:lnTo>
                <a:lnTo>
                  <a:pt x="299" y="7127"/>
                </a:lnTo>
                <a:lnTo>
                  <a:pt x="314" y="6893"/>
                </a:lnTo>
                <a:lnTo>
                  <a:pt x="362" y="6646"/>
                </a:lnTo>
                <a:lnTo>
                  <a:pt x="444" y="6384"/>
                </a:lnTo>
                <a:lnTo>
                  <a:pt x="564" y="6108"/>
                </a:lnTo>
                <a:lnTo>
                  <a:pt x="726" y="5818"/>
                </a:lnTo>
                <a:lnTo>
                  <a:pt x="930" y="5512"/>
                </a:lnTo>
                <a:lnTo>
                  <a:pt x="1180" y="5193"/>
                </a:lnTo>
                <a:lnTo>
                  <a:pt x="1479" y="4857"/>
                </a:lnTo>
                <a:lnTo>
                  <a:pt x="1828" y="4506"/>
                </a:lnTo>
                <a:lnTo>
                  <a:pt x="1825" y="4497"/>
                </a:lnTo>
                <a:lnTo>
                  <a:pt x="1818" y="4469"/>
                </a:lnTo>
                <a:lnTo>
                  <a:pt x="1808" y="4422"/>
                </a:lnTo>
                <a:lnTo>
                  <a:pt x="1795" y="4361"/>
                </a:lnTo>
                <a:lnTo>
                  <a:pt x="1782" y="4284"/>
                </a:lnTo>
                <a:lnTo>
                  <a:pt x="1768" y="4193"/>
                </a:lnTo>
                <a:lnTo>
                  <a:pt x="1756" y="4091"/>
                </a:lnTo>
                <a:lnTo>
                  <a:pt x="1746" y="3977"/>
                </a:lnTo>
                <a:lnTo>
                  <a:pt x="1740" y="3854"/>
                </a:lnTo>
                <a:lnTo>
                  <a:pt x="1739" y="3723"/>
                </a:lnTo>
                <a:lnTo>
                  <a:pt x="1743" y="3585"/>
                </a:lnTo>
                <a:lnTo>
                  <a:pt x="1756" y="3440"/>
                </a:lnTo>
                <a:lnTo>
                  <a:pt x="1777" y="3292"/>
                </a:lnTo>
                <a:lnTo>
                  <a:pt x="1806" y="3139"/>
                </a:lnTo>
                <a:lnTo>
                  <a:pt x="1846" y="2986"/>
                </a:lnTo>
                <a:lnTo>
                  <a:pt x="1899" y="2831"/>
                </a:lnTo>
                <a:lnTo>
                  <a:pt x="1964" y="2678"/>
                </a:lnTo>
                <a:lnTo>
                  <a:pt x="2044" y="2527"/>
                </a:lnTo>
                <a:lnTo>
                  <a:pt x="2139" y="2378"/>
                </a:lnTo>
                <a:lnTo>
                  <a:pt x="2251" y="2234"/>
                </a:lnTo>
                <a:lnTo>
                  <a:pt x="2380" y="2096"/>
                </a:lnTo>
                <a:lnTo>
                  <a:pt x="2527" y="1965"/>
                </a:lnTo>
                <a:lnTo>
                  <a:pt x="2695" y="1843"/>
                </a:lnTo>
                <a:lnTo>
                  <a:pt x="2885" y="1730"/>
                </a:lnTo>
                <a:lnTo>
                  <a:pt x="3097" y="1629"/>
                </a:lnTo>
                <a:lnTo>
                  <a:pt x="3332" y="1540"/>
                </a:lnTo>
                <a:lnTo>
                  <a:pt x="3592" y="1464"/>
                </a:lnTo>
                <a:lnTo>
                  <a:pt x="3878" y="1403"/>
                </a:lnTo>
                <a:lnTo>
                  <a:pt x="4190" y="1359"/>
                </a:lnTo>
                <a:lnTo>
                  <a:pt x="4532" y="1332"/>
                </a:lnTo>
                <a:lnTo>
                  <a:pt x="4901" y="1324"/>
                </a:lnTo>
                <a:lnTo>
                  <a:pt x="5303" y="1335"/>
                </a:lnTo>
                <a:lnTo>
                  <a:pt x="5522" y="1219"/>
                </a:lnTo>
                <a:lnTo>
                  <a:pt x="5739" y="1107"/>
                </a:lnTo>
                <a:lnTo>
                  <a:pt x="5952" y="1001"/>
                </a:lnTo>
                <a:lnTo>
                  <a:pt x="6163" y="900"/>
                </a:lnTo>
                <a:lnTo>
                  <a:pt x="6369" y="806"/>
                </a:lnTo>
                <a:lnTo>
                  <a:pt x="6573" y="718"/>
                </a:lnTo>
                <a:lnTo>
                  <a:pt x="6773" y="637"/>
                </a:lnTo>
                <a:lnTo>
                  <a:pt x="6970" y="565"/>
                </a:lnTo>
                <a:lnTo>
                  <a:pt x="7163" y="501"/>
                </a:lnTo>
                <a:lnTo>
                  <a:pt x="7354" y="445"/>
                </a:lnTo>
                <a:lnTo>
                  <a:pt x="7540" y="400"/>
                </a:lnTo>
                <a:lnTo>
                  <a:pt x="7724" y="363"/>
                </a:lnTo>
                <a:lnTo>
                  <a:pt x="7904" y="337"/>
                </a:lnTo>
                <a:lnTo>
                  <a:pt x="8079" y="323"/>
                </a:lnTo>
                <a:lnTo>
                  <a:pt x="8251" y="320"/>
                </a:lnTo>
                <a:lnTo>
                  <a:pt x="8421" y="328"/>
                </a:lnTo>
                <a:lnTo>
                  <a:pt x="8586" y="349"/>
                </a:lnTo>
                <a:lnTo>
                  <a:pt x="8746" y="383"/>
                </a:lnTo>
                <a:lnTo>
                  <a:pt x="8903" y="430"/>
                </a:lnTo>
                <a:lnTo>
                  <a:pt x="9057" y="491"/>
                </a:lnTo>
                <a:lnTo>
                  <a:pt x="9206" y="567"/>
                </a:lnTo>
                <a:lnTo>
                  <a:pt x="9352" y="658"/>
                </a:lnTo>
                <a:lnTo>
                  <a:pt x="9494" y="764"/>
                </a:lnTo>
                <a:lnTo>
                  <a:pt x="9631" y="887"/>
                </a:lnTo>
                <a:lnTo>
                  <a:pt x="9765" y="1025"/>
                </a:lnTo>
                <a:lnTo>
                  <a:pt x="9895" y="1181"/>
                </a:lnTo>
                <a:lnTo>
                  <a:pt x="10019" y="1354"/>
                </a:lnTo>
                <a:lnTo>
                  <a:pt x="10141" y="1546"/>
                </a:lnTo>
                <a:lnTo>
                  <a:pt x="10257" y="1756"/>
                </a:lnTo>
                <a:lnTo>
                  <a:pt x="10370" y="1984"/>
                </a:lnTo>
                <a:lnTo>
                  <a:pt x="10478" y="2234"/>
                </a:lnTo>
                <a:lnTo>
                  <a:pt x="10582" y="2503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US" sz="14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3457361" y="2812972"/>
            <a:ext cx="2213616" cy="1106808"/>
            <a:chOff x="3706813" y="3897313"/>
            <a:chExt cx="1873250" cy="936625"/>
          </a:xfrm>
        </p:grpSpPr>
        <p:sp>
          <p:nvSpPr>
            <p:cNvPr id="33" name="Text Box 9"/>
            <p:cNvSpPr txBox="1">
              <a:spLocks noChangeArrowheads="1"/>
            </p:cNvSpPr>
            <p:nvPr/>
          </p:nvSpPr>
          <p:spPr bwMode="auto">
            <a:xfrm>
              <a:off x="4362238" y="3966213"/>
              <a:ext cx="465560" cy="286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571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IPv4</a:t>
              </a:r>
              <a:endPara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34" name="Freeform 164"/>
            <p:cNvSpPr>
              <a:spLocks noEditPoints="1"/>
            </p:cNvSpPr>
            <p:nvPr/>
          </p:nvSpPr>
          <p:spPr bwMode="auto">
            <a:xfrm>
              <a:off x="3706813" y="3897313"/>
              <a:ext cx="1873250" cy="936625"/>
            </a:xfrm>
            <a:custGeom>
              <a:avLst/>
              <a:gdLst>
                <a:gd name="T0" fmla="*/ 2147483646 w 14525"/>
                <a:gd name="T1" fmla="*/ 2147483646 h 12941"/>
                <a:gd name="T2" fmla="*/ 2147483646 w 14525"/>
                <a:gd name="T3" fmla="*/ 2147483646 h 12941"/>
                <a:gd name="T4" fmla="*/ 2147483646 w 14525"/>
                <a:gd name="T5" fmla="*/ 2147483646 h 12941"/>
                <a:gd name="T6" fmla="*/ 2147483646 w 14525"/>
                <a:gd name="T7" fmla="*/ 2147483646 h 12941"/>
                <a:gd name="T8" fmla="*/ 2147483646 w 14525"/>
                <a:gd name="T9" fmla="*/ 2147483646 h 12941"/>
                <a:gd name="T10" fmla="*/ 2147483646 w 14525"/>
                <a:gd name="T11" fmla="*/ 2147483646 h 12941"/>
                <a:gd name="T12" fmla="*/ 2147483646 w 14525"/>
                <a:gd name="T13" fmla="*/ 2147483646 h 12941"/>
                <a:gd name="T14" fmla="*/ 2147483646 w 14525"/>
                <a:gd name="T15" fmla="*/ 2147483646 h 12941"/>
                <a:gd name="T16" fmla="*/ 2147483646 w 14525"/>
                <a:gd name="T17" fmla="*/ 2147483646 h 12941"/>
                <a:gd name="T18" fmla="*/ 2147483646 w 14525"/>
                <a:gd name="T19" fmla="*/ 2147483646 h 12941"/>
                <a:gd name="T20" fmla="*/ 2147483646 w 14525"/>
                <a:gd name="T21" fmla="*/ 2147483646 h 12941"/>
                <a:gd name="T22" fmla="*/ 2147483646 w 14525"/>
                <a:gd name="T23" fmla="*/ 2147483646 h 12941"/>
                <a:gd name="T24" fmla="*/ 2147483646 w 14525"/>
                <a:gd name="T25" fmla="*/ 2147483646 h 12941"/>
                <a:gd name="T26" fmla="*/ 2147483646 w 14525"/>
                <a:gd name="T27" fmla="*/ 2147483646 h 12941"/>
                <a:gd name="T28" fmla="*/ 2147483646 w 14525"/>
                <a:gd name="T29" fmla="*/ 2147483646 h 12941"/>
                <a:gd name="T30" fmla="*/ 2147483646 w 14525"/>
                <a:gd name="T31" fmla="*/ 2147483646 h 12941"/>
                <a:gd name="T32" fmla="*/ 2147483646 w 14525"/>
                <a:gd name="T33" fmla="*/ 2147483646 h 12941"/>
                <a:gd name="T34" fmla="*/ 2147483646 w 14525"/>
                <a:gd name="T35" fmla="*/ 2147483646 h 12941"/>
                <a:gd name="T36" fmla="*/ 2147483646 w 14525"/>
                <a:gd name="T37" fmla="*/ 2147483646 h 12941"/>
                <a:gd name="T38" fmla="*/ 2147483646 w 14525"/>
                <a:gd name="T39" fmla="*/ 2147483646 h 12941"/>
                <a:gd name="T40" fmla="*/ 2147483646 w 14525"/>
                <a:gd name="T41" fmla="*/ 2147483646 h 12941"/>
                <a:gd name="T42" fmla="*/ 2147483646 w 14525"/>
                <a:gd name="T43" fmla="*/ 2147483646 h 12941"/>
                <a:gd name="T44" fmla="*/ 2147483646 w 14525"/>
                <a:gd name="T45" fmla="*/ 2147483646 h 12941"/>
                <a:gd name="T46" fmla="*/ 2147483646 w 14525"/>
                <a:gd name="T47" fmla="*/ 2147483646 h 12941"/>
                <a:gd name="T48" fmla="*/ 2147483646 w 14525"/>
                <a:gd name="T49" fmla="*/ 2147483646 h 12941"/>
                <a:gd name="T50" fmla="*/ 2147483646 w 14525"/>
                <a:gd name="T51" fmla="*/ 2147483646 h 12941"/>
                <a:gd name="T52" fmla="*/ 2147483646 w 14525"/>
                <a:gd name="T53" fmla="*/ 2147483646 h 12941"/>
                <a:gd name="T54" fmla="*/ 2147483646 w 14525"/>
                <a:gd name="T55" fmla="*/ 2147483646 h 12941"/>
                <a:gd name="T56" fmla="*/ 2147483646 w 14525"/>
                <a:gd name="T57" fmla="*/ 2147483646 h 12941"/>
                <a:gd name="T58" fmla="*/ 2147483646 w 14525"/>
                <a:gd name="T59" fmla="*/ 2147483646 h 12941"/>
                <a:gd name="T60" fmla="*/ 2147483646 w 14525"/>
                <a:gd name="T61" fmla="*/ 2147483646 h 12941"/>
                <a:gd name="T62" fmla="*/ 2147483646 w 14525"/>
                <a:gd name="T63" fmla="*/ 2147483646 h 12941"/>
                <a:gd name="T64" fmla="*/ 2147483646 w 14525"/>
                <a:gd name="T65" fmla="*/ 2147483646 h 12941"/>
                <a:gd name="T66" fmla="*/ 2147483646 w 14525"/>
                <a:gd name="T67" fmla="*/ 2147483646 h 12941"/>
                <a:gd name="T68" fmla="*/ 2147483646 w 14525"/>
                <a:gd name="T69" fmla="*/ 2147483646 h 12941"/>
                <a:gd name="T70" fmla="*/ 2147483646 w 14525"/>
                <a:gd name="T71" fmla="*/ 2147483646 h 12941"/>
                <a:gd name="T72" fmla="*/ 2147483646 w 14525"/>
                <a:gd name="T73" fmla="*/ 2147483646 h 12941"/>
                <a:gd name="T74" fmla="*/ 2147483646 w 14525"/>
                <a:gd name="T75" fmla="*/ 2147483646 h 12941"/>
                <a:gd name="T76" fmla="*/ 2147483646 w 14525"/>
                <a:gd name="T77" fmla="*/ 2147483646 h 12941"/>
                <a:gd name="T78" fmla="*/ 2147483646 w 14525"/>
                <a:gd name="T79" fmla="*/ 2147483646 h 12941"/>
                <a:gd name="T80" fmla="*/ 2147483646 w 14525"/>
                <a:gd name="T81" fmla="*/ 2147483646 h 12941"/>
                <a:gd name="T82" fmla="*/ 2147483646 w 14525"/>
                <a:gd name="T83" fmla="*/ 2147483646 h 12941"/>
                <a:gd name="T84" fmla="*/ 2147483646 w 14525"/>
                <a:gd name="T85" fmla="*/ 2147483646 h 12941"/>
                <a:gd name="T86" fmla="*/ 2147483646 w 14525"/>
                <a:gd name="T87" fmla="*/ 2147483646 h 12941"/>
                <a:gd name="T88" fmla="*/ 2147483646 w 14525"/>
                <a:gd name="T89" fmla="*/ 2147483646 h 12941"/>
                <a:gd name="T90" fmla="*/ 2147483646 w 14525"/>
                <a:gd name="T91" fmla="*/ 2147483646 h 12941"/>
                <a:gd name="T92" fmla="*/ 2147483646 w 14525"/>
                <a:gd name="T93" fmla="*/ 2147483646 h 12941"/>
                <a:gd name="T94" fmla="*/ 2147483646 w 14525"/>
                <a:gd name="T95" fmla="*/ 2147483646 h 12941"/>
                <a:gd name="T96" fmla="*/ 2147483646 w 14525"/>
                <a:gd name="T97" fmla="*/ 2147483646 h 12941"/>
                <a:gd name="T98" fmla="*/ 2147483646 w 14525"/>
                <a:gd name="T99" fmla="*/ 2147483646 h 12941"/>
                <a:gd name="T100" fmla="*/ 2147483646 w 14525"/>
                <a:gd name="T101" fmla="*/ 2147483646 h 12941"/>
                <a:gd name="T102" fmla="*/ 2147483646 w 14525"/>
                <a:gd name="T103" fmla="*/ 2147483646 h 12941"/>
                <a:gd name="T104" fmla="*/ 2147483646 w 14525"/>
                <a:gd name="T105" fmla="*/ 2147483646 h 12941"/>
                <a:gd name="T106" fmla="*/ 2147483646 w 14525"/>
                <a:gd name="T107" fmla="*/ 2147483646 h 12941"/>
                <a:gd name="T108" fmla="*/ 2147483646 w 14525"/>
                <a:gd name="T109" fmla="*/ 2147483646 h 12941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4525"/>
                <a:gd name="T166" fmla="*/ 0 h 12941"/>
                <a:gd name="T167" fmla="*/ 14525 w 14525"/>
                <a:gd name="T168" fmla="*/ 12941 h 12941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4525" h="12941">
                  <a:moveTo>
                    <a:pt x="11373" y="2413"/>
                  </a:moveTo>
                  <a:lnTo>
                    <a:pt x="11390" y="2419"/>
                  </a:lnTo>
                  <a:lnTo>
                    <a:pt x="11438" y="2434"/>
                  </a:lnTo>
                  <a:lnTo>
                    <a:pt x="11515" y="2460"/>
                  </a:lnTo>
                  <a:lnTo>
                    <a:pt x="11617" y="2495"/>
                  </a:lnTo>
                  <a:lnTo>
                    <a:pt x="11743" y="2542"/>
                  </a:lnTo>
                  <a:lnTo>
                    <a:pt x="11887" y="2598"/>
                  </a:lnTo>
                  <a:lnTo>
                    <a:pt x="12049" y="2666"/>
                  </a:lnTo>
                  <a:lnTo>
                    <a:pt x="12224" y="2743"/>
                  </a:lnTo>
                  <a:lnTo>
                    <a:pt x="12411" y="2830"/>
                  </a:lnTo>
                  <a:lnTo>
                    <a:pt x="12605" y="2927"/>
                  </a:lnTo>
                  <a:lnTo>
                    <a:pt x="12805" y="3035"/>
                  </a:lnTo>
                  <a:lnTo>
                    <a:pt x="13006" y="3153"/>
                  </a:lnTo>
                  <a:lnTo>
                    <a:pt x="13207" y="3282"/>
                  </a:lnTo>
                  <a:lnTo>
                    <a:pt x="13405" y="3421"/>
                  </a:lnTo>
                  <a:lnTo>
                    <a:pt x="13595" y="3569"/>
                  </a:lnTo>
                  <a:lnTo>
                    <a:pt x="13775" y="3728"/>
                  </a:lnTo>
                  <a:lnTo>
                    <a:pt x="13943" y="3898"/>
                  </a:lnTo>
                  <a:lnTo>
                    <a:pt x="14096" y="4078"/>
                  </a:lnTo>
                  <a:lnTo>
                    <a:pt x="14231" y="4268"/>
                  </a:lnTo>
                  <a:lnTo>
                    <a:pt x="14343" y="4469"/>
                  </a:lnTo>
                  <a:lnTo>
                    <a:pt x="14432" y="4680"/>
                  </a:lnTo>
                  <a:lnTo>
                    <a:pt x="14494" y="4900"/>
                  </a:lnTo>
                  <a:lnTo>
                    <a:pt x="14525" y="5131"/>
                  </a:lnTo>
                  <a:lnTo>
                    <a:pt x="14523" y="5372"/>
                  </a:lnTo>
                  <a:lnTo>
                    <a:pt x="14484" y="5625"/>
                  </a:lnTo>
                  <a:lnTo>
                    <a:pt x="14407" y="5886"/>
                  </a:lnTo>
                  <a:lnTo>
                    <a:pt x="14289" y="6158"/>
                  </a:lnTo>
                  <a:lnTo>
                    <a:pt x="14125" y="6441"/>
                  </a:lnTo>
                  <a:lnTo>
                    <a:pt x="13913" y="6734"/>
                  </a:lnTo>
                  <a:lnTo>
                    <a:pt x="13651" y="7037"/>
                  </a:lnTo>
                  <a:lnTo>
                    <a:pt x="13335" y="7351"/>
                  </a:lnTo>
                  <a:lnTo>
                    <a:pt x="12962" y="7674"/>
                  </a:lnTo>
                  <a:lnTo>
                    <a:pt x="12965" y="7690"/>
                  </a:lnTo>
                  <a:lnTo>
                    <a:pt x="12973" y="7737"/>
                  </a:lnTo>
                  <a:lnTo>
                    <a:pt x="12982" y="7812"/>
                  </a:lnTo>
                  <a:lnTo>
                    <a:pt x="12994" y="7913"/>
                  </a:lnTo>
                  <a:lnTo>
                    <a:pt x="13007" y="8037"/>
                  </a:lnTo>
                  <a:lnTo>
                    <a:pt x="13018" y="8182"/>
                  </a:lnTo>
                  <a:lnTo>
                    <a:pt x="13027" y="8346"/>
                  </a:lnTo>
                  <a:lnTo>
                    <a:pt x="13032" y="8526"/>
                  </a:lnTo>
                  <a:lnTo>
                    <a:pt x="13032" y="8721"/>
                  </a:lnTo>
                  <a:lnTo>
                    <a:pt x="13026" y="8927"/>
                  </a:lnTo>
                  <a:lnTo>
                    <a:pt x="13011" y="9142"/>
                  </a:lnTo>
                  <a:lnTo>
                    <a:pt x="12987" y="9365"/>
                  </a:lnTo>
                  <a:lnTo>
                    <a:pt x="12953" y="9592"/>
                  </a:lnTo>
                  <a:lnTo>
                    <a:pt x="12907" y="9820"/>
                  </a:lnTo>
                  <a:lnTo>
                    <a:pt x="12847" y="10049"/>
                  </a:lnTo>
                  <a:lnTo>
                    <a:pt x="12773" y="10275"/>
                  </a:lnTo>
                  <a:lnTo>
                    <a:pt x="12682" y="10497"/>
                  </a:lnTo>
                  <a:lnTo>
                    <a:pt x="12574" y="10711"/>
                  </a:lnTo>
                  <a:lnTo>
                    <a:pt x="12447" y="10915"/>
                  </a:lnTo>
                  <a:lnTo>
                    <a:pt x="12300" y="11107"/>
                  </a:lnTo>
                  <a:lnTo>
                    <a:pt x="12131" y="11285"/>
                  </a:lnTo>
                  <a:lnTo>
                    <a:pt x="11940" y="11446"/>
                  </a:lnTo>
                  <a:lnTo>
                    <a:pt x="11723" y="11587"/>
                  </a:lnTo>
                  <a:lnTo>
                    <a:pt x="11481" y="11708"/>
                  </a:lnTo>
                  <a:lnTo>
                    <a:pt x="11212" y="11804"/>
                  </a:lnTo>
                  <a:lnTo>
                    <a:pt x="10914" y="11875"/>
                  </a:lnTo>
                  <a:lnTo>
                    <a:pt x="10587" y="11916"/>
                  </a:lnTo>
                  <a:lnTo>
                    <a:pt x="10228" y="11927"/>
                  </a:lnTo>
                  <a:lnTo>
                    <a:pt x="9837" y="11904"/>
                  </a:lnTo>
                  <a:lnTo>
                    <a:pt x="9412" y="11845"/>
                  </a:lnTo>
                  <a:lnTo>
                    <a:pt x="8951" y="11748"/>
                  </a:lnTo>
                  <a:lnTo>
                    <a:pt x="8454" y="11611"/>
                  </a:lnTo>
                  <a:lnTo>
                    <a:pt x="8442" y="11622"/>
                  </a:lnTo>
                  <a:lnTo>
                    <a:pt x="8408" y="11654"/>
                  </a:lnTo>
                  <a:lnTo>
                    <a:pt x="8352" y="11701"/>
                  </a:lnTo>
                  <a:lnTo>
                    <a:pt x="8276" y="11766"/>
                  </a:lnTo>
                  <a:lnTo>
                    <a:pt x="8182" y="11843"/>
                  </a:lnTo>
                  <a:lnTo>
                    <a:pt x="8069" y="11930"/>
                  </a:lnTo>
                  <a:lnTo>
                    <a:pt x="7940" y="12025"/>
                  </a:lnTo>
                  <a:lnTo>
                    <a:pt x="7796" y="12127"/>
                  </a:lnTo>
                  <a:lnTo>
                    <a:pt x="7638" y="12232"/>
                  </a:lnTo>
                  <a:lnTo>
                    <a:pt x="7466" y="12338"/>
                  </a:lnTo>
                  <a:lnTo>
                    <a:pt x="7284" y="12442"/>
                  </a:lnTo>
                  <a:lnTo>
                    <a:pt x="7092" y="12543"/>
                  </a:lnTo>
                  <a:lnTo>
                    <a:pt x="6889" y="12637"/>
                  </a:lnTo>
                  <a:lnTo>
                    <a:pt x="6680" y="12723"/>
                  </a:lnTo>
                  <a:lnTo>
                    <a:pt x="6463" y="12798"/>
                  </a:lnTo>
                  <a:lnTo>
                    <a:pt x="6241" y="12860"/>
                  </a:lnTo>
                  <a:lnTo>
                    <a:pt x="6015" y="12906"/>
                  </a:lnTo>
                  <a:lnTo>
                    <a:pt x="5786" y="12934"/>
                  </a:lnTo>
                  <a:lnTo>
                    <a:pt x="5554" y="12941"/>
                  </a:lnTo>
                  <a:lnTo>
                    <a:pt x="5323" y="12926"/>
                  </a:lnTo>
                  <a:lnTo>
                    <a:pt x="5092" y="12885"/>
                  </a:lnTo>
                  <a:lnTo>
                    <a:pt x="4863" y="12817"/>
                  </a:lnTo>
                  <a:lnTo>
                    <a:pt x="4638" y="12719"/>
                  </a:lnTo>
                  <a:lnTo>
                    <a:pt x="4415" y="12588"/>
                  </a:lnTo>
                  <a:lnTo>
                    <a:pt x="4199" y="12423"/>
                  </a:lnTo>
                  <a:lnTo>
                    <a:pt x="3991" y="12220"/>
                  </a:lnTo>
                  <a:lnTo>
                    <a:pt x="3789" y="11978"/>
                  </a:lnTo>
                  <a:lnTo>
                    <a:pt x="3597" y="11693"/>
                  </a:lnTo>
                  <a:lnTo>
                    <a:pt x="3417" y="11365"/>
                  </a:lnTo>
                  <a:lnTo>
                    <a:pt x="3246" y="10990"/>
                  </a:lnTo>
                  <a:lnTo>
                    <a:pt x="3090" y="10565"/>
                  </a:lnTo>
                  <a:lnTo>
                    <a:pt x="2948" y="10089"/>
                  </a:lnTo>
                  <a:lnTo>
                    <a:pt x="2931" y="10085"/>
                  </a:lnTo>
                  <a:lnTo>
                    <a:pt x="2884" y="10075"/>
                  </a:lnTo>
                  <a:lnTo>
                    <a:pt x="2810" y="10055"/>
                  </a:lnTo>
                  <a:lnTo>
                    <a:pt x="2712" y="10028"/>
                  </a:lnTo>
                  <a:lnTo>
                    <a:pt x="2590" y="9993"/>
                  </a:lnTo>
                  <a:lnTo>
                    <a:pt x="2451" y="9948"/>
                  </a:lnTo>
                  <a:lnTo>
                    <a:pt x="2296" y="9895"/>
                  </a:lnTo>
                  <a:lnTo>
                    <a:pt x="2127" y="9832"/>
                  </a:lnTo>
                  <a:lnTo>
                    <a:pt x="1949" y="9759"/>
                  </a:lnTo>
                  <a:lnTo>
                    <a:pt x="1763" y="9676"/>
                  </a:lnTo>
                  <a:lnTo>
                    <a:pt x="1572" y="9583"/>
                  </a:lnTo>
                  <a:lnTo>
                    <a:pt x="1381" y="9479"/>
                  </a:lnTo>
                  <a:lnTo>
                    <a:pt x="1190" y="9363"/>
                  </a:lnTo>
                  <a:lnTo>
                    <a:pt x="1004" y="9237"/>
                  </a:lnTo>
                  <a:lnTo>
                    <a:pt x="826" y="9099"/>
                  </a:lnTo>
                  <a:lnTo>
                    <a:pt x="656" y="8948"/>
                  </a:lnTo>
                  <a:lnTo>
                    <a:pt x="501" y="8785"/>
                  </a:lnTo>
                  <a:lnTo>
                    <a:pt x="360" y="8609"/>
                  </a:lnTo>
                  <a:lnTo>
                    <a:pt x="239" y="8420"/>
                  </a:lnTo>
                  <a:lnTo>
                    <a:pt x="139" y="8219"/>
                  </a:lnTo>
                  <a:lnTo>
                    <a:pt x="65" y="8003"/>
                  </a:lnTo>
                  <a:lnTo>
                    <a:pt x="17" y="7773"/>
                  </a:lnTo>
                  <a:lnTo>
                    <a:pt x="0" y="7528"/>
                  </a:lnTo>
                  <a:lnTo>
                    <a:pt x="17" y="7270"/>
                  </a:lnTo>
                  <a:lnTo>
                    <a:pt x="69" y="6996"/>
                  </a:lnTo>
                  <a:lnTo>
                    <a:pt x="160" y="6707"/>
                  </a:lnTo>
                  <a:lnTo>
                    <a:pt x="294" y="6401"/>
                  </a:lnTo>
                  <a:lnTo>
                    <a:pt x="472" y="6081"/>
                  </a:lnTo>
                  <a:lnTo>
                    <a:pt x="698" y="5743"/>
                  </a:lnTo>
                  <a:lnTo>
                    <a:pt x="974" y="5390"/>
                  </a:lnTo>
                  <a:lnTo>
                    <a:pt x="1304" y="5018"/>
                  </a:lnTo>
                  <a:lnTo>
                    <a:pt x="1691" y="4631"/>
                  </a:lnTo>
                  <a:lnTo>
                    <a:pt x="1688" y="4619"/>
                  </a:lnTo>
                  <a:lnTo>
                    <a:pt x="1680" y="4588"/>
                  </a:lnTo>
                  <a:lnTo>
                    <a:pt x="1669" y="4537"/>
                  </a:lnTo>
                  <a:lnTo>
                    <a:pt x="1655" y="4469"/>
                  </a:lnTo>
                  <a:lnTo>
                    <a:pt x="1639" y="4384"/>
                  </a:lnTo>
                  <a:lnTo>
                    <a:pt x="1625" y="4284"/>
                  </a:lnTo>
                  <a:lnTo>
                    <a:pt x="1611" y="4171"/>
                  </a:lnTo>
                  <a:lnTo>
                    <a:pt x="1600" y="4045"/>
                  </a:lnTo>
                  <a:lnTo>
                    <a:pt x="1594" y="3909"/>
                  </a:lnTo>
                  <a:lnTo>
                    <a:pt x="1593" y="3763"/>
                  </a:lnTo>
                  <a:lnTo>
                    <a:pt x="1598" y="3611"/>
                  </a:lnTo>
                  <a:lnTo>
                    <a:pt x="1611" y="3451"/>
                  </a:lnTo>
                  <a:lnTo>
                    <a:pt x="1633" y="3287"/>
                  </a:lnTo>
                  <a:lnTo>
                    <a:pt x="1666" y="3119"/>
                  </a:lnTo>
                  <a:lnTo>
                    <a:pt x="1711" y="2948"/>
                  </a:lnTo>
                  <a:lnTo>
                    <a:pt x="1769" y="2778"/>
                  </a:lnTo>
                  <a:lnTo>
                    <a:pt x="1842" y="2608"/>
                  </a:lnTo>
                  <a:lnTo>
                    <a:pt x="1930" y="2440"/>
                  </a:lnTo>
                  <a:lnTo>
                    <a:pt x="2035" y="2276"/>
                  </a:lnTo>
                  <a:lnTo>
                    <a:pt x="2159" y="2116"/>
                  </a:lnTo>
                  <a:lnTo>
                    <a:pt x="2301" y="1965"/>
                  </a:lnTo>
                  <a:lnTo>
                    <a:pt x="2465" y="1819"/>
                  </a:lnTo>
                  <a:lnTo>
                    <a:pt x="2651" y="1684"/>
                  </a:lnTo>
                  <a:lnTo>
                    <a:pt x="2860" y="1560"/>
                  </a:lnTo>
                  <a:lnTo>
                    <a:pt x="3094" y="1447"/>
                  </a:lnTo>
                  <a:lnTo>
                    <a:pt x="3354" y="1349"/>
                  </a:lnTo>
                  <a:lnTo>
                    <a:pt x="3642" y="1266"/>
                  </a:lnTo>
                  <a:lnTo>
                    <a:pt x="3958" y="1198"/>
                  </a:lnTo>
                  <a:lnTo>
                    <a:pt x="4304" y="1149"/>
                  </a:lnTo>
                  <a:lnTo>
                    <a:pt x="4681" y="1119"/>
                  </a:lnTo>
                  <a:lnTo>
                    <a:pt x="5091" y="1110"/>
                  </a:lnTo>
                  <a:lnTo>
                    <a:pt x="5535" y="1123"/>
                  </a:lnTo>
                  <a:lnTo>
                    <a:pt x="5777" y="995"/>
                  </a:lnTo>
                  <a:lnTo>
                    <a:pt x="6017" y="871"/>
                  </a:lnTo>
                  <a:lnTo>
                    <a:pt x="6253" y="754"/>
                  </a:lnTo>
                  <a:lnTo>
                    <a:pt x="6485" y="642"/>
                  </a:lnTo>
                  <a:lnTo>
                    <a:pt x="6714" y="538"/>
                  </a:lnTo>
                  <a:lnTo>
                    <a:pt x="6939" y="440"/>
                  </a:lnTo>
                  <a:lnTo>
                    <a:pt x="7161" y="352"/>
                  </a:lnTo>
                  <a:lnTo>
                    <a:pt x="7379" y="271"/>
                  </a:lnTo>
                  <a:lnTo>
                    <a:pt x="7593" y="200"/>
                  </a:lnTo>
                  <a:lnTo>
                    <a:pt x="7803" y="139"/>
                  </a:lnTo>
                  <a:lnTo>
                    <a:pt x="8009" y="88"/>
                  </a:lnTo>
                  <a:lnTo>
                    <a:pt x="8212" y="47"/>
                  </a:lnTo>
                  <a:lnTo>
                    <a:pt x="8411" y="19"/>
                  </a:lnTo>
                  <a:lnTo>
                    <a:pt x="8605" y="3"/>
                  </a:lnTo>
                  <a:lnTo>
                    <a:pt x="8796" y="0"/>
                  </a:lnTo>
                  <a:lnTo>
                    <a:pt x="8982" y="9"/>
                  </a:lnTo>
                  <a:lnTo>
                    <a:pt x="9165" y="32"/>
                  </a:lnTo>
                  <a:lnTo>
                    <a:pt x="9343" y="69"/>
                  </a:lnTo>
                  <a:lnTo>
                    <a:pt x="9517" y="121"/>
                  </a:lnTo>
                  <a:lnTo>
                    <a:pt x="9687" y="190"/>
                  </a:lnTo>
                  <a:lnTo>
                    <a:pt x="9852" y="273"/>
                  </a:lnTo>
                  <a:lnTo>
                    <a:pt x="10013" y="374"/>
                  </a:lnTo>
                  <a:lnTo>
                    <a:pt x="10170" y="491"/>
                  </a:lnTo>
                  <a:lnTo>
                    <a:pt x="10322" y="626"/>
                  </a:lnTo>
                  <a:lnTo>
                    <a:pt x="10470" y="780"/>
                  </a:lnTo>
                  <a:lnTo>
                    <a:pt x="10613" y="952"/>
                  </a:lnTo>
                  <a:lnTo>
                    <a:pt x="10751" y="1144"/>
                  </a:lnTo>
                  <a:lnTo>
                    <a:pt x="10885" y="1355"/>
                  </a:lnTo>
                  <a:lnTo>
                    <a:pt x="11014" y="1588"/>
                  </a:lnTo>
                  <a:lnTo>
                    <a:pt x="11138" y="1841"/>
                  </a:lnTo>
                  <a:lnTo>
                    <a:pt x="11259" y="2116"/>
                  </a:lnTo>
                  <a:lnTo>
                    <a:pt x="11373" y="2413"/>
                  </a:lnTo>
                  <a:close/>
                  <a:moveTo>
                    <a:pt x="10582" y="2503"/>
                  </a:moveTo>
                  <a:lnTo>
                    <a:pt x="10597" y="2507"/>
                  </a:lnTo>
                  <a:lnTo>
                    <a:pt x="10641" y="2521"/>
                  </a:lnTo>
                  <a:lnTo>
                    <a:pt x="10711" y="2544"/>
                  </a:lnTo>
                  <a:lnTo>
                    <a:pt x="10803" y="2576"/>
                  </a:lnTo>
                  <a:lnTo>
                    <a:pt x="10916" y="2619"/>
                  </a:lnTo>
                  <a:lnTo>
                    <a:pt x="11047" y="2670"/>
                  </a:lnTo>
                  <a:lnTo>
                    <a:pt x="11192" y="2730"/>
                  </a:lnTo>
                  <a:lnTo>
                    <a:pt x="11351" y="2800"/>
                  </a:lnTo>
                  <a:lnTo>
                    <a:pt x="11520" y="2879"/>
                  </a:lnTo>
                  <a:lnTo>
                    <a:pt x="11696" y="2967"/>
                  </a:lnTo>
                  <a:lnTo>
                    <a:pt x="11876" y="3065"/>
                  </a:lnTo>
                  <a:lnTo>
                    <a:pt x="12058" y="3171"/>
                  </a:lnTo>
                  <a:lnTo>
                    <a:pt x="12240" y="3288"/>
                  </a:lnTo>
                  <a:lnTo>
                    <a:pt x="12418" y="3412"/>
                  </a:lnTo>
                  <a:lnTo>
                    <a:pt x="12591" y="3547"/>
                  </a:lnTo>
                  <a:lnTo>
                    <a:pt x="12754" y="3691"/>
                  </a:lnTo>
                  <a:lnTo>
                    <a:pt x="12905" y="3844"/>
                  </a:lnTo>
                  <a:lnTo>
                    <a:pt x="13043" y="4008"/>
                  </a:lnTo>
                  <a:lnTo>
                    <a:pt x="13165" y="4179"/>
                  </a:lnTo>
                  <a:lnTo>
                    <a:pt x="13268" y="4361"/>
                  </a:lnTo>
                  <a:lnTo>
                    <a:pt x="13347" y="4551"/>
                  </a:lnTo>
                  <a:lnTo>
                    <a:pt x="13402" y="4750"/>
                  </a:lnTo>
                  <a:lnTo>
                    <a:pt x="13430" y="4959"/>
                  </a:lnTo>
                  <a:lnTo>
                    <a:pt x="13429" y="5178"/>
                  </a:lnTo>
                  <a:lnTo>
                    <a:pt x="13394" y="5405"/>
                  </a:lnTo>
                  <a:lnTo>
                    <a:pt x="13325" y="5642"/>
                  </a:lnTo>
                  <a:lnTo>
                    <a:pt x="13218" y="5888"/>
                  </a:lnTo>
                  <a:lnTo>
                    <a:pt x="13069" y="6144"/>
                  </a:lnTo>
                  <a:lnTo>
                    <a:pt x="12878" y="6409"/>
                  </a:lnTo>
                  <a:lnTo>
                    <a:pt x="12640" y="6683"/>
                  </a:lnTo>
                  <a:lnTo>
                    <a:pt x="12355" y="6965"/>
                  </a:lnTo>
                  <a:lnTo>
                    <a:pt x="12019" y="7258"/>
                  </a:lnTo>
                  <a:lnTo>
                    <a:pt x="12021" y="7273"/>
                  </a:lnTo>
                  <a:lnTo>
                    <a:pt x="12027" y="7315"/>
                  </a:lnTo>
                  <a:lnTo>
                    <a:pt x="12036" y="7383"/>
                  </a:lnTo>
                  <a:lnTo>
                    <a:pt x="12048" y="7474"/>
                  </a:lnTo>
                  <a:lnTo>
                    <a:pt x="12058" y="7586"/>
                  </a:lnTo>
                  <a:lnTo>
                    <a:pt x="12068" y="7717"/>
                  </a:lnTo>
                  <a:lnTo>
                    <a:pt x="12077" y="7866"/>
                  </a:lnTo>
                  <a:lnTo>
                    <a:pt x="12082" y="8029"/>
                  </a:lnTo>
                  <a:lnTo>
                    <a:pt x="12082" y="8205"/>
                  </a:lnTo>
                  <a:lnTo>
                    <a:pt x="12076" y="8391"/>
                  </a:lnTo>
                  <a:lnTo>
                    <a:pt x="12062" y="8586"/>
                  </a:lnTo>
                  <a:lnTo>
                    <a:pt x="12041" y="8787"/>
                  </a:lnTo>
                  <a:lnTo>
                    <a:pt x="12010" y="8992"/>
                  </a:lnTo>
                  <a:lnTo>
                    <a:pt x="11969" y="9199"/>
                  </a:lnTo>
                  <a:lnTo>
                    <a:pt x="11915" y="9406"/>
                  </a:lnTo>
                  <a:lnTo>
                    <a:pt x="11847" y="9611"/>
                  </a:lnTo>
                  <a:lnTo>
                    <a:pt x="11765" y="9810"/>
                  </a:lnTo>
                  <a:lnTo>
                    <a:pt x="11668" y="10003"/>
                  </a:lnTo>
                  <a:lnTo>
                    <a:pt x="11553" y="10188"/>
                  </a:lnTo>
                  <a:lnTo>
                    <a:pt x="11420" y="10362"/>
                  </a:lnTo>
                  <a:lnTo>
                    <a:pt x="11267" y="10523"/>
                  </a:lnTo>
                  <a:lnTo>
                    <a:pt x="11094" y="10668"/>
                  </a:lnTo>
                  <a:lnTo>
                    <a:pt x="10899" y="10797"/>
                  </a:lnTo>
                  <a:lnTo>
                    <a:pt x="10679" y="10905"/>
                  </a:lnTo>
                  <a:lnTo>
                    <a:pt x="10437" y="10992"/>
                  </a:lnTo>
                  <a:lnTo>
                    <a:pt x="10167" y="11055"/>
                  </a:lnTo>
                  <a:lnTo>
                    <a:pt x="9871" y="11094"/>
                  </a:lnTo>
                  <a:lnTo>
                    <a:pt x="9547" y="11103"/>
                  </a:lnTo>
                  <a:lnTo>
                    <a:pt x="9193" y="11082"/>
                  </a:lnTo>
                  <a:lnTo>
                    <a:pt x="8809" y="11029"/>
                  </a:lnTo>
                  <a:lnTo>
                    <a:pt x="8392" y="10942"/>
                  </a:lnTo>
                  <a:lnTo>
                    <a:pt x="7943" y="10818"/>
                  </a:lnTo>
                  <a:lnTo>
                    <a:pt x="7932" y="10828"/>
                  </a:lnTo>
                  <a:lnTo>
                    <a:pt x="7900" y="10856"/>
                  </a:lnTo>
                  <a:lnTo>
                    <a:pt x="7851" y="10900"/>
                  </a:lnTo>
                  <a:lnTo>
                    <a:pt x="7782" y="10958"/>
                  </a:lnTo>
                  <a:lnTo>
                    <a:pt x="7696" y="11027"/>
                  </a:lnTo>
                  <a:lnTo>
                    <a:pt x="7594" y="11106"/>
                  </a:lnTo>
                  <a:lnTo>
                    <a:pt x="7478" y="11192"/>
                  </a:lnTo>
                  <a:lnTo>
                    <a:pt x="7348" y="11284"/>
                  </a:lnTo>
                  <a:lnTo>
                    <a:pt x="7205" y="11379"/>
                  </a:lnTo>
                  <a:lnTo>
                    <a:pt x="7050" y="11475"/>
                  </a:lnTo>
                  <a:lnTo>
                    <a:pt x="6885" y="11569"/>
                  </a:lnTo>
                  <a:lnTo>
                    <a:pt x="6711" y="11660"/>
                  </a:lnTo>
                  <a:lnTo>
                    <a:pt x="6528" y="11746"/>
                  </a:lnTo>
                  <a:lnTo>
                    <a:pt x="6338" y="11823"/>
                  </a:lnTo>
                  <a:lnTo>
                    <a:pt x="6143" y="11891"/>
                  </a:lnTo>
                  <a:lnTo>
                    <a:pt x="5941" y="11946"/>
                  </a:lnTo>
                  <a:lnTo>
                    <a:pt x="5737" y="11989"/>
                  </a:lnTo>
                  <a:lnTo>
                    <a:pt x="5530" y="12014"/>
                  </a:lnTo>
                  <a:lnTo>
                    <a:pt x="5321" y="12021"/>
                  </a:lnTo>
                  <a:lnTo>
                    <a:pt x="5112" y="12007"/>
                  </a:lnTo>
                  <a:lnTo>
                    <a:pt x="4903" y="11970"/>
                  </a:lnTo>
                  <a:lnTo>
                    <a:pt x="4696" y="11908"/>
                  </a:lnTo>
                  <a:lnTo>
                    <a:pt x="4492" y="11820"/>
                  </a:lnTo>
                  <a:lnTo>
                    <a:pt x="4292" y="11701"/>
                  </a:lnTo>
                  <a:lnTo>
                    <a:pt x="4097" y="11552"/>
                  </a:lnTo>
                  <a:lnTo>
                    <a:pt x="3907" y="11368"/>
                  </a:lnTo>
                  <a:lnTo>
                    <a:pt x="3725" y="11149"/>
                  </a:lnTo>
                  <a:lnTo>
                    <a:pt x="3552" y="10892"/>
                  </a:lnTo>
                  <a:lnTo>
                    <a:pt x="3388" y="10595"/>
                  </a:lnTo>
                  <a:lnTo>
                    <a:pt x="3234" y="10256"/>
                  </a:lnTo>
                  <a:lnTo>
                    <a:pt x="3093" y="9872"/>
                  </a:lnTo>
                  <a:lnTo>
                    <a:pt x="2964" y="9442"/>
                  </a:lnTo>
                  <a:lnTo>
                    <a:pt x="2950" y="9438"/>
                  </a:lnTo>
                  <a:lnTo>
                    <a:pt x="2907" y="9429"/>
                  </a:lnTo>
                  <a:lnTo>
                    <a:pt x="2840" y="9411"/>
                  </a:lnTo>
                  <a:lnTo>
                    <a:pt x="2750" y="9387"/>
                  </a:lnTo>
                  <a:lnTo>
                    <a:pt x="2641" y="9355"/>
                  </a:lnTo>
                  <a:lnTo>
                    <a:pt x="2516" y="9315"/>
                  </a:lnTo>
                  <a:lnTo>
                    <a:pt x="2374" y="9266"/>
                  </a:lnTo>
                  <a:lnTo>
                    <a:pt x="2223" y="9209"/>
                  </a:lnTo>
                  <a:lnTo>
                    <a:pt x="2061" y="9143"/>
                  </a:lnTo>
                  <a:lnTo>
                    <a:pt x="1893" y="9069"/>
                  </a:lnTo>
                  <a:lnTo>
                    <a:pt x="1720" y="8984"/>
                  </a:lnTo>
                  <a:lnTo>
                    <a:pt x="1547" y="8890"/>
                  </a:lnTo>
                  <a:lnTo>
                    <a:pt x="1375" y="8786"/>
                  </a:lnTo>
                  <a:lnTo>
                    <a:pt x="1207" y="8671"/>
                  </a:lnTo>
                  <a:lnTo>
                    <a:pt x="1045" y="8546"/>
                  </a:lnTo>
                  <a:lnTo>
                    <a:pt x="892" y="8410"/>
                  </a:lnTo>
                  <a:lnTo>
                    <a:pt x="751" y="8263"/>
                  </a:lnTo>
                  <a:lnTo>
                    <a:pt x="625" y="8104"/>
                  </a:lnTo>
                  <a:lnTo>
                    <a:pt x="515" y="7933"/>
                  </a:lnTo>
                  <a:lnTo>
                    <a:pt x="425" y="7751"/>
                  </a:lnTo>
                  <a:lnTo>
                    <a:pt x="357" y="7555"/>
                  </a:lnTo>
                  <a:lnTo>
                    <a:pt x="315" y="7348"/>
                  </a:lnTo>
                  <a:lnTo>
                    <a:pt x="299" y="7127"/>
                  </a:lnTo>
                  <a:lnTo>
                    <a:pt x="314" y="6893"/>
                  </a:lnTo>
                  <a:lnTo>
                    <a:pt x="362" y="6646"/>
                  </a:lnTo>
                  <a:lnTo>
                    <a:pt x="444" y="6384"/>
                  </a:lnTo>
                  <a:lnTo>
                    <a:pt x="564" y="6108"/>
                  </a:lnTo>
                  <a:lnTo>
                    <a:pt x="726" y="5818"/>
                  </a:lnTo>
                  <a:lnTo>
                    <a:pt x="930" y="5512"/>
                  </a:lnTo>
                  <a:lnTo>
                    <a:pt x="1180" y="5193"/>
                  </a:lnTo>
                  <a:lnTo>
                    <a:pt x="1479" y="4857"/>
                  </a:lnTo>
                  <a:lnTo>
                    <a:pt x="1828" y="4506"/>
                  </a:lnTo>
                  <a:lnTo>
                    <a:pt x="1825" y="4497"/>
                  </a:lnTo>
                  <a:lnTo>
                    <a:pt x="1818" y="4469"/>
                  </a:lnTo>
                  <a:lnTo>
                    <a:pt x="1808" y="4422"/>
                  </a:lnTo>
                  <a:lnTo>
                    <a:pt x="1795" y="4361"/>
                  </a:lnTo>
                  <a:lnTo>
                    <a:pt x="1782" y="4284"/>
                  </a:lnTo>
                  <a:lnTo>
                    <a:pt x="1768" y="4193"/>
                  </a:lnTo>
                  <a:lnTo>
                    <a:pt x="1756" y="4091"/>
                  </a:lnTo>
                  <a:lnTo>
                    <a:pt x="1746" y="3977"/>
                  </a:lnTo>
                  <a:lnTo>
                    <a:pt x="1740" y="3854"/>
                  </a:lnTo>
                  <a:lnTo>
                    <a:pt x="1739" y="3723"/>
                  </a:lnTo>
                  <a:lnTo>
                    <a:pt x="1743" y="3585"/>
                  </a:lnTo>
                  <a:lnTo>
                    <a:pt x="1756" y="3440"/>
                  </a:lnTo>
                  <a:lnTo>
                    <a:pt x="1777" y="3292"/>
                  </a:lnTo>
                  <a:lnTo>
                    <a:pt x="1806" y="3139"/>
                  </a:lnTo>
                  <a:lnTo>
                    <a:pt x="1846" y="2986"/>
                  </a:lnTo>
                  <a:lnTo>
                    <a:pt x="1899" y="2831"/>
                  </a:lnTo>
                  <a:lnTo>
                    <a:pt x="1964" y="2678"/>
                  </a:lnTo>
                  <a:lnTo>
                    <a:pt x="2044" y="2527"/>
                  </a:lnTo>
                  <a:lnTo>
                    <a:pt x="2139" y="2378"/>
                  </a:lnTo>
                  <a:lnTo>
                    <a:pt x="2251" y="2234"/>
                  </a:lnTo>
                  <a:lnTo>
                    <a:pt x="2380" y="2096"/>
                  </a:lnTo>
                  <a:lnTo>
                    <a:pt x="2527" y="1965"/>
                  </a:lnTo>
                  <a:lnTo>
                    <a:pt x="2695" y="1843"/>
                  </a:lnTo>
                  <a:lnTo>
                    <a:pt x="2885" y="1730"/>
                  </a:lnTo>
                  <a:lnTo>
                    <a:pt x="3097" y="1629"/>
                  </a:lnTo>
                  <a:lnTo>
                    <a:pt x="3332" y="1540"/>
                  </a:lnTo>
                  <a:lnTo>
                    <a:pt x="3592" y="1464"/>
                  </a:lnTo>
                  <a:lnTo>
                    <a:pt x="3878" y="1403"/>
                  </a:lnTo>
                  <a:lnTo>
                    <a:pt x="4190" y="1359"/>
                  </a:lnTo>
                  <a:lnTo>
                    <a:pt x="4532" y="1332"/>
                  </a:lnTo>
                  <a:lnTo>
                    <a:pt x="4901" y="1324"/>
                  </a:lnTo>
                  <a:lnTo>
                    <a:pt x="5303" y="1335"/>
                  </a:lnTo>
                  <a:lnTo>
                    <a:pt x="5522" y="1219"/>
                  </a:lnTo>
                  <a:lnTo>
                    <a:pt x="5739" y="1107"/>
                  </a:lnTo>
                  <a:lnTo>
                    <a:pt x="5952" y="1001"/>
                  </a:lnTo>
                  <a:lnTo>
                    <a:pt x="6163" y="900"/>
                  </a:lnTo>
                  <a:lnTo>
                    <a:pt x="6369" y="806"/>
                  </a:lnTo>
                  <a:lnTo>
                    <a:pt x="6573" y="718"/>
                  </a:lnTo>
                  <a:lnTo>
                    <a:pt x="6773" y="637"/>
                  </a:lnTo>
                  <a:lnTo>
                    <a:pt x="6970" y="565"/>
                  </a:lnTo>
                  <a:lnTo>
                    <a:pt x="7163" y="501"/>
                  </a:lnTo>
                  <a:lnTo>
                    <a:pt x="7354" y="445"/>
                  </a:lnTo>
                  <a:lnTo>
                    <a:pt x="7540" y="400"/>
                  </a:lnTo>
                  <a:lnTo>
                    <a:pt x="7724" y="363"/>
                  </a:lnTo>
                  <a:lnTo>
                    <a:pt x="7904" y="337"/>
                  </a:lnTo>
                  <a:lnTo>
                    <a:pt x="8079" y="323"/>
                  </a:lnTo>
                  <a:lnTo>
                    <a:pt x="8251" y="320"/>
                  </a:lnTo>
                  <a:lnTo>
                    <a:pt x="8421" y="328"/>
                  </a:lnTo>
                  <a:lnTo>
                    <a:pt x="8586" y="349"/>
                  </a:lnTo>
                  <a:lnTo>
                    <a:pt x="8746" y="383"/>
                  </a:lnTo>
                  <a:lnTo>
                    <a:pt x="8903" y="430"/>
                  </a:lnTo>
                  <a:lnTo>
                    <a:pt x="9057" y="491"/>
                  </a:lnTo>
                  <a:lnTo>
                    <a:pt x="9206" y="567"/>
                  </a:lnTo>
                  <a:lnTo>
                    <a:pt x="9352" y="658"/>
                  </a:lnTo>
                  <a:lnTo>
                    <a:pt x="9494" y="764"/>
                  </a:lnTo>
                  <a:lnTo>
                    <a:pt x="9631" y="887"/>
                  </a:lnTo>
                  <a:lnTo>
                    <a:pt x="9765" y="1025"/>
                  </a:lnTo>
                  <a:lnTo>
                    <a:pt x="9895" y="1181"/>
                  </a:lnTo>
                  <a:lnTo>
                    <a:pt x="10019" y="1354"/>
                  </a:lnTo>
                  <a:lnTo>
                    <a:pt x="10141" y="1546"/>
                  </a:lnTo>
                  <a:lnTo>
                    <a:pt x="10257" y="1756"/>
                  </a:lnTo>
                  <a:lnTo>
                    <a:pt x="10370" y="1984"/>
                  </a:lnTo>
                  <a:lnTo>
                    <a:pt x="10478" y="2234"/>
                  </a:lnTo>
                  <a:lnTo>
                    <a:pt x="10582" y="2503"/>
                  </a:ln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 sz="140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sp>
        <p:nvSpPr>
          <p:cNvPr id="35" name="矩形 135"/>
          <p:cNvSpPr>
            <a:spLocks noChangeArrowheads="1"/>
          </p:cNvSpPr>
          <p:nvPr/>
        </p:nvSpPr>
        <p:spPr bwMode="auto">
          <a:xfrm>
            <a:off x="225106" y="3557722"/>
            <a:ext cx="1446355" cy="4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latin typeface="+mn-lt"/>
                <a:ea typeface="+mn-ea"/>
              </a:rPr>
              <a:t>PC1</a:t>
            </a:r>
            <a:endParaRPr lang="en-US" altLang="zh-CN" sz="1600" dirty="0">
              <a:latin typeface="+mn-lt"/>
              <a:ea typeface="+mn-ea"/>
            </a:endParaRPr>
          </a:p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latin typeface="+mn-lt"/>
                <a:ea typeface="+mn-ea"/>
              </a:rPr>
              <a:t>IPv6</a:t>
            </a:r>
            <a:r>
              <a:rPr lang="zh-CN" altLang="en-US" sz="1600" dirty="0">
                <a:latin typeface="+mn-lt"/>
                <a:ea typeface="+mn-ea"/>
              </a:rPr>
              <a:t>主机</a:t>
            </a:r>
            <a:endParaRPr lang="en-US" altLang="zh-CN" sz="1600" dirty="0">
              <a:latin typeface="+mn-lt"/>
              <a:ea typeface="+mn-ea"/>
            </a:endParaRPr>
          </a:p>
        </p:txBody>
      </p:sp>
      <p:sp>
        <p:nvSpPr>
          <p:cNvPr id="36" name="矩形 137"/>
          <p:cNvSpPr>
            <a:spLocks noChangeArrowheads="1"/>
          </p:cNvSpPr>
          <p:nvPr/>
        </p:nvSpPr>
        <p:spPr bwMode="auto">
          <a:xfrm>
            <a:off x="7458751" y="3557722"/>
            <a:ext cx="1446355" cy="4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PC2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  <a:p>
            <a:pPr algn="ctr" eaLnBrk="1" hangingPunct="1">
              <a:spcBef>
                <a:spcPct val="0"/>
              </a:spcBef>
              <a:buClr>
                <a:srgbClr val="CC9900"/>
              </a:buClr>
              <a:buFontTx/>
              <a:buNone/>
            </a:pP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IPv6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rPr>
              <a:t>主机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37" name="圆柱形 139"/>
          <p:cNvSpPr/>
          <p:nvPr/>
        </p:nvSpPr>
        <p:spPr bwMode="auto">
          <a:xfrm rot="5400000">
            <a:off x="4397675" y="2217828"/>
            <a:ext cx="341422" cy="2297095"/>
          </a:xfrm>
          <a:prstGeom prst="can">
            <a:avLst>
              <a:gd name="adj" fmla="val 53180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270" anchor="ctr"/>
          <a:lstStyle/>
          <a:p>
            <a:pPr algn="ctr" eaLnBrk="1" hangingPunct="1">
              <a:defRPr/>
            </a:pPr>
            <a:r>
              <a:rPr lang="en-US" altLang="zh-CN" sz="2000" dirty="0"/>
              <a:t>IPv6 over IPv4</a:t>
            </a:r>
            <a:endParaRPr lang="zh-CN" altLang="en-US" sz="2000" dirty="0"/>
          </a:p>
        </p:txBody>
      </p:sp>
      <p:grpSp>
        <p:nvGrpSpPr>
          <p:cNvPr id="38" name="Group 37"/>
          <p:cNvGrpSpPr/>
          <p:nvPr/>
        </p:nvGrpSpPr>
        <p:grpSpPr>
          <a:xfrm>
            <a:off x="2456531" y="3199012"/>
            <a:ext cx="4303546" cy="941291"/>
            <a:chOff x="2859871" y="4223995"/>
            <a:chExt cx="3641833" cy="796558"/>
          </a:xfrm>
        </p:grpSpPr>
        <p:sp>
          <p:nvSpPr>
            <p:cNvPr id="39" name="Rectangle 38"/>
            <p:cNvSpPr>
              <a:spLocks noChangeArrowheads="1"/>
            </p:cNvSpPr>
            <p:nvPr/>
          </p:nvSpPr>
          <p:spPr bwMode="auto">
            <a:xfrm>
              <a:off x="2859871" y="4527550"/>
              <a:ext cx="1085850" cy="4930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050" tIns="44633" rIns="91050" bIns="44633">
              <a:spAutoFit/>
            </a:bodyPr>
            <a:lstStyle>
              <a:lvl1pPr defTabSz="78930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8930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8930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8930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8930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R1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双栈路由器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0" name="Rectangle 10"/>
            <p:cNvSpPr>
              <a:spLocks noChangeArrowheads="1"/>
            </p:cNvSpPr>
            <p:nvPr/>
          </p:nvSpPr>
          <p:spPr bwMode="auto">
            <a:xfrm>
              <a:off x="5269804" y="4527550"/>
              <a:ext cx="1231900" cy="49300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1050" tIns="44633" rIns="91050" bIns="44633">
              <a:spAutoFit/>
            </a:bodyPr>
            <a:lstStyle>
              <a:lvl1pPr defTabSz="789305"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defTabSz="789305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defTabSz="789305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defTabSz="789305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defTabSz="789305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defTabSz="789305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R2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</a:rPr>
                <a:t>双栈路由器</a:t>
              </a:r>
              <a:endParaRPr lang="en-US" altLang="zh-CN" sz="16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</a:endParaRPr>
            </a:p>
          </p:txBody>
        </p:sp>
        <p:grpSp>
          <p:nvGrpSpPr>
            <p:cNvPr id="41" name="Group 40"/>
            <p:cNvGrpSpPr/>
            <p:nvPr/>
          </p:nvGrpSpPr>
          <p:grpSpPr>
            <a:xfrm>
              <a:off x="3147655" y="4223995"/>
              <a:ext cx="510282" cy="283261"/>
              <a:chOff x="7493876" y="2774731"/>
              <a:chExt cx="1481958" cy="894622"/>
            </a:xfrm>
          </p:grpSpPr>
          <p:sp>
            <p:nvSpPr>
              <p:cNvPr id="50" name="Freeform 23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-1" fmla="*/ 8187558 w 8187558"/>
                  <a:gd name="connsiteY0-2" fmla="*/ 0 h 2617076"/>
                  <a:gd name="connsiteX1-3" fmla="*/ 8187558 w 8187558"/>
                  <a:gd name="connsiteY1-4" fmla="*/ 1271752 h 2617076"/>
                  <a:gd name="connsiteX2-5" fmla="*/ 4025462 w 8187558"/>
                  <a:gd name="connsiteY2-6" fmla="*/ 2617076 h 2617076"/>
                  <a:gd name="connsiteX3-7" fmla="*/ 0 w 8187558"/>
                  <a:gd name="connsiteY3-8" fmla="*/ 1229711 h 2617076"/>
                  <a:gd name="connsiteX4-9" fmla="*/ 31531 w 8187558"/>
                  <a:gd name="connsiteY4-10" fmla="*/ 147145 h 2617076"/>
                  <a:gd name="connsiteX5-11" fmla="*/ 4046482 w 8187558"/>
                  <a:gd name="connsiteY5-12" fmla="*/ 1576552 h 2617076"/>
                  <a:gd name="connsiteX6-13" fmla="*/ 8187558 w 8187558"/>
                  <a:gd name="connsiteY6-14" fmla="*/ 0 h 2617076"/>
                  <a:gd name="connsiteX0-15" fmla="*/ 8187558 w 8187558"/>
                  <a:gd name="connsiteY0-16" fmla="*/ 0 h 2617076"/>
                  <a:gd name="connsiteX1-17" fmla="*/ 8187558 w 8187558"/>
                  <a:gd name="connsiteY1-18" fmla="*/ 1271752 h 2617076"/>
                  <a:gd name="connsiteX2-19" fmla="*/ 4025462 w 8187558"/>
                  <a:gd name="connsiteY2-20" fmla="*/ 2617076 h 2617076"/>
                  <a:gd name="connsiteX3-21" fmla="*/ 0 w 8187558"/>
                  <a:gd name="connsiteY3-22" fmla="*/ 1229711 h 2617076"/>
                  <a:gd name="connsiteX4-23" fmla="*/ 31531 w 8187558"/>
                  <a:gd name="connsiteY4-24" fmla="*/ 147145 h 2617076"/>
                  <a:gd name="connsiteX5-25" fmla="*/ 4046482 w 8187558"/>
                  <a:gd name="connsiteY5-26" fmla="*/ 1576552 h 2617076"/>
                  <a:gd name="connsiteX6-27" fmla="*/ 8187558 w 8187558"/>
                  <a:gd name="connsiteY6-28" fmla="*/ 0 h 2617076"/>
                  <a:gd name="connsiteX0-29" fmla="*/ 8187558 w 8187558"/>
                  <a:gd name="connsiteY0-30" fmla="*/ 0 h 2617076"/>
                  <a:gd name="connsiteX1-31" fmla="*/ 8187558 w 8187558"/>
                  <a:gd name="connsiteY1-32" fmla="*/ 1271752 h 2617076"/>
                  <a:gd name="connsiteX2-33" fmla="*/ 4025462 w 8187558"/>
                  <a:gd name="connsiteY2-34" fmla="*/ 2617076 h 2617076"/>
                  <a:gd name="connsiteX3-35" fmla="*/ 0 w 8187558"/>
                  <a:gd name="connsiteY3-36" fmla="*/ 1229711 h 2617076"/>
                  <a:gd name="connsiteX4-37" fmla="*/ 31531 w 8187558"/>
                  <a:gd name="connsiteY4-38" fmla="*/ 147145 h 2617076"/>
                  <a:gd name="connsiteX5-39" fmla="*/ 4046482 w 8187558"/>
                  <a:gd name="connsiteY5-40" fmla="*/ 1576552 h 2617076"/>
                  <a:gd name="connsiteX6-41" fmla="*/ 8187558 w 8187558"/>
                  <a:gd name="connsiteY6-42" fmla="*/ 0 h 2617076"/>
                  <a:gd name="connsiteX0-43" fmla="*/ 8187558 w 8187558"/>
                  <a:gd name="connsiteY0-44" fmla="*/ 0 h 2617076"/>
                  <a:gd name="connsiteX1-45" fmla="*/ 8187558 w 8187558"/>
                  <a:gd name="connsiteY1-46" fmla="*/ 1271752 h 2617076"/>
                  <a:gd name="connsiteX2-47" fmla="*/ 4025462 w 8187558"/>
                  <a:gd name="connsiteY2-48" fmla="*/ 2617076 h 2617076"/>
                  <a:gd name="connsiteX3-49" fmla="*/ 0 w 8187558"/>
                  <a:gd name="connsiteY3-50" fmla="*/ 1229711 h 2617076"/>
                  <a:gd name="connsiteX4-51" fmla="*/ 31531 w 8187558"/>
                  <a:gd name="connsiteY4-52" fmla="*/ 147145 h 2617076"/>
                  <a:gd name="connsiteX5-53" fmla="*/ 4046482 w 8187558"/>
                  <a:gd name="connsiteY5-54" fmla="*/ 1576552 h 2617076"/>
                  <a:gd name="connsiteX6-55" fmla="*/ 8187558 w 8187558"/>
                  <a:gd name="connsiteY6-56" fmla="*/ 0 h 2617076"/>
                  <a:gd name="connsiteX0-57" fmla="*/ 8187558 w 8187558"/>
                  <a:gd name="connsiteY0-58" fmla="*/ 0 h 2617076"/>
                  <a:gd name="connsiteX1-59" fmla="*/ 8187558 w 8187558"/>
                  <a:gd name="connsiteY1-60" fmla="*/ 1271752 h 2617076"/>
                  <a:gd name="connsiteX2-61" fmla="*/ 4025462 w 8187558"/>
                  <a:gd name="connsiteY2-62" fmla="*/ 2617076 h 2617076"/>
                  <a:gd name="connsiteX3-63" fmla="*/ 0 w 8187558"/>
                  <a:gd name="connsiteY3-64" fmla="*/ 1229711 h 2617076"/>
                  <a:gd name="connsiteX4-65" fmla="*/ 31531 w 8187558"/>
                  <a:gd name="connsiteY4-66" fmla="*/ 147145 h 2617076"/>
                  <a:gd name="connsiteX5-67" fmla="*/ 4046482 w 8187558"/>
                  <a:gd name="connsiteY5-68" fmla="*/ 1576552 h 2617076"/>
                  <a:gd name="connsiteX6-69" fmla="*/ 8187558 w 8187558"/>
                  <a:gd name="connsiteY6-70" fmla="*/ 0 h 2617076"/>
                  <a:gd name="connsiteX0-71" fmla="*/ 8187558 w 8187558"/>
                  <a:gd name="connsiteY0-72" fmla="*/ 0 h 2617076"/>
                  <a:gd name="connsiteX1-73" fmla="*/ 8187558 w 8187558"/>
                  <a:gd name="connsiteY1-74" fmla="*/ 1271752 h 2617076"/>
                  <a:gd name="connsiteX2-75" fmla="*/ 4025462 w 8187558"/>
                  <a:gd name="connsiteY2-76" fmla="*/ 2617076 h 2617076"/>
                  <a:gd name="connsiteX3-77" fmla="*/ 0 w 8187558"/>
                  <a:gd name="connsiteY3-78" fmla="*/ 1229711 h 2617076"/>
                  <a:gd name="connsiteX4-79" fmla="*/ 31531 w 8187558"/>
                  <a:gd name="connsiteY4-80" fmla="*/ 147145 h 2617076"/>
                  <a:gd name="connsiteX5-81" fmla="*/ 4046482 w 8187558"/>
                  <a:gd name="connsiteY5-82" fmla="*/ 1576552 h 2617076"/>
                  <a:gd name="connsiteX6-83" fmla="*/ 8187558 w 8187558"/>
                  <a:gd name="connsiteY6-84" fmla="*/ 0 h 2617076"/>
                  <a:gd name="connsiteX0-85" fmla="*/ 8187558 w 8187558"/>
                  <a:gd name="connsiteY0-86" fmla="*/ 0 h 2638097"/>
                  <a:gd name="connsiteX1-87" fmla="*/ 8187558 w 8187558"/>
                  <a:gd name="connsiteY1-88" fmla="*/ 1271752 h 2638097"/>
                  <a:gd name="connsiteX2-89" fmla="*/ 4099035 w 8187558"/>
                  <a:gd name="connsiteY2-90" fmla="*/ 2638097 h 2638097"/>
                  <a:gd name="connsiteX3-91" fmla="*/ 0 w 8187558"/>
                  <a:gd name="connsiteY3-92" fmla="*/ 1229711 h 2638097"/>
                  <a:gd name="connsiteX4-93" fmla="*/ 31531 w 8187558"/>
                  <a:gd name="connsiteY4-94" fmla="*/ 147145 h 2638097"/>
                  <a:gd name="connsiteX5-95" fmla="*/ 4046482 w 8187558"/>
                  <a:gd name="connsiteY5-96" fmla="*/ 1576552 h 2638097"/>
                  <a:gd name="connsiteX6-97" fmla="*/ 8187558 w 8187558"/>
                  <a:gd name="connsiteY6-98" fmla="*/ 0 h 2638097"/>
                  <a:gd name="connsiteX0-99" fmla="*/ 8187558 w 8187558"/>
                  <a:gd name="connsiteY0-100" fmla="*/ 0 h 2638097"/>
                  <a:gd name="connsiteX1-101" fmla="*/ 8187558 w 8187558"/>
                  <a:gd name="connsiteY1-102" fmla="*/ 1271752 h 2638097"/>
                  <a:gd name="connsiteX2-103" fmla="*/ 4099035 w 8187558"/>
                  <a:gd name="connsiteY2-104" fmla="*/ 2638097 h 2638097"/>
                  <a:gd name="connsiteX3-105" fmla="*/ 0 w 8187558"/>
                  <a:gd name="connsiteY3-106" fmla="*/ 1229711 h 2638097"/>
                  <a:gd name="connsiteX4-107" fmla="*/ 31531 w 8187558"/>
                  <a:gd name="connsiteY4-108" fmla="*/ 147145 h 2638097"/>
                  <a:gd name="connsiteX5-109" fmla="*/ 4046482 w 8187558"/>
                  <a:gd name="connsiteY5-110" fmla="*/ 1576552 h 2638097"/>
                  <a:gd name="connsiteX6-111" fmla="*/ 8187558 w 8187558"/>
                  <a:gd name="connsiteY6-112" fmla="*/ 0 h 2638097"/>
                  <a:gd name="connsiteX0-113" fmla="*/ 8187558 w 8187558"/>
                  <a:gd name="connsiteY0-114" fmla="*/ 0 h 2638097"/>
                  <a:gd name="connsiteX1-115" fmla="*/ 8187558 w 8187558"/>
                  <a:gd name="connsiteY1-116" fmla="*/ 1271752 h 2638097"/>
                  <a:gd name="connsiteX2-117" fmla="*/ 4099035 w 8187558"/>
                  <a:gd name="connsiteY2-118" fmla="*/ 2638097 h 2638097"/>
                  <a:gd name="connsiteX3-119" fmla="*/ 0 w 8187558"/>
                  <a:gd name="connsiteY3-120" fmla="*/ 1229711 h 2638097"/>
                  <a:gd name="connsiteX4-121" fmla="*/ 31531 w 8187558"/>
                  <a:gd name="connsiteY4-122" fmla="*/ 147145 h 2638097"/>
                  <a:gd name="connsiteX5-123" fmla="*/ 4046482 w 8187558"/>
                  <a:gd name="connsiteY5-124" fmla="*/ 1576552 h 2638097"/>
                  <a:gd name="connsiteX6-125" fmla="*/ 8187558 w 8187558"/>
                  <a:gd name="connsiteY6-126" fmla="*/ 0 h 2638097"/>
                  <a:gd name="connsiteX0-127" fmla="*/ 8187558 w 8187558"/>
                  <a:gd name="connsiteY0-128" fmla="*/ 0 h 2638097"/>
                  <a:gd name="connsiteX1-129" fmla="*/ 8187558 w 8187558"/>
                  <a:gd name="connsiteY1-130" fmla="*/ 1271752 h 2638097"/>
                  <a:gd name="connsiteX2-131" fmla="*/ 4099035 w 8187558"/>
                  <a:gd name="connsiteY2-132" fmla="*/ 2638097 h 2638097"/>
                  <a:gd name="connsiteX3-133" fmla="*/ 0 w 8187558"/>
                  <a:gd name="connsiteY3-134" fmla="*/ 1229711 h 2638097"/>
                  <a:gd name="connsiteX4-135" fmla="*/ 31531 w 8187558"/>
                  <a:gd name="connsiteY4-136" fmla="*/ 147145 h 2638097"/>
                  <a:gd name="connsiteX5-137" fmla="*/ 4046482 w 8187558"/>
                  <a:gd name="connsiteY5-138" fmla="*/ 1576552 h 2638097"/>
                  <a:gd name="connsiteX6-139" fmla="*/ 8187558 w 8187558"/>
                  <a:gd name="connsiteY6-140" fmla="*/ 0 h 2638097"/>
                  <a:gd name="connsiteX0-141" fmla="*/ 8187558 w 8187558"/>
                  <a:gd name="connsiteY0-142" fmla="*/ 0 h 2638097"/>
                  <a:gd name="connsiteX1-143" fmla="*/ 8187558 w 8187558"/>
                  <a:gd name="connsiteY1-144" fmla="*/ 1271752 h 2638097"/>
                  <a:gd name="connsiteX2-145" fmla="*/ 4099035 w 8187558"/>
                  <a:gd name="connsiteY2-146" fmla="*/ 2638097 h 2638097"/>
                  <a:gd name="connsiteX3-147" fmla="*/ 0 w 8187558"/>
                  <a:gd name="connsiteY3-148" fmla="*/ 1229711 h 2638097"/>
                  <a:gd name="connsiteX4-149" fmla="*/ 31531 w 8187558"/>
                  <a:gd name="connsiteY4-150" fmla="*/ 147145 h 2638097"/>
                  <a:gd name="connsiteX5-151" fmla="*/ 4088524 w 8187558"/>
                  <a:gd name="connsiteY5-152" fmla="*/ 1597573 h 2638097"/>
                  <a:gd name="connsiteX6-153" fmla="*/ 8187558 w 8187558"/>
                  <a:gd name="connsiteY6-154" fmla="*/ 0 h 2638097"/>
                  <a:gd name="connsiteX0-155" fmla="*/ 8187558 w 8187558"/>
                  <a:gd name="connsiteY0-156" fmla="*/ 0 h 2638097"/>
                  <a:gd name="connsiteX1-157" fmla="*/ 8187558 w 8187558"/>
                  <a:gd name="connsiteY1-158" fmla="*/ 1271752 h 2638097"/>
                  <a:gd name="connsiteX2-159" fmla="*/ 4099035 w 8187558"/>
                  <a:gd name="connsiteY2-160" fmla="*/ 2638097 h 2638097"/>
                  <a:gd name="connsiteX3-161" fmla="*/ 0 w 8187558"/>
                  <a:gd name="connsiteY3-162" fmla="*/ 1229711 h 2638097"/>
                  <a:gd name="connsiteX4-163" fmla="*/ 31531 w 8187558"/>
                  <a:gd name="connsiteY4-164" fmla="*/ 147145 h 2638097"/>
                  <a:gd name="connsiteX5-165" fmla="*/ 4088524 w 8187558"/>
                  <a:gd name="connsiteY5-166" fmla="*/ 1597573 h 2638097"/>
                  <a:gd name="connsiteX6-167" fmla="*/ 8187558 w 8187558"/>
                  <a:gd name="connsiteY6-168" fmla="*/ 0 h 2638097"/>
                  <a:gd name="connsiteX0-169" fmla="*/ 8187558 w 8187558"/>
                  <a:gd name="connsiteY0-170" fmla="*/ 0 h 2638097"/>
                  <a:gd name="connsiteX1-171" fmla="*/ 8187558 w 8187558"/>
                  <a:gd name="connsiteY1-172" fmla="*/ 1271752 h 2638097"/>
                  <a:gd name="connsiteX2-173" fmla="*/ 4099035 w 8187558"/>
                  <a:gd name="connsiteY2-174" fmla="*/ 2638097 h 2638097"/>
                  <a:gd name="connsiteX3-175" fmla="*/ 0 w 8187558"/>
                  <a:gd name="connsiteY3-176" fmla="*/ 1229711 h 2638097"/>
                  <a:gd name="connsiteX4-177" fmla="*/ 31531 w 8187558"/>
                  <a:gd name="connsiteY4-178" fmla="*/ 147145 h 2638097"/>
                  <a:gd name="connsiteX5-179" fmla="*/ 4099035 w 8187558"/>
                  <a:gd name="connsiteY5-180" fmla="*/ 1566042 h 2638097"/>
                  <a:gd name="connsiteX6-181" fmla="*/ 8187558 w 8187558"/>
                  <a:gd name="connsiteY6-182" fmla="*/ 0 h 2638097"/>
                  <a:gd name="connsiteX0-183" fmla="*/ 8187558 w 8187558"/>
                  <a:gd name="connsiteY0-184" fmla="*/ 0 h 2638097"/>
                  <a:gd name="connsiteX1-185" fmla="*/ 8187558 w 8187558"/>
                  <a:gd name="connsiteY1-186" fmla="*/ 1271752 h 2638097"/>
                  <a:gd name="connsiteX2-187" fmla="*/ 4099035 w 8187558"/>
                  <a:gd name="connsiteY2-188" fmla="*/ 2638097 h 2638097"/>
                  <a:gd name="connsiteX3-189" fmla="*/ 0 w 8187558"/>
                  <a:gd name="connsiteY3-190" fmla="*/ 1229711 h 2638097"/>
                  <a:gd name="connsiteX4-191" fmla="*/ 31531 w 8187558"/>
                  <a:gd name="connsiteY4-192" fmla="*/ 147145 h 2638097"/>
                  <a:gd name="connsiteX5-193" fmla="*/ 4099035 w 8187558"/>
                  <a:gd name="connsiteY5-194" fmla="*/ 1566042 h 2638097"/>
                  <a:gd name="connsiteX6-195" fmla="*/ 8187558 w 8187558"/>
                  <a:gd name="connsiteY6-196" fmla="*/ 0 h 2638097"/>
                  <a:gd name="connsiteX0-197" fmla="*/ 8187558 w 8187558"/>
                  <a:gd name="connsiteY0-198" fmla="*/ 0 h 2638097"/>
                  <a:gd name="connsiteX1-199" fmla="*/ 8187558 w 8187558"/>
                  <a:gd name="connsiteY1-200" fmla="*/ 1271752 h 2638097"/>
                  <a:gd name="connsiteX2-201" fmla="*/ 4099035 w 8187558"/>
                  <a:gd name="connsiteY2-202" fmla="*/ 2638097 h 2638097"/>
                  <a:gd name="connsiteX3-203" fmla="*/ 0 w 8187558"/>
                  <a:gd name="connsiteY3-204" fmla="*/ 1229711 h 2638097"/>
                  <a:gd name="connsiteX4-205" fmla="*/ 31531 w 8187558"/>
                  <a:gd name="connsiteY4-206" fmla="*/ 147145 h 2638097"/>
                  <a:gd name="connsiteX5-207" fmla="*/ 4099035 w 8187558"/>
                  <a:gd name="connsiteY5-208" fmla="*/ 1566042 h 2638097"/>
                  <a:gd name="connsiteX6-209" fmla="*/ 8187558 w 8187558"/>
                  <a:gd name="connsiteY6-210" fmla="*/ 0 h 2638097"/>
                  <a:gd name="connsiteX0-211" fmla="*/ 8187558 w 8187558"/>
                  <a:gd name="connsiteY0-212" fmla="*/ 0 h 2638097"/>
                  <a:gd name="connsiteX1-213" fmla="*/ 8187558 w 8187558"/>
                  <a:gd name="connsiteY1-214" fmla="*/ 1271752 h 2638097"/>
                  <a:gd name="connsiteX2-215" fmla="*/ 4099035 w 8187558"/>
                  <a:gd name="connsiteY2-216" fmla="*/ 2638097 h 2638097"/>
                  <a:gd name="connsiteX3-217" fmla="*/ 0 w 8187558"/>
                  <a:gd name="connsiteY3-218" fmla="*/ 1229711 h 2638097"/>
                  <a:gd name="connsiteX4-219" fmla="*/ 31531 w 8187558"/>
                  <a:gd name="connsiteY4-220" fmla="*/ 147145 h 2638097"/>
                  <a:gd name="connsiteX5-221" fmla="*/ 4099035 w 8187558"/>
                  <a:gd name="connsiteY5-222" fmla="*/ 1566042 h 2638097"/>
                  <a:gd name="connsiteX6-223" fmla="*/ 8187558 w 8187558"/>
                  <a:gd name="connsiteY6-224" fmla="*/ 0 h 2638097"/>
                  <a:gd name="connsiteX0-225" fmla="*/ 8187558 w 8187558"/>
                  <a:gd name="connsiteY0-226" fmla="*/ 0 h 2638097"/>
                  <a:gd name="connsiteX1-227" fmla="*/ 8187558 w 8187558"/>
                  <a:gd name="connsiteY1-228" fmla="*/ 1271752 h 2638097"/>
                  <a:gd name="connsiteX2-229" fmla="*/ 4099035 w 8187558"/>
                  <a:gd name="connsiteY2-230" fmla="*/ 2638097 h 2638097"/>
                  <a:gd name="connsiteX3-231" fmla="*/ 0 w 8187558"/>
                  <a:gd name="connsiteY3-232" fmla="*/ 1229711 h 2638097"/>
                  <a:gd name="connsiteX4-233" fmla="*/ 31531 w 8187558"/>
                  <a:gd name="connsiteY4-234" fmla="*/ 147145 h 2638097"/>
                  <a:gd name="connsiteX5-235" fmla="*/ 4099035 w 8187558"/>
                  <a:gd name="connsiteY5-236" fmla="*/ 1566042 h 2638097"/>
                  <a:gd name="connsiteX6-237" fmla="*/ 8187558 w 8187558"/>
                  <a:gd name="connsiteY6-238" fmla="*/ 0 h 2638097"/>
                  <a:gd name="connsiteX0-239" fmla="*/ 8187558 w 8187558"/>
                  <a:gd name="connsiteY0-240" fmla="*/ 0 h 2638097"/>
                  <a:gd name="connsiteX1-241" fmla="*/ 8187558 w 8187558"/>
                  <a:gd name="connsiteY1-242" fmla="*/ 1271752 h 2638097"/>
                  <a:gd name="connsiteX2-243" fmla="*/ 4099035 w 8187558"/>
                  <a:gd name="connsiteY2-244" fmla="*/ 2638097 h 2638097"/>
                  <a:gd name="connsiteX3-245" fmla="*/ 0 w 8187558"/>
                  <a:gd name="connsiteY3-246" fmla="*/ 1229711 h 2638097"/>
                  <a:gd name="connsiteX4-247" fmla="*/ 31531 w 8187558"/>
                  <a:gd name="connsiteY4-248" fmla="*/ 147145 h 2638097"/>
                  <a:gd name="connsiteX5-249" fmla="*/ 4099035 w 8187558"/>
                  <a:gd name="connsiteY5-250" fmla="*/ 1566042 h 2638097"/>
                  <a:gd name="connsiteX6-251" fmla="*/ 8187558 w 8187558"/>
                  <a:gd name="connsiteY6-252" fmla="*/ 0 h 2638097"/>
                  <a:gd name="connsiteX0-253" fmla="*/ 8187558 w 8187558"/>
                  <a:gd name="connsiteY0-254" fmla="*/ 0 h 2638097"/>
                  <a:gd name="connsiteX1-255" fmla="*/ 8187558 w 8187558"/>
                  <a:gd name="connsiteY1-256" fmla="*/ 1271752 h 2638097"/>
                  <a:gd name="connsiteX2-257" fmla="*/ 4099035 w 8187558"/>
                  <a:gd name="connsiteY2-258" fmla="*/ 2638097 h 2638097"/>
                  <a:gd name="connsiteX3-259" fmla="*/ 0 w 8187558"/>
                  <a:gd name="connsiteY3-260" fmla="*/ 1229711 h 2638097"/>
                  <a:gd name="connsiteX4-261" fmla="*/ 31531 w 8187558"/>
                  <a:gd name="connsiteY4-262" fmla="*/ 147145 h 2638097"/>
                  <a:gd name="connsiteX5-263" fmla="*/ 4099035 w 8187558"/>
                  <a:gd name="connsiteY5-264" fmla="*/ 1566042 h 2638097"/>
                  <a:gd name="connsiteX6-265" fmla="*/ 8187558 w 8187558"/>
                  <a:gd name="connsiteY6-266" fmla="*/ 0 h 2638097"/>
                  <a:gd name="connsiteX0-267" fmla="*/ 8187558 w 8187558"/>
                  <a:gd name="connsiteY0-268" fmla="*/ 0 h 2638097"/>
                  <a:gd name="connsiteX1-269" fmla="*/ 8187558 w 8187558"/>
                  <a:gd name="connsiteY1-270" fmla="*/ 1271752 h 2638097"/>
                  <a:gd name="connsiteX2-271" fmla="*/ 4099035 w 8187558"/>
                  <a:gd name="connsiteY2-272" fmla="*/ 2638097 h 2638097"/>
                  <a:gd name="connsiteX3-273" fmla="*/ 0 w 8187558"/>
                  <a:gd name="connsiteY3-274" fmla="*/ 1229711 h 2638097"/>
                  <a:gd name="connsiteX4-275" fmla="*/ 31531 w 8187558"/>
                  <a:gd name="connsiteY4-276" fmla="*/ 147145 h 2638097"/>
                  <a:gd name="connsiteX5-277" fmla="*/ 4099035 w 8187558"/>
                  <a:gd name="connsiteY5-278" fmla="*/ 1566042 h 2638097"/>
                  <a:gd name="connsiteX6-279" fmla="*/ 8187558 w 8187558"/>
                  <a:gd name="connsiteY6-280" fmla="*/ 0 h 2638097"/>
                  <a:gd name="connsiteX0-281" fmla="*/ 8187558 w 8187558"/>
                  <a:gd name="connsiteY0-282" fmla="*/ 0 h 2638097"/>
                  <a:gd name="connsiteX1-283" fmla="*/ 8187558 w 8187558"/>
                  <a:gd name="connsiteY1-284" fmla="*/ 1271752 h 2638097"/>
                  <a:gd name="connsiteX2-285" fmla="*/ 4099035 w 8187558"/>
                  <a:gd name="connsiteY2-286" fmla="*/ 2638097 h 2638097"/>
                  <a:gd name="connsiteX3-287" fmla="*/ 0 w 8187558"/>
                  <a:gd name="connsiteY3-288" fmla="*/ 1229711 h 2638097"/>
                  <a:gd name="connsiteX4-289" fmla="*/ 31531 w 8187558"/>
                  <a:gd name="connsiteY4-290" fmla="*/ 147145 h 2638097"/>
                  <a:gd name="connsiteX5-291" fmla="*/ 4099035 w 8187558"/>
                  <a:gd name="connsiteY5-292" fmla="*/ 1566042 h 2638097"/>
                  <a:gd name="connsiteX6-293" fmla="*/ 8187558 w 8187558"/>
                  <a:gd name="connsiteY6-294" fmla="*/ 0 h 2638097"/>
                  <a:gd name="connsiteX0-295" fmla="*/ 8176538 w 8176538"/>
                  <a:gd name="connsiteY0-296" fmla="*/ 0 h 2638097"/>
                  <a:gd name="connsiteX1-297" fmla="*/ 8176538 w 8176538"/>
                  <a:gd name="connsiteY1-298" fmla="*/ 1271752 h 2638097"/>
                  <a:gd name="connsiteX2-299" fmla="*/ 4088015 w 8176538"/>
                  <a:gd name="connsiteY2-300" fmla="*/ 2638097 h 2638097"/>
                  <a:gd name="connsiteX3-301" fmla="*/ 0 w 8176538"/>
                  <a:gd name="connsiteY3-302" fmla="*/ 1269888 h 2638097"/>
                  <a:gd name="connsiteX4-303" fmla="*/ 20511 w 8176538"/>
                  <a:gd name="connsiteY4-304" fmla="*/ 147145 h 2638097"/>
                  <a:gd name="connsiteX5-305" fmla="*/ 4088015 w 8176538"/>
                  <a:gd name="connsiteY5-306" fmla="*/ 1566042 h 2638097"/>
                  <a:gd name="connsiteX6-307" fmla="*/ 8176538 w 8176538"/>
                  <a:gd name="connsiteY6-308" fmla="*/ 0 h 2638097"/>
                  <a:gd name="connsiteX0-309" fmla="*/ 8176538 w 8176538"/>
                  <a:gd name="connsiteY0-310" fmla="*/ 0 h 2772020"/>
                  <a:gd name="connsiteX1-311" fmla="*/ 8176538 w 8176538"/>
                  <a:gd name="connsiteY1-312" fmla="*/ 1271752 h 2772020"/>
                  <a:gd name="connsiteX2-313" fmla="*/ 4099034 w 8176538"/>
                  <a:gd name="connsiteY2-314" fmla="*/ 2772020 h 2772020"/>
                  <a:gd name="connsiteX3-315" fmla="*/ 0 w 8176538"/>
                  <a:gd name="connsiteY3-316" fmla="*/ 1269888 h 2772020"/>
                  <a:gd name="connsiteX4-317" fmla="*/ 20511 w 8176538"/>
                  <a:gd name="connsiteY4-318" fmla="*/ 147145 h 2772020"/>
                  <a:gd name="connsiteX5-319" fmla="*/ 4088015 w 8176538"/>
                  <a:gd name="connsiteY5-320" fmla="*/ 1566042 h 2772020"/>
                  <a:gd name="connsiteX6-321" fmla="*/ 8176538 w 8176538"/>
                  <a:gd name="connsiteY6-322" fmla="*/ 0 h 2772020"/>
                  <a:gd name="connsiteX0-323" fmla="*/ 8176538 w 8176538"/>
                  <a:gd name="connsiteY0-324" fmla="*/ 0 h 2772339"/>
                  <a:gd name="connsiteX1-325" fmla="*/ 8176538 w 8176538"/>
                  <a:gd name="connsiteY1-326" fmla="*/ 1378890 h 2772339"/>
                  <a:gd name="connsiteX2-327" fmla="*/ 4099034 w 8176538"/>
                  <a:gd name="connsiteY2-328" fmla="*/ 2772020 h 2772339"/>
                  <a:gd name="connsiteX3-329" fmla="*/ 0 w 8176538"/>
                  <a:gd name="connsiteY3-330" fmla="*/ 1269888 h 2772339"/>
                  <a:gd name="connsiteX4-331" fmla="*/ 20511 w 8176538"/>
                  <a:gd name="connsiteY4-332" fmla="*/ 147145 h 2772339"/>
                  <a:gd name="connsiteX5-333" fmla="*/ 4088015 w 8176538"/>
                  <a:gd name="connsiteY5-334" fmla="*/ 1566042 h 2772339"/>
                  <a:gd name="connsiteX6-335" fmla="*/ 8176538 w 8176538"/>
                  <a:gd name="connsiteY6-336" fmla="*/ 0 h 2772339"/>
                  <a:gd name="connsiteX0-337" fmla="*/ 8176538 w 8176538"/>
                  <a:gd name="connsiteY0-338" fmla="*/ 0 h 2825888"/>
                  <a:gd name="connsiteX1-339" fmla="*/ 8176538 w 8176538"/>
                  <a:gd name="connsiteY1-340" fmla="*/ 1378890 h 2825888"/>
                  <a:gd name="connsiteX2-341" fmla="*/ 4099034 w 8176538"/>
                  <a:gd name="connsiteY2-342" fmla="*/ 2825590 h 2825888"/>
                  <a:gd name="connsiteX3-343" fmla="*/ 0 w 8176538"/>
                  <a:gd name="connsiteY3-344" fmla="*/ 1269888 h 2825888"/>
                  <a:gd name="connsiteX4-345" fmla="*/ 20511 w 8176538"/>
                  <a:gd name="connsiteY4-346" fmla="*/ 147145 h 2825888"/>
                  <a:gd name="connsiteX5-347" fmla="*/ 4088015 w 8176538"/>
                  <a:gd name="connsiteY5-348" fmla="*/ 1566042 h 2825888"/>
                  <a:gd name="connsiteX6-349" fmla="*/ 8176538 w 8176538"/>
                  <a:gd name="connsiteY6-350" fmla="*/ 0 h 2825888"/>
                  <a:gd name="connsiteX0-351" fmla="*/ 8165518 w 8165518"/>
                  <a:gd name="connsiteY0-352" fmla="*/ 0 h 2825606"/>
                  <a:gd name="connsiteX1-353" fmla="*/ 8165518 w 8165518"/>
                  <a:gd name="connsiteY1-354" fmla="*/ 1378890 h 2825606"/>
                  <a:gd name="connsiteX2-355" fmla="*/ 4088014 w 8165518"/>
                  <a:gd name="connsiteY2-356" fmla="*/ 2825590 h 2825606"/>
                  <a:gd name="connsiteX3-357" fmla="*/ 0 w 8165518"/>
                  <a:gd name="connsiteY3-358" fmla="*/ 1403811 h 2825606"/>
                  <a:gd name="connsiteX4-359" fmla="*/ 9491 w 8165518"/>
                  <a:gd name="connsiteY4-360" fmla="*/ 147145 h 2825606"/>
                  <a:gd name="connsiteX5-361" fmla="*/ 4076995 w 8165518"/>
                  <a:gd name="connsiteY5-362" fmla="*/ 1566042 h 2825606"/>
                  <a:gd name="connsiteX6-363" fmla="*/ 8165518 w 8165518"/>
                  <a:gd name="connsiteY6-364" fmla="*/ 0 h 2825606"/>
                  <a:gd name="connsiteX0-365" fmla="*/ 8165518 w 8165518"/>
                  <a:gd name="connsiteY0-366" fmla="*/ 0 h 2879174"/>
                  <a:gd name="connsiteX1-367" fmla="*/ 8165518 w 8165518"/>
                  <a:gd name="connsiteY1-368" fmla="*/ 1378890 h 2879174"/>
                  <a:gd name="connsiteX2-369" fmla="*/ 4132092 w 8165518"/>
                  <a:gd name="connsiteY2-370" fmla="*/ 2879159 h 2879174"/>
                  <a:gd name="connsiteX3-371" fmla="*/ 0 w 8165518"/>
                  <a:gd name="connsiteY3-372" fmla="*/ 1403811 h 2879174"/>
                  <a:gd name="connsiteX4-373" fmla="*/ 9491 w 8165518"/>
                  <a:gd name="connsiteY4-374" fmla="*/ 147145 h 2879174"/>
                  <a:gd name="connsiteX5-375" fmla="*/ 4076995 w 8165518"/>
                  <a:gd name="connsiteY5-376" fmla="*/ 1566042 h 2879174"/>
                  <a:gd name="connsiteX6-377" fmla="*/ 8165518 w 8165518"/>
                  <a:gd name="connsiteY6-378" fmla="*/ 0 h 2879174"/>
                  <a:gd name="connsiteX0-379" fmla="*/ 8165518 w 8176537"/>
                  <a:gd name="connsiteY0-380" fmla="*/ 0 h 2879410"/>
                  <a:gd name="connsiteX1-381" fmla="*/ 8176537 w 8176537"/>
                  <a:gd name="connsiteY1-382" fmla="*/ 1499420 h 2879410"/>
                  <a:gd name="connsiteX2-383" fmla="*/ 4132092 w 8176537"/>
                  <a:gd name="connsiteY2-384" fmla="*/ 2879159 h 2879410"/>
                  <a:gd name="connsiteX3-385" fmla="*/ 0 w 8176537"/>
                  <a:gd name="connsiteY3-386" fmla="*/ 1403811 h 2879410"/>
                  <a:gd name="connsiteX4-387" fmla="*/ 9491 w 8176537"/>
                  <a:gd name="connsiteY4-388" fmla="*/ 147145 h 2879410"/>
                  <a:gd name="connsiteX5-389" fmla="*/ 4076995 w 8176537"/>
                  <a:gd name="connsiteY5-390" fmla="*/ 1566042 h 2879410"/>
                  <a:gd name="connsiteX6-391" fmla="*/ 8165518 w 8176537"/>
                  <a:gd name="connsiteY6-392" fmla="*/ 0 h 2879410"/>
                  <a:gd name="connsiteX0-393" fmla="*/ 8165518 w 8176537"/>
                  <a:gd name="connsiteY0-394" fmla="*/ 0 h 2879262"/>
                  <a:gd name="connsiteX1-395" fmla="*/ 8176537 w 8176537"/>
                  <a:gd name="connsiteY1-396" fmla="*/ 1499420 h 2879262"/>
                  <a:gd name="connsiteX2-397" fmla="*/ 4132092 w 8176537"/>
                  <a:gd name="connsiteY2-398" fmla="*/ 2879159 h 2879262"/>
                  <a:gd name="connsiteX3-399" fmla="*/ 0 w 8176537"/>
                  <a:gd name="connsiteY3-400" fmla="*/ 1403811 h 2879262"/>
                  <a:gd name="connsiteX4-401" fmla="*/ 9491 w 8176537"/>
                  <a:gd name="connsiteY4-402" fmla="*/ 147145 h 2879262"/>
                  <a:gd name="connsiteX5-403" fmla="*/ 4076995 w 8176537"/>
                  <a:gd name="connsiteY5-404" fmla="*/ 1566042 h 2879262"/>
                  <a:gd name="connsiteX6-405" fmla="*/ 8165518 w 8176537"/>
                  <a:gd name="connsiteY6-406" fmla="*/ 0 h 2879262"/>
                  <a:gd name="connsiteX0-407" fmla="*/ 8165518 w 8176537"/>
                  <a:gd name="connsiteY0-408" fmla="*/ 0 h 2879163"/>
                  <a:gd name="connsiteX1-409" fmla="*/ 8176537 w 8176537"/>
                  <a:gd name="connsiteY1-410" fmla="*/ 1499420 h 2879163"/>
                  <a:gd name="connsiteX2-411" fmla="*/ 4132092 w 8176537"/>
                  <a:gd name="connsiteY2-412" fmla="*/ 2879159 h 2879163"/>
                  <a:gd name="connsiteX3-413" fmla="*/ 0 w 8176537"/>
                  <a:gd name="connsiteY3-414" fmla="*/ 1510948 h 2879163"/>
                  <a:gd name="connsiteX4-415" fmla="*/ 9491 w 8176537"/>
                  <a:gd name="connsiteY4-416" fmla="*/ 147145 h 2879163"/>
                  <a:gd name="connsiteX5-417" fmla="*/ 4076995 w 8176537"/>
                  <a:gd name="connsiteY5-418" fmla="*/ 1566042 h 2879163"/>
                  <a:gd name="connsiteX6-419" fmla="*/ 8165518 w 8176537"/>
                  <a:gd name="connsiteY6-420" fmla="*/ 0 h 2879163"/>
                  <a:gd name="connsiteX0-421" fmla="*/ 8165518 w 8198577"/>
                  <a:gd name="connsiteY0-422" fmla="*/ 0 h 2879451"/>
                  <a:gd name="connsiteX1-423" fmla="*/ 8198577 w 8198577"/>
                  <a:gd name="connsiteY1-424" fmla="*/ 1606558 h 2879451"/>
                  <a:gd name="connsiteX2-425" fmla="*/ 4132092 w 8198577"/>
                  <a:gd name="connsiteY2-426" fmla="*/ 2879159 h 2879451"/>
                  <a:gd name="connsiteX3-427" fmla="*/ 0 w 8198577"/>
                  <a:gd name="connsiteY3-428" fmla="*/ 1510948 h 2879451"/>
                  <a:gd name="connsiteX4-429" fmla="*/ 9491 w 8198577"/>
                  <a:gd name="connsiteY4-430" fmla="*/ 147145 h 2879451"/>
                  <a:gd name="connsiteX5-431" fmla="*/ 4076995 w 8198577"/>
                  <a:gd name="connsiteY5-432" fmla="*/ 1566042 h 2879451"/>
                  <a:gd name="connsiteX6-433" fmla="*/ 8165518 w 8198577"/>
                  <a:gd name="connsiteY6-434" fmla="*/ 0 h 2879451"/>
                  <a:gd name="connsiteX0-435" fmla="*/ 8165518 w 8165518"/>
                  <a:gd name="connsiteY0-436" fmla="*/ 0 h 2880066"/>
                  <a:gd name="connsiteX1-437" fmla="*/ 8165518 w 8165518"/>
                  <a:gd name="connsiteY1-438" fmla="*/ 1673520 h 2880066"/>
                  <a:gd name="connsiteX2-439" fmla="*/ 4132092 w 8165518"/>
                  <a:gd name="connsiteY2-440" fmla="*/ 2879159 h 2880066"/>
                  <a:gd name="connsiteX3-441" fmla="*/ 0 w 8165518"/>
                  <a:gd name="connsiteY3-442" fmla="*/ 1510948 h 2880066"/>
                  <a:gd name="connsiteX4-443" fmla="*/ 9491 w 8165518"/>
                  <a:gd name="connsiteY4-444" fmla="*/ 147145 h 2880066"/>
                  <a:gd name="connsiteX5-445" fmla="*/ 4076995 w 8165518"/>
                  <a:gd name="connsiteY5-446" fmla="*/ 1566042 h 2880066"/>
                  <a:gd name="connsiteX6-447" fmla="*/ 8165518 w 8165518"/>
                  <a:gd name="connsiteY6-448" fmla="*/ 0 h 2880066"/>
                  <a:gd name="connsiteX0-449" fmla="*/ 8156794 w 8156794"/>
                  <a:gd name="connsiteY0-450" fmla="*/ 0 h 2879270"/>
                  <a:gd name="connsiteX1-451" fmla="*/ 8156794 w 8156794"/>
                  <a:gd name="connsiteY1-452" fmla="*/ 1673520 h 2879270"/>
                  <a:gd name="connsiteX2-453" fmla="*/ 4123368 w 8156794"/>
                  <a:gd name="connsiteY2-454" fmla="*/ 2879159 h 2879270"/>
                  <a:gd name="connsiteX3-455" fmla="*/ 2295 w 8156794"/>
                  <a:gd name="connsiteY3-456" fmla="*/ 1618086 h 2879270"/>
                  <a:gd name="connsiteX4-457" fmla="*/ 767 w 8156794"/>
                  <a:gd name="connsiteY4-458" fmla="*/ 147145 h 2879270"/>
                  <a:gd name="connsiteX5-459" fmla="*/ 4068271 w 8156794"/>
                  <a:gd name="connsiteY5-460" fmla="*/ 1566042 h 2879270"/>
                  <a:gd name="connsiteX6-461" fmla="*/ 8156794 w 8156794"/>
                  <a:gd name="connsiteY6-462" fmla="*/ 0 h 2879270"/>
                  <a:gd name="connsiteX0-463" fmla="*/ 8156794 w 8156794"/>
                  <a:gd name="connsiteY0-464" fmla="*/ 0 h 2973000"/>
                  <a:gd name="connsiteX1-465" fmla="*/ 8156794 w 8156794"/>
                  <a:gd name="connsiteY1-466" fmla="*/ 1673520 h 2973000"/>
                  <a:gd name="connsiteX2-467" fmla="*/ 4134388 w 8156794"/>
                  <a:gd name="connsiteY2-468" fmla="*/ 2972904 h 2973000"/>
                  <a:gd name="connsiteX3-469" fmla="*/ 2295 w 8156794"/>
                  <a:gd name="connsiteY3-470" fmla="*/ 1618086 h 2973000"/>
                  <a:gd name="connsiteX4-471" fmla="*/ 767 w 8156794"/>
                  <a:gd name="connsiteY4-472" fmla="*/ 147145 h 2973000"/>
                  <a:gd name="connsiteX5-473" fmla="*/ 4068271 w 8156794"/>
                  <a:gd name="connsiteY5-474" fmla="*/ 1566042 h 2973000"/>
                  <a:gd name="connsiteX6-475" fmla="*/ 8156794 w 8156794"/>
                  <a:gd name="connsiteY6-476" fmla="*/ 0 h 2973000"/>
                  <a:gd name="connsiteX0-477" fmla="*/ 8156794 w 8156794"/>
                  <a:gd name="connsiteY0-478" fmla="*/ 0 h 2973000"/>
                  <a:gd name="connsiteX1-479" fmla="*/ 8156794 w 8156794"/>
                  <a:gd name="connsiteY1-480" fmla="*/ 1673520 h 2973000"/>
                  <a:gd name="connsiteX2-481" fmla="*/ 4134388 w 8156794"/>
                  <a:gd name="connsiteY2-482" fmla="*/ 2972904 h 2973000"/>
                  <a:gd name="connsiteX3-483" fmla="*/ 2295 w 8156794"/>
                  <a:gd name="connsiteY3-484" fmla="*/ 1618086 h 2973000"/>
                  <a:gd name="connsiteX4-485" fmla="*/ 767 w 8156794"/>
                  <a:gd name="connsiteY4-486" fmla="*/ 147145 h 2973000"/>
                  <a:gd name="connsiteX5-487" fmla="*/ 4068271 w 8156794"/>
                  <a:gd name="connsiteY5-488" fmla="*/ 1566042 h 2973000"/>
                  <a:gd name="connsiteX6-489" fmla="*/ 8156794 w 8156794"/>
                  <a:gd name="connsiteY6-490" fmla="*/ 0 h 2973000"/>
                  <a:gd name="connsiteX0-491" fmla="*/ 8156794 w 8156794"/>
                  <a:gd name="connsiteY0-492" fmla="*/ 0 h 2973000"/>
                  <a:gd name="connsiteX1-493" fmla="*/ 8156794 w 8156794"/>
                  <a:gd name="connsiteY1-494" fmla="*/ 1673520 h 2973000"/>
                  <a:gd name="connsiteX2-495" fmla="*/ 4134388 w 8156794"/>
                  <a:gd name="connsiteY2-496" fmla="*/ 2972904 h 2973000"/>
                  <a:gd name="connsiteX3-497" fmla="*/ 2295 w 8156794"/>
                  <a:gd name="connsiteY3-498" fmla="*/ 1618086 h 2973000"/>
                  <a:gd name="connsiteX4-499" fmla="*/ 767 w 8156794"/>
                  <a:gd name="connsiteY4-500" fmla="*/ 147145 h 2973000"/>
                  <a:gd name="connsiteX5-501" fmla="*/ 4068271 w 8156794"/>
                  <a:gd name="connsiteY5-502" fmla="*/ 1566042 h 2973000"/>
                  <a:gd name="connsiteX6-503" fmla="*/ 8156794 w 8156794"/>
                  <a:gd name="connsiteY6-504" fmla="*/ 0 h 2973000"/>
                  <a:gd name="connsiteX0-505" fmla="*/ 8156794 w 8156794"/>
                  <a:gd name="connsiteY0-506" fmla="*/ 0 h 2973020"/>
                  <a:gd name="connsiteX1-507" fmla="*/ 8156794 w 8156794"/>
                  <a:gd name="connsiteY1-508" fmla="*/ 1673520 h 2973020"/>
                  <a:gd name="connsiteX2-509" fmla="*/ 4134388 w 8156794"/>
                  <a:gd name="connsiteY2-510" fmla="*/ 2972904 h 2973020"/>
                  <a:gd name="connsiteX3-511" fmla="*/ 2295 w 8156794"/>
                  <a:gd name="connsiteY3-512" fmla="*/ 1618086 h 2973020"/>
                  <a:gd name="connsiteX4-513" fmla="*/ 767 w 8156794"/>
                  <a:gd name="connsiteY4-514" fmla="*/ 147145 h 2973020"/>
                  <a:gd name="connsiteX5-515" fmla="*/ 4068271 w 8156794"/>
                  <a:gd name="connsiteY5-516" fmla="*/ 1566042 h 2973020"/>
                  <a:gd name="connsiteX6-517" fmla="*/ 8156794 w 8156794"/>
                  <a:gd name="connsiteY6-518" fmla="*/ 0 h 2973020"/>
                  <a:gd name="connsiteX0-519" fmla="*/ 8156794 w 8156794"/>
                  <a:gd name="connsiteY0-520" fmla="*/ 0 h 2973021"/>
                  <a:gd name="connsiteX1-521" fmla="*/ 8156794 w 8156794"/>
                  <a:gd name="connsiteY1-522" fmla="*/ 1673520 h 2973021"/>
                  <a:gd name="connsiteX2-523" fmla="*/ 4134388 w 8156794"/>
                  <a:gd name="connsiteY2-524" fmla="*/ 2972904 h 2973021"/>
                  <a:gd name="connsiteX3-525" fmla="*/ 2295 w 8156794"/>
                  <a:gd name="connsiteY3-526" fmla="*/ 1618086 h 2973021"/>
                  <a:gd name="connsiteX4-527" fmla="*/ 767 w 8156794"/>
                  <a:gd name="connsiteY4-528" fmla="*/ 147145 h 2973021"/>
                  <a:gd name="connsiteX5-529" fmla="*/ 4068271 w 8156794"/>
                  <a:gd name="connsiteY5-530" fmla="*/ 1566042 h 2973021"/>
                  <a:gd name="connsiteX6-531" fmla="*/ 8156794 w 8156794"/>
                  <a:gd name="connsiteY6-532" fmla="*/ 0 h 2973021"/>
                  <a:gd name="connsiteX0-533" fmla="*/ 8156794 w 8156794"/>
                  <a:gd name="connsiteY0-534" fmla="*/ 0 h 2973021"/>
                  <a:gd name="connsiteX1-535" fmla="*/ 8156794 w 8156794"/>
                  <a:gd name="connsiteY1-536" fmla="*/ 1673520 h 2973021"/>
                  <a:gd name="connsiteX2-537" fmla="*/ 4134388 w 8156794"/>
                  <a:gd name="connsiteY2-538" fmla="*/ 2972904 h 2973021"/>
                  <a:gd name="connsiteX3-539" fmla="*/ 2295 w 8156794"/>
                  <a:gd name="connsiteY3-540" fmla="*/ 1618086 h 2973021"/>
                  <a:gd name="connsiteX4-541" fmla="*/ 767 w 8156794"/>
                  <a:gd name="connsiteY4-542" fmla="*/ 147145 h 2973021"/>
                  <a:gd name="connsiteX5-543" fmla="*/ 4068271 w 8156794"/>
                  <a:gd name="connsiteY5-544" fmla="*/ 1566042 h 2973021"/>
                  <a:gd name="connsiteX6-545" fmla="*/ 8156794 w 8156794"/>
                  <a:gd name="connsiteY6-546" fmla="*/ 0 h 2973021"/>
                  <a:gd name="connsiteX0-547" fmla="*/ 8156794 w 8156794"/>
                  <a:gd name="connsiteY0-548" fmla="*/ 0 h 2973021"/>
                  <a:gd name="connsiteX1-549" fmla="*/ 8156794 w 8156794"/>
                  <a:gd name="connsiteY1-550" fmla="*/ 1673520 h 2973021"/>
                  <a:gd name="connsiteX2-551" fmla="*/ 4134388 w 8156794"/>
                  <a:gd name="connsiteY2-552" fmla="*/ 2972904 h 2973021"/>
                  <a:gd name="connsiteX3-553" fmla="*/ 2295 w 8156794"/>
                  <a:gd name="connsiteY3-554" fmla="*/ 1618086 h 2973021"/>
                  <a:gd name="connsiteX4-555" fmla="*/ 767 w 8156794"/>
                  <a:gd name="connsiteY4-556" fmla="*/ 147145 h 2973021"/>
                  <a:gd name="connsiteX5-557" fmla="*/ 4068271 w 8156794"/>
                  <a:gd name="connsiteY5-558" fmla="*/ 1566042 h 2973021"/>
                  <a:gd name="connsiteX6-559" fmla="*/ 8156794 w 8156794"/>
                  <a:gd name="connsiteY6-560" fmla="*/ 0 h 2973021"/>
                  <a:gd name="connsiteX0-561" fmla="*/ 8156794 w 8156794"/>
                  <a:gd name="connsiteY0-562" fmla="*/ 0 h 2973021"/>
                  <a:gd name="connsiteX1-563" fmla="*/ 8156794 w 8156794"/>
                  <a:gd name="connsiteY1-564" fmla="*/ 1673520 h 2973021"/>
                  <a:gd name="connsiteX2-565" fmla="*/ 4134388 w 8156794"/>
                  <a:gd name="connsiteY2-566" fmla="*/ 2972904 h 2973021"/>
                  <a:gd name="connsiteX3-567" fmla="*/ 2295 w 8156794"/>
                  <a:gd name="connsiteY3-568" fmla="*/ 1618086 h 2973021"/>
                  <a:gd name="connsiteX4-569" fmla="*/ 767 w 8156794"/>
                  <a:gd name="connsiteY4-570" fmla="*/ 147145 h 2973021"/>
                  <a:gd name="connsiteX5-571" fmla="*/ 4068271 w 8156794"/>
                  <a:gd name="connsiteY5-572" fmla="*/ 1566042 h 2973021"/>
                  <a:gd name="connsiteX6-573" fmla="*/ 8156794 w 8156794"/>
                  <a:gd name="connsiteY6-574" fmla="*/ 0 h 2973021"/>
                  <a:gd name="connsiteX0-575" fmla="*/ 8156794 w 8156794"/>
                  <a:gd name="connsiteY0-576" fmla="*/ 0 h 2973141"/>
                  <a:gd name="connsiteX1-577" fmla="*/ 8156794 w 8156794"/>
                  <a:gd name="connsiteY1-578" fmla="*/ 1673520 h 2973141"/>
                  <a:gd name="connsiteX2-579" fmla="*/ 4134388 w 8156794"/>
                  <a:gd name="connsiteY2-580" fmla="*/ 2972904 h 2973141"/>
                  <a:gd name="connsiteX3-581" fmla="*/ 2295 w 8156794"/>
                  <a:gd name="connsiteY3-582" fmla="*/ 1618086 h 2973141"/>
                  <a:gd name="connsiteX4-583" fmla="*/ 767 w 8156794"/>
                  <a:gd name="connsiteY4-584" fmla="*/ 147145 h 2973141"/>
                  <a:gd name="connsiteX5-585" fmla="*/ 4068271 w 8156794"/>
                  <a:gd name="connsiteY5-586" fmla="*/ 1566042 h 2973141"/>
                  <a:gd name="connsiteX6-587" fmla="*/ 8156794 w 8156794"/>
                  <a:gd name="connsiteY6-588" fmla="*/ 0 h 2973141"/>
                  <a:gd name="connsiteX0-589" fmla="*/ 8156794 w 8156794"/>
                  <a:gd name="connsiteY0-590" fmla="*/ 0 h 3066827"/>
                  <a:gd name="connsiteX1-591" fmla="*/ 8156794 w 8156794"/>
                  <a:gd name="connsiteY1-592" fmla="*/ 1673520 h 3066827"/>
                  <a:gd name="connsiteX2-593" fmla="*/ 4123353 w 8156794"/>
                  <a:gd name="connsiteY2-594" fmla="*/ 3066650 h 3066827"/>
                  <a:gd name="connsiteX3-595" fmla="*/ 2295 w 8156794"/>
                  <a:gd name="connsiteY3-596" fmla="*/ 1618086 h 3066827"/>
                  <a:gd name="connsiteX4-597" fmla="*/ 767 w 8156794"/>
                  <a:gd name="connsiteY4-598" fmla="*/ 147145 h 3066827"/>
                  <a:gd name="connsiteX5-599" fmla="*/ 4068271 w 8156794"/>
                  <a:gd name="connsiteY5-600" fmla="*/ 1566042 h 3066827"/>
                  <a:gd name="connsiteX6-601" fmla="*/ 8156794 w 8156794"/>
                  <a:gd name="connsiteY6-602" fmla="*/ 0 h 3066827"/>
                  <a:gd name="connsiteX0-603" fmla="*/ 8123689 w 8156794"/>
                  <a:gd name="connsiteY0-604" fmla="*/ 0 h 2999866"/>
                  <a:gd name="connsiteX1-605" fmla="*/ 8156794 w 8156794"/>
                  <a:gd name="connsiteY1-606" fmla="*/ 1606559 h 2999866"/>
                  <a:gd name="connsiteX2-607" fmla="*/ 4123353 w 8156794"/>
                  <a:gd name="connsiteY2-608" fmla="*/ 2999689 h 2999866"/>
                  <a:gd name="connsiteX3-609" fmla="*/ 2295 w 8156794"/>
                  <a:gd name="connsiteY3-610" fmla="*/ 1551125 h 2999866"/>
                  <a:gd name="connsiteX4-611" fmla="*/ 767 w 8156794"/>
                  <a:gd name="connsiteY4-612" fmla="*/ 80184 h 2999866"/>
                  <a:gd name="connsiteX5-613" fmla="*/ 4068271 w 8156794"/>
                  <a:gd name="connsiteY5-614" fmla="*/ 1499081 h 2999866"/>
                  <a:gd name="connsiteX6-615" fmla="*/ 8123689 w 8156794"/>
                  <a:gd name="connsiteY6-616" fmla="*/ 0 h 2999866"/>
                  <a:gd name="connsiteX0-617" fmla="*/ 8167828 w 8167828"/>
                  <a:gd name="connsiteY0-618" fmla="*/ 0 h 3026651"/>
                  <a:gd name="connsiteX1-619" fmla="*/ 8156794 w 8167828"/>
                  <a:gd name="connsiteY1-620" fmla="*/ 1633344 h 3026651"/>
                  <a:gd name="connsiteX2-621" fmla="*/ 4123353 w 8167828"/>
                  <a:gd name="connsiteY2-622" fmla="*/ 3026474 h 3026651"/>
                  <a:gd name="connsiteX3-623" fmla="*/ 2295 w 8167828"/>
                  <a:gd name="connsiteY3-624" fmla="*/ 1577910 h 3026651"/>
                  <a:gd name="connsiteX4-625" fmla="*/ 767 w 8167828"/>
                  <a:gd name="connsiteY4-626" fmla="*/ 106969 h 3026651"/>
                  <a:gd name="connsiteX5-627" fmla="*/ 4068271 w 8167828"/>
                  <a:gd name="connsiteY5-628" fmla="*/ 1525866 h 3026651"/>
                  <a:gd name="connsiteX6-629" fmla="*/ 8167828 w 8167828"/>
                  <a:gd name="connsiteY6-630" fmla="*/ 0 h 3026651"/>
                  <a:gd name="connsiteX0-631" fmla="*/ 8167828 w 8167828"/>
                  <a:gd name="connsiteY0-632" fmla="*/ 0 h 3027228"/>
                  <a:gd name="connsiteX1-633" fmla="*/ 8145760 w 8167828"/>
                  <a:gd name="connsiteY1-634" fmla="*/ 1686913 h 3027228"/>
                  <a:gd name="connsiteX2-635" fmla="*/ 4123353 w 8167828"/>
                  <a:gd name="connsiteY2-636" fmla="*/ 3026474 h 3027228"/>
                  <a:gd name="connsiteX3-637" fmla="*/ 2295 w 8167828"/>
                  <a:gd name="connsiteY3-638" fmla="*/ 1577910 h 3027228"/>
                  <a:gd name="connsiteX4-639" fmla="*/ 767 w 8167828"/>
                  <a:gd name="connsiteY4-640" fmla="*/ 106969 h 3027228"/>
                  <a:gd name="connsiteX5-641" fmla="*/ 4068271 w 8167828"/>
                  <a:gd name="connsiteY5-642" fmla="*/ 1525866 h 3027228"/>
                  <a:gd name="connsiteX6-643" fmla="*/ 8167828 w 8167828"/>
                  <a:gd name="connsiteY6-644" fmla="*/ 0 h 3027228"/>
                  <a:gd name="connsiteX0-645" fmla="*/ 8156794 w 8156794"/>
                  <a:gd name="connsiteY0-646" fmla="*/ 0 h 2933483"/>
                  <a:gd name="connsiteX1-647" fmla="*/ 8145760 w 8156794"/>
                  <a:gd name="connsiteY1-648" fmla="*/ 1593168 h 2933483"/>
                  <a:gd name="connsiteX2-649" fmla="*/ 4123353 w 8156794"/>
                  <a:gd name="connsiteY2-650" fmla="*/ 2932729 h 2933483"/>
                  <a:gd name="connsiteX3-651" fmla="*/ 2295 w 8156794"/>
                  <a:gd name="connsiteY3-652" fmla="*/ 1484165 h 2933483"/>
                  <a:gd name="connsiteX4-653" fmla="*/ 767 w 8156794"/>
                  <a:gd name="connsiteY4-654" fmla="*/ 13224 h 2933483"/>
                  <a:gd name="connsiteX5-655" fmla="*/ 4068271 w 8156794"/>
                  <a:gd name="connsiteY5-656" fmla="*/ 1432121 h 2933483"/>
                  <a:gd name="connsiteX6-657" fmla="*/ 8156794 w 8156794"/>
                  <a:gd name="connsiteY6-658" fmla="*/ 0 h 2933483"/>
                  <a:gd name="connsiteX0-659" fmla="*/ 8156794 w 8156794"/>
                  <a:gd name="connsiteY0-660" fmla="*/ 0 h 2933483"/>
                  <a:gd name="connsiteX1-661" fmla="*/ 8145760 w 8156794"/>
                  <a:gd name="connsiteY1-662" fmla="*/ 1593168 h 2933483"/>
                  <a:gd name="connsiteX2-663" fmla="*/ 4123353 w 8156794"/>
                  <a:gd name="connsiteY2-664" fmla="*/ 2932729 h 2933483"/>
                  <a:gd name="connsiteX3-665" fmla="*/ 2295 w 8156794"/>
                  <a:gd name="connsiteY3-666" fmla="*/ 1484165 h 2933483"/>
                  <a:gd name="connsiteX4-667" fmla="*/ 767 w 8156794"/>
                  <a:gd name="connsiteY4-668" fmla="*/ 13224 h 2933483"/>
                  <a:gd name="connsiteX5-669" fmla="*/ 4068271 w 8156794"/>
                  <a:gd name="connsiteY5-670" fmla="*/ 1432121 h 2933483"/>
                  <a:gd name="connsiteX6-671" fmla="*/ 8156794 w 8156794"/>
                  <a:gd name="connsiteY6-672" fmla="*/ 0 h 2933483"/>
                  <a:gd name="connsiteX0-673" fmla="*/ 8123689 w 8145760"/>
                  <a:gd name="connsiteY0-674" fmla="*/ 13560 h 2920259"/>
                  <a:gd name="connsiteX1-675" fmla="*/ 8145760 w 8145760"/>
                  <a:gd name="connsiteY1-676" fmla="*/ 1579944 h 2920259"/>
                  <a:gd name="connsiteX2-677" fmla="*/ 4123353 w 8145760"/>
                  <a:gd name="connsiteY2-678" fmla="*/ 2919505 h 2920259"/>
                  <a:gd name="connsiteX3-679" fmla="*/ 2295 w 8145760"/>
                  <a:gd name="connsiteY3-680" fmla="*/ 1470941 h 2920259"/>
                  <a:gd name="connsiteX4-681" fmla="*/ 767 w 8145760"/>
                  <a:gd name="connsiteY4-682" fmla="*/ 0 h 2920259"/>
                  <a:gd name="connsiteX5-683" fmla="*/ 4068271 w 8145760"/>
                  <a:gd name="connsiteY5-684" fmla="*/ 1418897 h 2920259"/>
                  <a:gd name="connsiteX6-685" fmla="*/ 8123689 w 8145760"/>
                  <a:gd name="connsiteY6-686" fmla="*/ 13560 h 2920259"/>
                  <a:gd name="connsiteX0-687" fmla="*/ 8178863 w 8178863"/>
                  <a:gd name="connsiteY0-688" fmla="*/ 26952 h 2920259"/>
                  <a:gd name="connsiteX1-689" fmla="*/ 8145760 w 8178863"/>
                  <a:gd name="connsiteY1-690" fmla="*/ 1579944 h 2920259"/>
                  <a:gd name="connsiteX2-691" fmla="*/ 4123353 w 8178863"/>
                  <a:gd name="connsiteY2-692" fmla="*/ 2919505 h 2920259"/>
                  <a:gd name="connsiteX3-693" fmla="*/ 2295 w 8178863"/>
                  <a:gd name="connsiteY3-694" fmla="*/ 1470941 h 2920259"/>
                  <a:gd name="connsiteX4-695" fmla="*/ 767 w 8178863"/>
                  <a:gd name="connsiteY4-696" fmla="*/ 0 h 2920259"/>
                  <a:gd name="connsiteX5-697" fmla="*/ 4068271 w 8178863"/>
                  <a:gd name="connsiteY5-698" fmla="*/ 1418897 h 2920259"/>
                  <a:gd name="connsiteX6-699" fmla="*/ 8178863 w 8178863"/>
                  <a:gd name="connsiteY6-700" fmla="*/ 26952 h 2920259"/>
                  <a:gd name="connsiteX0-701" fmla="*/ 8167827 w 8167827"/>
                  <a:gd name="connsiteY0-702" fmla="*/ 40343 h 2920259"/>
                  <a:gd name="connsiteX1-703" fmla="*/ 8145760 w 8167827"/>
                  <a:gd name="connsiteY1-704" fmla="*/ 1579944 h 2920259"/>
                  <a:gd name="connsiteX2-705" fmla="*/ 4123353 w 8167827"/>
                  <a:gd name="connsiteY2-706" fmla="*/ 2919505 h 2920259"/>
                  <a:gd name="connsiteX3-707" fmla="*/ 2295 w 8167827"/>
                  <a:gd name="connsiteY3-708" fmla="*/ 1470941 h 2920259"/>
                  <a:gd name="connsiteX4-709" fmla="*/ 767 w 8167827"/>
                  <a:gd name="connsiteY4-710" fmla="*/ 0 h 2920259"/>
                  <a:gd name="connsiteX5-711" fmla="*/ 4068271 w 8167827"/>
                  <a:gd name="connsiteY5-712" fmla="*/ 1418897 h 2920259"/>
                  <a:gd name="connsiteX6-713" fmla="*/ 8167827 w 8167827"/>
                  <a:gd name="connsiteY6-714" fmla="*/ 40343 h 2920259"/>
                  <a:gd name="connsiteX0-715" fmla="*/ 8123687 w 8145760"/>
                  <a:gd name="connsiteY0-716" fmla="*/ 53735 h 2920259"/>
                  <a:gd name="connsiteX1-717" fmla="*/ 8145760 w 8145760"/>
                  <a:gd name="connsiteY1-718" fmla="*/ 1579944 h 2920259"/>
                  <a:gd name="connsiteX2-719" fmla="*/ 4123353 w 8145760"/>
                  <a:gd name="connsiteY2-720" fmla="*/ 2919505 h 2920259"/>
                  <a:gd name="connsiteX3-721" fmla="*/ 2295 w 8145760"/>
                  <a:gd name="connsiteY3-722" fmla="*/ 1470941 h 2920259"/>
                  <a:gd name="connsiteX4-723" fmla="*/ 767 w 8145760"/>
                  <a:gd name="connsiteY4-724" fmla="*/ 0 h 2920259"/>
                  <a:gd name="connsiteX5-725" fmla="*/ 4068271 w 8145760"/>
                  <a:gd name="connsiteY5-726" fmla="*/ 1418897 h 2920259"/>
                  <a:gd name="connsiteX6-727" fmla="*/ 8123687 w 8145760"/>
                  <a:gd name="connsiteY6-728" fmla="*/ 53735 h 2920259"/>
                  <a:gd name="connsiteX0-729" fmla="*/ 8161918 w 8161918"/>
                  <a:gd name="connsiteY0-730" fmla="*/ 0 h 2943855"/>
                  <a:gd name="connsiteX1-731" fmla="*/ 8145760 w 8161918"/>
                  <a:gd name="connsiteY1-732" fmla="*/ 1603540 h 2943855"/>
                  <a:gd name="connsiteX2-733" fmla="*/ 4123353 w 8161918"/>
                  <a:gd name="connsiteY2-734" fmla="*/ 2943101 h 2943855"/>
                  <a:gd name="connsiteX3-735" fmla="*/ 2295 w 8161918"/>
                  <a:gd name="connsiteY3-736" fmla="*/ 1494537 h 2943855"/>
                  <a:gd name="connsiteX4-737" fmla="*/ 767 w 8161918"/>
                  <a:gd name="connsiteY4-738" fmla="*/ 23596 h 2943855"/>
                  <a:gd name="connsiteX5-739" fmla="*/ 4068271 w 8161918"/>
                  <a:gd name="connsiteY5-740" fmla="*/ 1442493 h 2943855"/>
                  <a:gd name="connsiteX6-741" fmla="*/ 8161918 w 8161918"/>
                  <a:gd name="connsiteY6-742" fmla="*/ 0 h 2943855"/>
                  <a:gd name="connsiteX0-743" fmla="*/ 8144926 w 8145760"/>
                  <a:gd name="connsiteY0-744" fmla="*/ 43424 h 2920259"/>
                  <a:gd name="connsiteX1-745" fmla="*/ 8145760 w 8145760"/>
                  <a:gd name="connsiteY1-746" fmla="*/ 1579944 h 2920259"/>
                  <a:gd name="connsiteX2-747" fmla="*/ 4123353 w 8145760"/>
                  <a:gd name="connsiteY2-748" fmla="*/ 2919505 h 2920259"/>
                  <a:gd name="connsiteX3-749" fmla="*/ 2295 w 8145760"/>
                  <a:gd name="connsiteY3-750" fmla="*/ 1470941 h 2920259"/>
                  <a:gd name="connsiteX4-751" fmla="*/ 767 w 8145760"/>
                  <a:gd name="connsiteY4-752" fmla="*/ 0 h 2920259"/>
                  <a:gd name="connsiteX5-753" fmla="*/ 4068271 w 8145760"/>
                  <a:gd name="connsiteY5-754" fmla="*/ 1418897 h 2920259"/>
                  <a:gd name="connsiteX6-755" fmla="*/ 8144926 w 8145760"/>
                  <a:gd name="connsiteY6-756" fmla="*/ 43424 h 2920259"/>
                  <a:gd name="connsiteX0-757" fmla="*/ 8161918 w 8161918"/>
                  <a:gd name="connsiteY0-758" fmla="*/ 0 h 2959321"/>
                  <a:gd name="connsiteX1-759" fmla="*/ 8145760 w 8161918"/>
                  <a:gd name="connsiteY1-760" fmla="*/ 1619006 h 2959321"/>
                  <a:gd name="connsiteX2-761" fmla="*/ 4123353 w 8161918"/>
                  <a:gd name="connsiteY2-762" fmla="*/ 2958567 h 2959321"/>
                  <a:gd name="connsiteX3-763" fmla="*/ 2295 w 8161918"/>
                  <a:gd name="connsiteY3-764" fmla="*/ 1510003 h 2959321"/>
                  <a:gd name="connsiteX4-765" fmla="*/ 767 w 8161918"/>
                  <a:gd name="connsiteY4-766" fmla="*/ 39062 h 2959321"/>
                  <a:gd name="connsiteX5-767" fmla="*/ 4068271 w 8161918"/>
                  <a:gd name="connsiteY5-768" fmla="*/ 1457959 h 2959321"/>
                  <a:gd name="connsiteX6-769" fmla="*/ 8161918 w 8161918"/>
                  <a:gd name="connsiteY6-770" fmla="*/ 0 h 2959321"/>
                  <a:gd name="connsiteX0-771" fmla="*/ 8161918 w 8162752"/>
                  <a:gd name="connsiteY0-772" fmla="*/ 0 h 2959488"/>
                  <a:gd name="connsiteX1-773" fmla="*/ 8162752 w 8162752"/>
                  <a:gd name="connsiteY1-774" fmla="*/ 1629317 h 2959488"/>
                  <a:gd name="connsiteX2-775" fmla="*/ 4123353 w 8162752"/>
                  <a:gd name="connsiteY2-776" fmla="*/ 2958567 h 2959488"/>
                  <a:gd name="connsiteX3-777" fmla="*/ 2295 w 8162752"/>
                  <a:gd name="connsiteY3-778" fmla="*/ 1510003 h 2959488"/>
                  <a:gd name="connsiteX4-779" fmla="*/ 767 w 8162752"/>
                  <a:gd name="connsiteY4-780" fmla="*/ 39062 h 2959488"/>
                  <a:gd name="connsiteX5-781" fmla="*/ 4068271 w 8162752"/>
                  <a:gd name="connsiteY5-782" fmla="*/ 1457959 h 2959488"/>
                  <a:gd name="connsiteX6-783" fmla="*/ 8161918 w 8162752"/>
                  <a:gd name="connsiteY6-784" fmla="*/ 0 h 2959488"/>
                  <a:gd name="connsiteX0-785" fmla="*/ 8165930 w 8166764"/>
                  <a:gd name="connsiteY0-786" fmla="*/ 7337 h 2966825"/>
                  <a:gd name="connsiteX1-787" fmla="*/ 8166764 w 8166764"/>
                  <a:gd name="connsiteY1-788" fmla="*/ 1636654 h 2966825"/>
                  <a:gd name="connsiteX2-789" fmla="*/ 4127365 w 8166764"/>
                  <a:gd name="connsiteY2-790" fmla="*/ 2965904 h 2966825"/>
                  <a:gd name="connsiteX3-791" fmla="*/ 6307 w 8166764"/>
                  <a:gd name="connsiteY3-792" fmla="*/ 1517340 h 2966825"/>
                  <a:gd name="connsiteX4-793" fmla="*/ 532 w 8166764"/>
                  <a:gd name="connsiteY4-794" fmla="*/ 0 h 2966825"/>
                  <a:gd name="connsiteX5-795" fmla="*/ 4072283 w 8166764"/>
                  <a:gd name="connsiteY5-796" fmla="*/ 1465296 h 2966825"/>
                  <a:gd name="connsiteX6-797" fmla="*/ 8165930 w 8166764"/>
                  <a:gd name="connsiteY6-798" fmla="*/ 7337 h 2966825"/>
                  <a:gd name="connsiteX0-799" fmla="*/ 8168119 w 8168953"/>
                  <a:gd name="connsiteY0-800" fmla="*/ 7337 h 2966682"/>
                  <a:gd name="connsiteX1-801" fmla="*/ 8168953 w 8168953"/>
                  <a:gd name="connsiteY1-802" fmla="*/ 1636654 h 2966682"/>
                  <a:gd name="connsiteX2-803" fmla="*/ 4129554 w 8168953"/>
                  <a:gd name="connsiteY2-804" fmla="*/ 2965904 h 2966682"/>
                  <a:gd name="connsiteX3-805" fmla="*/ 0 w 8168953"/>
                  <a:gd name="connsiteY3-806" fmla="*/ 1527651 h 2966682"/>
                  <a:gd name="connsiteX4-807" fmla="*/ 2721 w 8168953"/>
                  <a:gd name="connsiteY4-808" fmla="*/ 0 h 2966682"/>
                  <a:gd name="connsiteX5-809" fmla="*/ 4074472 w 8168953"/>
                  <a:gd name="connsiteY5-810" fmla="*/ 1465296 h 2966682"/>
                  <a:gd name="connsiteX6-811" fmla="*/ 8168119 w 8168953"/>
                  <a:gd name="connsiteY6-812" fmla="*/ 7337 h 2966682"/>
                  <a:gd name="connsiteX0-813" fmla="*/ 8168119 w 8168953"/>
                  <a:gd name="connsiteY0-814" fmla="*/ 7337 h 3100377"/>
                  <a:gd name="connsiteX1-815" fmla="*/ 8168953 w 8168953"/>
                  <a:gd name="connsiteY1-816" fmla="*/ 1636654 h 3100377"/>
                  <a:gd name="connsiteX2-817" fmla="*/ 4118520 w 8168953"/>
                  <a:gd name="connsiteY2-818" fmla="*/ 3099826 h 3100377"/>
                  <a:gd name="connsiteX3-819" fmla="*/ 0 w 8168953"/>
                  <a:gd name="connsiteY3-820" fmla="*/ 1527651 h 3100377"/>
                  <a:gd name="connsiteX4-821" fmla="*/ 2721 w 8168953"/>
                  <a:gd name="connsiteY4-822" fmla="*/ 0 h 3100377"/>
                  <a:gd name="connsiteX5-823" fmla="*/ 4074472 w 8168953"/>
                  <a:gd name="connsiteY5-824" fmla="*/ 1465296 h 3100377"/>
                  <a:gd name="connsiteX6-825" fmla="*/ 8168119 w 8168953"/>
                  <a:gd name="connsiteY6-826" fmla="*/ 7337 h 3100377"/>
                  <a:gd name="connsiteX0-827" fmla="*/ 8168119 w 8168953"/>
                  <a:gd name="connsiteY0-828" fmla="*/ 7337 h 3100429"/>
                  <a:gd name="connsiteX1-829" fmla="*/ 8168953 w 8168953"/>
                  <a:gd name="connsiteY1-830" fmla="*/ 1636654 h 3100429"/>
                  <a:gd name="connsiteX2-831" fmla="*/ 4118520 w 8168953"/>
                  <a:gd name="connsiteY2-832" fmla="*/ 3099826 h 3100429"/>
                  <a:gd name="connsiteX3-833" fmla="*/ 0 w 8168953"/>
                  <a:gd name="connsiteY3-834" fmla="*/ 1527651 h 3100429"/>
                  <a:gd name="connsiteX4-835" fmla="*/ 2721 w 8168953"/>
                  <a:gd name="connsiteY4-836" fmla="*/ 0 h 3100429"/>
                  <a:gd name="connsiteX5-837" fmla="*/ 4074472 w 8168953"/>
                  <a:gd name="connsiteY5-838" fmla="*/ 1465296 h 3100429"/>
                  <a:gd name="connsiteX6-839" fmla="*/ 8168119 w 8168953"/>
                  <a:gd name="connsiteY6-840" fmla="*/ 7337 h 3100429"/>
                  <a:gd name="connsiteX0-841" fmla="*/ 8165849 w 8166683"/>
                  <a:gd name="connsiteY0-842" fmla="*/ 7337 h 3099826"/>
                  <a:gd name="connsiteX1-843" fmla="*/ 8166683 w 8166683"/>
                  <a:gd name="connsiteY1-844" fmla="*/ 1636654 h 3099826"/>
                  <a:gd name="connsiteX2-845" fmla="*/ 4116250 w 8166683"/>
                  <a:gd name="connsiteY2-846" fmla="*/ 3099826 h 3099826"/>
                  <a:gd name="connsiteX3-847" fmla="*/ 8764 w 8166683"/>
                  <a:gd name="connsiteY3-848" fmla="*/ 1634789 h 3099826"/>
                  <a:gd name="connsiteX4-849" fmla="*/ 451 w 8166683"/>
                  <a:gd name="connsiteY4-850" fmla="*/ 0 h 3099826"/>
                  <a:gd name="connsiteX5-851" fmla="*/ 4072202 w 8166683"/>
                  <a:gd name="connsiteY5-852" fmla="*/ 1465296 h 3099826"/>
                  <a:gd name="connsiteX6-853" fmla="*/ 8165849 w 8166683"/>
                  <a:gd name="connsiteY6-854" fmla="*/ 7337 h 3099826"/>
                  <a:gd name="connsiteX0-855" fmla="*/ 8165849 w 8166683"/>
                  <a:gd name="connsiteY0-856" fmla="*/ 7337 h 3099826"/>
                  <a:gd name="connsiteX1-857" fmla="*/ 8166683 w 8166683"/>
                  <a:gd name="connsiteY1-858" fmla="*/ 1636654 h 3099826"/>
                  <a:gd name="connsiteX2-859" fmla="*/ 4116250 w 8166683"/>
                  <a:gd name="connsiteY2-860" fmla="*/ 3099826 h 3099826"/>
                  <a:gd name="connsiteX3-861" fmla="*/ 8764 w 8166683"/>
                  <a:gd name="connsiteY3-862" fmla="*/ 1634789 h 3099826"/>
                  <a:gd name="connsiteX4-863" fmla="*/ 451 w 8166683"/>
                  <a:gd name="connsiteY4-864" fmla="*/ 0 h 3099826"/>
                  <a:gd name="connsiteX5-865" fmla="*/ 4072202 w 8166683"/>
                  <a:gd name="connsiteY5-866" fmla="*/ 1465296 h 3099826"/>
                  <a:gd name="connsiteX6-867" fmla="*/ 8165849 w 8166683"/>
                  <a:gd name="connsiteY6-868" fmla="*/ 7337 h 3099826"/>
                  <a:gd name="connsiteX0-869" fmla="*/ 8165849 w 8166683"/>
                  <a:gd name="connsiteY0-870" fmla="*/ 7337 h 3099826"/>
                  <a:gd name="connsiteX1-871" fmla="*/ 8166683 w 8166683"/>
                  <a:gd name="connsiteY1-872" fmla="*/ 1636654 h 3099826"/>
                  <a:gd name="connsiteX2-873" fmla="*/ 4116250 w 8166683"/>
                  <a:gd name="connsiteY2-874" fmla="*/ 3099826 h 3099826"/>
                  <a:gd name="connsiteX3-875" fmla="*/ 8764 w 8166683"/>
                  <a:gd name="connsiteY3-876" fmla="*/ 1634789 h 3099826"/>
                  <a:gd name="connsiteX4-877" fmla="*/ 451 w 8166683"/>
                  <a:gd name="connsiteY4-878" fmla="*/ 0 h 3099826"/>
                  <a:gd name="connsiteX5-879" fmla="*/ 4061168 w 8166683"/>
                  <a:gd name="connsiteY5-880" fmla="*/ 1438511 h 3099826"/>
                  <a:gd name="connsiteX6-881" fmla="*/ 8165849 w 8166683"/>
                  <a:gd name="connsiteY6-882" fmla="*/ 7337 h 3099826"/>
                  <a:gd name="connsiteX0-883" fmla="*/ 8165849 w 8166683"/>
                  <a:gd name="connsiteY0-884" fmla="*/ 7337 h 3099826"/>
                  <a:gd name="connsiteX1-885" fmla="*/ 8166683 w 8166683"/>
                  <a:gd name="connsiteY1-886" fmla="*/ 1636654 h 3099826"/>
                  <a:gd name="connsiteX2-887" fmla="*/ 4116250 w 8166683"/>
                  <a:gd name="connsiteY2-888" fmla="*/ 3099826 h 3099826"/>
                  <a:gd name="connsiteX3-889" fmla="*/ 8764 w 8166683"/>
                  <a:gd name="connsiteY3-890" fmla="*/ 1634789 h 3099826"/>
                  <a:gd name="connsiteX4-891" fmla="*/ 451 w 8166683"/>
                  <a:gd name="connsiteY4-892" fmla="*/ 0 h 3099826"/>
                  <a:gd name="connsiteX5-893" fmla="*/ 4061168 w 8166683"/>
                  <a:gd name="connsiteY5-894" fmla="*/ 1438511 h 3099826"/>
                  <a:gd name="connsiteX6-895" fmla="*/ 8165849 w 8166683"/>
                  <a:gd name="connsiteY6-896" fmla="*/ 7337 h 309982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52" name="Group 51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53" name="Freeform 23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-1" fmla="*/ 3725333 w 4641485"/>
                    <a:gd name="connsiteY0-2" fmla="*/ 0 h 1049866"/>
                    <a:gd name="connsiteX1-3" fmla="*/ 4641485 w 4641485"/>
                    <a:gd name="connsiteY1-4" fmla="*/ 239402 h 1049866"/>
                    <a:gd name="connsiteX2-5" fmla="*/ 3962400 w 4641485"/>
                    <a:gd name="connsiteY2-6" fmla="*/ 541866 h 1049866"/>
                    <a:gd name="connsiteX3-7" fmla="*/ 3742267 w 4641485"/>
                    <a:gd name="connsiteY3-8" fmla="*/ 457200 h 1049866"/>
                    <a:gd name="connsiteX4-9" fmla="*/ 2269067 w 4641485"/>
                    <a:gd name="connsiteY4-10" fmla="*/ 1049866 h 1049866"/>
                    <a:gd name="connsiteX5-11" fmla="*/ 880533 w 4641485"/>
                    <a:gd name="connsiteY5-12" fmla="*/ 457200 h 1049866"/>
                    <a:gd name="connsiteX6-13" fmla="*/ 592667 w 4641485"/>
                    <a:gd name="connsiteY6-14" fmla="*/ 541866 h 1049866"/>
                    <a:gd name="connsiteX7-15" fmla="*/ 0 w 4641485"/>
                    <a:gd name="connsiteY7-16" fmla="*/ 254000 h 1049866"/>
                    <a:gd name="connsiteX8-17" fmla="*/ 880533 w 4641485"/>
                    <a:gd name="connsiteY8-18" fmla="*/ 16933 h 1049866"/>
                    <a:gd name="connsiteX9-19" fmla="*/ 2302933 w 4641485"/>
                    <a:gd name="connsiteY9-20" fmla="*/ 626533 h 1049866"/>
                    <a:gd name="connsiteX10-21" fmla="*/ 3725333 w 4641485"/>
                    <a:gd name="connsiteY10-22" fmla="*/ 0 h 1049866"/>
                    <a:gd name="connsiteX0-23" fmla="*/ 3756864 w 4673016"/>
                    <a:gd name="connsiteY0-24" fmla="*/ 0 h 1049866"/>
                    <a:gd name="connsiteX1-25" fmla="*/ 4673016 w 4673016"/>
                    <a:gd name="connsiteY1-26" fmla="*/ 239402 h 1049866"/>
                    <a:gd name="connsiteX2-27" fmla="*/ 3993931 w 4673016"/>
                    <a:gd name="connsiteY2-28" fmla="*/ 541866 h 1049866"/>
                    <a:gd name="connsiteX3-29" fmla="*/ 3773798 w 4673016"/>
                    <a:gd name="connsiteY3-30" fmla="*/ 457200 h 1049866"/>
                    <a:gd name="connsiteX4-31" fmla="*/ 2300598 w 4673016"/>
                    <a:gd name="connsiteY4-32" fmla="*/ 1049866 h 1049866"/>
                    <a:gd name="connsiteX5-33" fmla="*/ 912064 w 4673016"/>
                    <a:gd name="connsiteY5-34" fmla="*/ 457200 h 1049866"/>
                    <a:gd name="connsiteX6-35" fmla="*/ 624198 w 4673016"/>
                    <a:gd name="connsiteY6-36" fmla="*/ 541866 h 1049866"/>
                    <a:gd name="connsiteX7-37" fmla="*/ 0 w 4673016"/>
                    <a:gd name="connsiteY7-38" fmla="*/ 232979 h 1049866"/>
                    <a:gd name="connsiteX8-39" fmla="*/ 912064 w 4673016"/>
                    <a:gd name="connsiteY8-40" fmla="*/ 16933 h 1049866"/>
                    <a:gd name="connsiteX9-41" fmla="*/ 2334464 w 4673016"/>
                    <a:gd name="connsiteY9-42" fmla="*/ 626533 h 1049866"/>
                    <a:gd name="connsiteX10-43" fmla="*/ 3756864 w 4673016"/>
                    <a:gd name="connsiteY10-44" fmla="*/ 0 h 1049866"/>
                    <a:gd name="connsiteX0-45" fmla="*/ 3756864 w 4673016"/>
                    <a:gd name="connsiteY0-46" fmla="*/ 0 h 1049866"/>
                    <a:gd name="connsiteX1-47" fmla="*/ 4673016 w 4673016"/>
                    <a:gd name="connsiteY1-48" fmla="*/ 239402 h 1049866"/>
                    <a:gd name="connsiteX2-49" fmla="*/ 3993931 w 4673016"/>
                    <a:gd name="connsiteY2-50" fmla="*/ 541866 h 1049866"/>
                    <a:gd name="connsiteX3-51" fmla="*/ 3784308 w 4673016"/>
                    <a:gd name="connsiteY3-52" fmla="*/ 404648 h 1049866"/>
                    <a:gd name="connsiteX4-53" fmla="*/ 2300598 w 4673016"/>
                    <a:gd name="connsiteY4-54" fmla="*/ 1049866 h 1049866"/>
                    <a:gd name="connsiteX5-55" fmla="*/ 912064 w 4673016"/>
                    <a:gd name="connsiteY5-56" fmla="*/ 457200 h 1049866"/>
                    <a:gd name="connsiteX6-57" fmla="*/ 624198 w 4673016"/>
                    <a:gd name="connsiteY6-58" fmla="*/ 541866 h 1049866"/>
                    <a:gd name="connsiteX7-59" fmla="*/ 0 w 4673016"/>
                    <a:gd name="connsiteY7-60" fmla="*/ 232979 h 1049866"/>
                    <a:gd name="connsiteX8-61" fmla="*/ 912064 w 4673016"/>
                    <a:gd name="connsiteY8-62" fmla="*/ 16933 h 1049866"/>
                    <a:gd name="connsiteX9-63" fmla="*/ 2334464 w 4673016"/>
                    <a:gd name="connsiteY9-64" fmla="*/ 626533 h 1049866"/>
                    <a:gd name="connsiteX10-65" fmla="*/ 3756864 w 4673016"/>
                    <a:gd name="connsiteY10-66" fmla="*/ 0 h 1049866"/>
                    <a:gd name="connsiteX0-67" fmla="*/ 3756864 w 4673016"/>
                    <a:gd name="connsiteY0-68" fmla="*/ 0 h 1049866"/>
                    <a:gd name="connsiteX1-69" fmla="*/ 4673016 w 4673016"/>
                    <a:gd name="connsiteY1-70" fmla="*/ 239402 h 1049866"/>
                    <a:gd name="connsiteX2-71" fmla="*/ 3993931 w 4673016"/>
                    <a:gd name="connsiteY2-72" fmla="*/ 541866 h 1049866"/>
                    <a:gd name="connsiteX3-73" fmla="*/ 3794818 w 4673016"/>
                    <a:gd name="connsiteY3-74" fmla="*/ 436179 h 1049866"/>
                    <a:gd name="connsiteX4-75" fmla="*/ 2300598 w 4673016"/>
                    <a:gd name="connsiteY4-76" fmla="*/ 1049866 h 1049866"/>
                    <a:gd name="connsiteX5-77" fmla="*/ 912064 w 4673016"/>
                    <a:gd name="connsiteY5-78" fmla="*/ 457200 h 1049866"/>
                    <a:gd name="connsiteX6-79" fmla="*/ 624198 w 4673016"/>
                    <a:gd name="connsiteY6-80" fmla="*/ 541866 h 1049866"/>
                    <a:gd name="connsiteX7-81" fmla="*/ 0 w 4673016"/>
                    <a:gd name="connsiteY7-82" fmla="*/ 232979 h 1049866"/>
                    <a:gd name="connsiteX8-83" fmla="*/ 912064 w 4673016"/>
                    <a:gd name="connsiteY8-84" fmla="*/ 16933 h 1049866"/>
                    <a:gd name="connsiteX9-85" fmla="*/ 2334464 w 4673016"/>
                    <a:gd name="connsiteY9-86" fmla="*/ 626533 h 1049866"/>
                    <a:gd name="connsiteX10-87" fmla="*/ 3756864 w 4673016"/>
                    <a:gd name="connsiteY10-88" fmla="*/ 0 h 1049866"/>
                    <a:gd name="connsiteX0-89" fmla="*/ 3756864 w 4673016"/>
                    <a:gd name="connsiteY0-90" fmla="*/ 0 h 1049866"/>
                    <a:gd name="connsiteX1-91" fmla="*/ 4673016 w 4673016"/>
                    <a:gd name="connsiteY1-92" fmla="*/ 239402 h 1049866"/>
                    <a:gd name="connsiteX2-93" fmla="*/ 3993931 w 4673016"/>
                    <a:gd name="connsiteY2-94" fmla="*/ 541866 h 1049866"/>
                    <a:gd name="connsiteX3-95" fmla="*/ 3794818 w 4673016"/>
                    <a:gd name="connsiteY3-96" fmla="*/ 436179 h 1049866"/>
                    <a:gd name="connsiteX4-97" fmla="*/ 2300598 w 4673016"/>
                    <a:gd name="connsiteY4-98" fmla="*/ 1049866 h 1049866"/>
                    <a:gd name="connsiteX5-99" fmla="*/ 912064 w 4673016"/>
                    <a:gd name="connsiteY5-100" fmla="*/ 457200 h 1049866"/>
                    <a:gd name="connsiteX6-101" fmla="*/ 624198 w 4673016"/>
                    <a:gd name="connsiteY6-102" fmla="*/ 541866 h 1049866"/>
                    <a:gd name="connsiteX7-103" fmla="*/ 0 w 4673016"/>
                    <a:gd name="connsiteY7-104" fmla="*/ 232979 h 1049866"/>
                    <a:gd name="connsiteX8-105" fmla="*/ 912064 w 4673016"/>
                    <a:gd name="connsiteY8-106" fmla="*/ 16933 h 1049866"/>
                    <a:gd name="connsiteX9-107" fmla="*/ 2323954 w 4673016"/>
                    <a:gd name="connsiteY9-108" fmla="*/ 616023 h 1049866"/>
                    <a:gd name="connsiteX10-109" fmla="*/ 3756864 w 4673016"/>
                    <a:gd name="connsiteY10-110" fmla="*/ 0 h 1049866"/>
                    <a:gd name="connsiteX0-111" fmla="*/ 3756864 w 4673016"/>
                    <a:gd name="connsiteY0-112" fmla="*/ 0 h 1049866"/>
                    <a:gd name="connsiteX1-113" fmla="*/ 4673016 w 4673016"/>
                    <a:gd name="connsiteY1-114" fmla="*/ 239402 h 1049866"/>
                    <a:gd name="connsiteX2-115" fmla="*/ 3993931 w 4673016"/>
                    <a:gd name="connsiteY2-116" fmla="*/ 541866 h 1049866"/>
                    <a:gd name="connsiteX3-117" fmla="*/ 3794818 w 4673016"/>
                    <a:gd name="connsiteY3-118" fmla="*/ 436179 h 1049866"/>
                    <a:gd name="connsiteX4-119" fmla="*/ 2300598 w 4673016"/>
                    <a:gd name="connsiteY4-120" fmla="*/ 1049866 h 1049866"/>
                    <a:gd name="connsiteX5-121" fmla="*/ 912064 w 4673016"/>
                    <a:gd name="connsiteY5-122" fmla="*/ 457200 h 1049866"/>
                    <a:gd name="connsiteX6-123" fmla="*/ 624198 w 4673016"/>
                    <a:gd name="connsiteY6-124" fmla="*/ 541866 h 1049866"/>
                    <a:gd name="connsiteX7-125" fmla="*/ 0 w 4673016"/>
                    <a:gd name="connsiteY7-126" fmla="*/ 275021 h 1049866"/>
                    <a:gd name="connsiteX8-127" fmla="*/ 912064 w 4673016"/>
                    <a:gd name="connsiteY8-128" fmla="*/ 16933 h 1049866"/>
                    <a:gd name="connsiteX9-129" fmla="*/ 2323954 w 4673016"/>
                    <a:gd name="connsiteY9-130" fmla="*/ 616023 h 1049866"/>
                    <a:gd name="connsiteX10-131" fmla="*/ 3756864 w 4673016"/>
                    <a:gd name="connsiteY10-132" fmla="*/ 0 h 1049866"/>
                    <a:gd name="connsiteX0-133" fmla="*/ 3756864 w 4673016"/>
                    <a:gd name="connsiteY0-134" fmla="*/ 0 h 1049866"/>
                    <a:gd name="connsiteX1-135" fmla="*/ 4673016 w 4673016"/>
                    <a:gd name="connsiteY1-136" fmla="*/ 239402 h 1049866"/>
                    <a:gd name="connsiteX2-137" fmla="*/ 3993931 w 4673016"/>
                    <a:gd name="connsiteY2-138" fmla="*/ 541866 h 1049866"/>
                    <a:gd name="connsiteX3-139" fmla="*/ 3815839 w 4673016"/>
                    <a:gd name="connsiteY3-140" fmla="*/ 467710 h 1049866"/>
                    <a:gd name="connsiteX4-141" fmla="*/ 2300598 w 4673016"/>
                    <a:gd name="connsiteY4-142" fmla="*/ 1049866 h 1049866"/>
                    <a:gd name="connsiteX5-143" fmla="*/ 912064 w 4673016"/>
                    <a:gd name="connsiteY5-144" fmla="*/ 457200 h 1049866"/>
                    <a:gd name="connsiteX6-145" fmla="*/ 624198 w 4673016"/>
                    <a:gd name="connsiteY6-146" fmla="*/ 541866 h 1049866"/>
                    <a:gd name="connsiteX7-147" fmla="*/ 0 w 4673016"/>
                    <a:gd name="connsiteY7-148" fmla="*/ 275021 h 1049866"/>
                    <a:gd name="connsiteX8-149" fmla="*/ 912064 w 4673016"/>
                    <a:gd name="connsiteY8-150" fmla="*/ 16933 h 1049866"/>
                    <a:gd name="connsiteX9-151" fmla="*/ 2323954 w 4673016"/>
                    <a:gd name="connsiteY9-152" fmla="*/ 616023 h 1049866"/>
                    <a:gd name="connsiteX10-153" fmla="*/ 3756864 w 4673016"/>
                    <a:gd name="connsiteY10-154" fmla="*/ 0 h 104986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54" name="Freeform 23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55" name="Freeform 2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56" name="Freeform 2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-1" fmla="*/ 168165 w 3731172"/>
                    <a:gd name="connsiteY0-2" fmla="*/ 73572 h 1418896"/>
                    <a:gd name="connsiteX1-3" fmla="*/ 451945 w 3731172"/>
                    <a:gd name="connsiteY1-4" fmla="*/ 0 h 1418896"/>
                    <a:gd name="connsiteX2-5" fmla="*/ 1881352 w 3731172"/>
                    <a:gd name="connsiteY2-6" fmla="*/ 599089 h 1418896"/>
                    <a:gd name="connsiteX3-7" fmla="*/ 3363310 w 3731172"/>
                    <a:gd name="connsiteY3-8" fmla="*/ 0 h 1418896"/>
                    <a:gd name="connsiteX4-9" fmla="*/ 3584027 w 3731172"/>
                    <a:gd name="connsiteY4-10" fmla="*/ 73572 h 1418896"/>
                    <a:gd name="connsiteX5-11" fmla="*/ 2627586 w 3731172"/>
                    <a:gd name="connsiteY5-12" fmla="*/ 441434 h 1418896"/>
                    <a:gd name="connsiteX6-13" fmla="*/ 2596055 w 3731172"/>
                    <a:gd name="connsiteY6-14" fmla="*/ 914400 h 1418896"/>
                    <a:gd name="connsiteX7-15" fmla="*/ 3731172 w 3731172"/>
                    <a:gd name="connsiteY7-16" fmla="*/ 1345324 h 1418896"/>
                    <a:gd name="connsiteX8-17" fmla="*/ 3447393 w 3731172"/>
                    <a:gd name="connsiteY8-18" fmla="*/ 1408386 h 1418896"/>
                    <a:gd name="connsiteX9-19" fmla="*/ 1870841 w 3731172"/>
                    <a:gd name="connsiteY9-20" fmla="*/ 746234 h 1418896"/>
                    <a:gd name="connsiteX10-21" fmla="*/ 262758 w 3731172"/>
                    <a:gd name="connsiteY10-22" fmla="*/ 1418896 h 1418896"/>
                    <a:gd name="connsiteX11-23" fmla="*/ 0 w 3731172"/>
                    <a:gd name="connsiteY11-24" fmla="*/ 1324303 h 1418896"/>
                    <a:gd name="connsiteX12-25" fmla="*/ 1145627 w 3731172"/>
                    <a:gd name="connsiteY12-26" fmla="*/ 882869 h 1418896"/>
                    <a:gd name="connsiteX13-27" fmla="*/ 1114096 w 3731172"/>
                    <a:gd name="connsiteY13-28" fmla="*/ 409903 h 1418896"/>
                    <a:gd name="connsiteX14-29" fmla="*/ 441434 w 3731172"/>
                    <a:gd name="connsiteY14-30" fmla="*/ 10510 h 1418896"/>
                    <a:gd name="connsiteX15-31" fmla="*/ 441434 w 3731172"/>
                    <a:gd name="connsiteY15-32" fmla="*/ 10510 h 1418896"/>
                    <a:gd name="connsiteX0-33" fmla="*/ 168165 w 3731172"/>
                    <a:gd name="connsiteY0-34" fmla="*/ 73572 h 1418896"/>
                    <a:gd name="connsiteX1-35" fmla="*/ 451945 w 3731172"/>
                    <a:gd name="connsiteY1-36" fmla="*/ 0 h 1418896"/>
                    <a:gd name="connsiteX2-37" fmla="*/ 1881352 w 3731172"/>
                    <a:gd name="connsiteY2-38" fmla="*/ 599089 h 1418896"/>
                    <a:gd name="connsiteX3-39" fmla="*/ 3363310 w 3731172"/>
                    <a:gd name="connsiteY3-40" fmla="*/ 0 h 1418896"/>
                    <a:gd name="connsiteX4-41" fmla="*/ 3584027 w 3731172"/>
                    <a:gd name="connsiteY4-42" fmla="*/ 73572 h 1418896"/>
                    <a:gd name="connsiteX5-43" fmla="*/ 2627586 w 3731172"/>
                    <a:gd name="connsiteY5-44" fmla="*/ 441434 h 1418896"/>
                    <a:gd name="connsiteX6-45" fmla="*/ 2596055 w 3731172"/>
                    <a:gd name="connsiteY6-46" fmla="*/ 914400 h 1418896"/>
                    <a:gd name="connsiteX7-47" fmla="*/ 3731172 w 3731172"/>
                    <a:gd name="connsiteY7-48" fmla="*/ 1345324 h 1418896"/>
                    <a:gd name="connsiteX8-49" fmla="*/ 3447393 w 3731172"/>
                    <a:gd name="connsiteY8-50" fmla="*/ 1408386 h 1418896"/>
                    <a:gd name="connsiteX9-51" fmla="*/ 1870841 w 3731172"/>
                    <a:gd name="connsiteY9-52" fmla="*/ 746234 h 1418896"/>
                    <a:gd name="connsiteX10-53" fmla="*/ 262758 w 3731172"/>
                    <a:gd name="connsiteY10-54" fmla="*/ 1418896 h 1418896"/>
                    <a:gd name="connsiteX11-55" fmla="*/ 0 w 3731172"/>
                    <a:gd name="connsiteY11-56" fmla="*/ 1324303 h 1418896"/>
                    <a:gd name="connsiteX12-57" fmla="*/ 1145627 w 3731172"/>
                    <a:gd name="connsiteY12-58" fmla="*/ 882869 h 1418896"/>
                    <a:gd name="connsiteX13-59" fmla="*/ 1114096 w 3731172"/>
                    <a:gd name="connsiteY13-60" fmla="*/ 409903 h 1418896"/>
                    <a:gd name="connsiteX14-61" fmla="*/ 441434 w 3731172"/>
                    <a:gd name="connsiteY14-62" fmla="*/ 10510 h 1418896"/>
                    <a:gd name="connsiteX0-63" fmla="*/ 168165 w 3731172"/>
                    <a:gd name="connsiteY0-64" fmla="*/ 73572 h 1418896"/>
                    <a:gd name="connsiteX1-65" fmla="*/ 451945 w 3731172"/>
                    <a:gd name="connsiteY1-66" fmla="*/ 0 h 1418896"/>
                    <a:gd name="connsiteX2-67" fmla="*/ 1881352 w 3731172"/>
                    <a:gd name="connsiteY2-68" fmla="*/ 599089 h 1418896"/>
                    <a:gd name="connsiteX3-69" fmla="*/ 3363310 w 3731172"/>
                    <a:gd name="connsiteY3-70" fmla="*/ 0 h 1418896"/>
                    <a:gd name="connsiteX4-71" fmla="*/ 3584027 w 3731172"/>
                    <a:gd name="connsiteY4-72" fmla="*/ 73572 h 1418896"/>
                    <a:gd name="connsiteX5-73" fmla="*/ 2627586 w 3731172"/>
                    <a:gd name="connsiteY5-74" fmla="*/ 441434 h 1418896"/>
                    <a:gd name="connsiteX6-75" fmla="*/ 2596055 w 3731172"/>
                    <a:gd name="connsiteY6-76" fmla="*/ 914400 h 1418896"/>
                    <a:gd name="connsiteX7-77" fmla="*/ 3731172 w 3731172"/>
                    <a:gd name="connsiteY7-78" fmla="*/ 1345324 h 1418896"/>
                    <a:gd name="connsiteX8-79" fmla="*/ 3447393 w 3731172"/>
                    <a:gd name="connsiteY8-80" fmla="*/ 1408386 h 1418896"/>
                    <a:gd name="connsiteX9-81" fmla="*/ 1870841 w 3731172"/>
                    <a:gd name="connsiteY9-82" fmla="*/ 746234 h 1418896"/>
                    <a:gd name="connsiteX10-83" fmla="*/ 262758 w 3731172"/>
                    <a:gd name="connsiteY10-84" fmla="*/ 1418896 h 1418896"/>
                    <a:gd name="connsiteX11-85" fmla="*/ 0 w 3731172"/>
                    <a:gd name="connsiteY11-86" fmla="*/ 1324303 h 1418896"/>
                    <a:gd name="connsiteX12-87" fmla="*/ 1145627 w 3731172"/>
                    <a:gd name="connsiteY12-88" fmla="*/ 882869 h 1418896"/>
                    <a:gd name="connsiteX13-89" fmla="*/ 1114096 w 3731172"/>
                    <a:gd name="connsiteY13-90" fmla="*/ 409903 h 1418896"/>
                    <a:gd name="connsiteX14-91" fmla="*/ 357351 w 3731172"/>
                    <a:gd name="connsiteY14-92" fmla="*/ 115613 h 1418896"/>
                    <a:gd name="connsiteX0-93" fmla="*/ 168165 w 3731172"/>
                    <a:gd name="connsiteY0-94" fmla="*/ 73572 h 1418896"/>
                    <a:gd name="connsiteX1-95" fmla="*/ 451945 w 3731172"/>
                    <a:gd name="connsiteY1-96" fmla="*/ 0 h 1418896"/>
                    <a:gd name="connsiteX2-97" fmla="*/ 1881352 w 3731172"/>
                    <a:gd name="connsiteY2-98" fmla="*/ 599089 h 1418896"/>
                    <a:gd name="connsiteX3-99" fmla="*/ 3363310 w 3731172"/>
                    <a:gd name="connsiteY3-100" fmla="*/ 0 h 1418896"/>
                    <a:gd name="connsiteX4-101" fmla="*/ 3584027 w 3731172"/>
                    <a:gd name="connsiteY4-102" fmla="*/ 73572 h 1418896"/>
                    <a:gd name="connsiteX5-103" fmla="*/ 2627586 w 3731172"/>
                    <a:gd name="connsiteY5-104" fmla="*/ 441434 h 1418896"/>
                    <a:gd name="connsiteX6-105" fmla="*/ 2596055 w 3731172"/>
                    <a:gd name="connsiteY6-106" fmla="*/ 914400 h 1418896"/>
                    <a:gd name="connsiteX7-107" fmla="*/ 3731172 w 3731172"/>
                    <a:gd name="connsiteY7-108" fmla="*/ 1345324 h 1418896"/>
                    <a:gd name="connsiteX8-109" fmla="*/ 3447393 w 3731172"/>
                    <a:gd name="connsiteY8-110" fmla="*/ 1408386 h 1418896"/>
                    <a:gd name="connsiteX9-111" fmla="*/ 1870841 w 3731172"/>
                    <a:gd name="connsiteY9-112" fmla="*/ 746234 h 1418896"/>
                    <a:gd name="connsiteX10-113" fmla="*/ 262758 w 3731172"/>
                    <a:gd name="connsiteY10-114" fmla="*/ 1418896 h 1418896"/>
                    <a:gd name="connsiteX11-115" fmla="*/ 0 w 3731172"/>
                    <a:gd name="connsiteY11-116" fmla="*/ 1324303 h 1418896"/>
                    <a:gd name="connsiteX12-117" fmla="*/ 1145627 w 3731172"/>
                    <a:gd name="connsiteY12-118" fmla="*/ 882869 h 1418896"/>
                    <a:gd name="connsiteX13-119" fmla="*/ 1114096 w 3731172"/>
                    <a:gd name="connsiteY13-120" fmla="*/ 409903 h 1418896"/>
                    <a:gd name="connsiteX14-121" fmla="*/ 147144 w 3731172"/>
                    <a:gd name="connsiteY14-122" fmla="*/ 63061 h 1418896"/>
                    <a:gd name="connsiteX0-123" fmla="*/ 168165 w 3731172"/>
                    <a:gd name="connsiteY0-124" fmla="*/ 73572 h 1418896"/>
                    <a:gd name="connsiteX1-125" fmla="*/ 451945 w 3731172"/>
                    <a:gd name="connsiteY1-126" fmla="*/ 0 h 1418896"/>
                    <a:gd name="connsiteX2-127" fmla="*/ 1881352 w 3731172"/>
                    <a:gd name="connsiteY2-128" fmla="*/ 599089 h 1418896"/>
                    <a:gd name="connsiteX3-129" fmla="*/ 3363310 w 3731172"/>
                    <a:gd name="connsiteY3-130" fmla="*/ 0 h 1418896"/>
                    <a:gd name="connsiteX4-131" fmla="*/ 3584027 w 3731172"/>
                    <a:gd name="connsiteY4-132" fmla="*/ 73572 h 1418896"/>
                    <a:gd name="connsiteX5-133" fmla="*/ 2627586 w 3731172"/>
                    <a:gd name="connsiteY5-134" fmla="*/ 441434 h 1418896"/>
                    <a:gd name="connsiteX6-135" fmla="*/ 2596055 w 3731172"/>
                    <a:gd name="connsiteY6-136" fmla="*/ 914400 h 1418896"/>
                    <a:gd name="connsiteX7-137" fmla="*/ 3731172 w 3731172"/>
                    <a:gd name="connsiteY7-138" fmla="*/ 1345324 h 1418896"/>
                    <a:gd name="connsiteX8-139" fmla="*/ 3447393 w 3731172"/>
                    <a:gd name="connsiteY8-140" fmla="*/ 1408386 h 1418896"/>
                    <a:gd name="connsiteX9-141" fmla="*/ 1870841 w 3731172"/>
                    <a:gd name="connsiteY9-142" fmla="*/ 746234 h 1418896"/>
                    <a:gd name="connsiteX10-143" fmla="*/ 262758 w 3731172"/>
                    <a:gd name="connsiteY10-144" fmla="*/ 1418896 h 1418896"/>
                    <a:gd name="connsiteX11-145" fmla="*/ 0 w 3731172"/>
                    <a:gd name="connsiteY11-146" fmla="*/ 1324303 h 1418896"/>
                    <a:gd name="connsiteX12-147" fmla="*/ 1145627 w 3731172"/>
                    <a:gd name="connsiteY12-148" fmla="*/ 882869 h 1418896"/>
                    <a:gd name="connsiteX13-149" fmla="*/ 1114096 w 3731172"/>
                    <a:gd name="connsiteY13-150" fmla="*/ 420413 h 1418896"/>
                    <a:gd name="connsiteX14-151" fmla="*/ 147144 w 3731172"/>
                    <a:gd name="connsiteY14-152" fmla="*/ 63061 h 1418896"/>
                    <a:gd name="connsiteX0-153" fmla="*/ 168165 w 3731172"/>
                    <a:gd name="connsiteY0-154" fmla="*/ 73572 h 1418896"/>
                    <a:gd name="connsiteX1-155" fmla="*/ 451945 w 3731172"/>
                    <a:gd name="connsiteY1-156" fmla="*/ 0 h 1418896"/>
                    <a:gd name="connsiteX2-157" fmla="*/ 1881352 w 3731172"/>
                    <a:gd name="connsiteY2-158" fmla="*/ 599089 h 1418896"/>
                    <a:gd name="connsiteX3-159" fmla="*/ 3363310 w 3731172"/>
                    <a:gd name="connsiteY3-160" fmla="*/ 0 h 1418896"/>
                    <a:gd name="connsiteX4-161" fmla="*/ 3584027 w 3731172"/>
                    <a:gd name="connsiteY4-162" fmla="*/ 73572 h 1418896"/>
                    <a:gd name="connsiteX5-163" fmla="*/ 2627586 w 3731172"/>
                    <a:gd name="connsiteY5-164" fmla="*/ 441434 h 1418896"/>
                    <a:gd name="connsiteX6-165" fmla="*/ 2596055 w 3731172"/>
                    <a:gd name="connsiteY6-166" fmla="*/ 914400 h 1418896"/>
                    <a:gd name="connsiteX7-167" fmla="*/ 3731172 w 3731172"/>
                    <a:gd name="connsiteY7-168" fmla="*/ 1345324 h 1418896"/>
                    <a:gd name="connsiteX8-169" fmla="*/ 3447393 w 3731172"/>
                    <a:gd name="connsiteY8-170" fmla="*/ 1408386 h 1418896"/>
                    <a:gd name="connsiteX9-171" fmla="*/ 1870841 w 3731172"/>
                    <a:gd name="connsiteY9-172" fmla="*/ 746234 h 1418896"/>
                    <a:gd name="connsiteX10-173" fmla="*/ 262758 w 3731172"/>
                    <a:gd name="connsiteY10-174" fmla="*/ 1418896 h 1418896"/>
                    <a:gd name="connsiteX11-175" fmla="*/ 0 w 3731172"/>
                    <a:gd name="connsiteY11-176" fmla="*/ 1324303 h 1418896"/>
                    <a:gd name="connsiteX12-177" fmla="*/ 1145627 w 3731172"/>
                    <a:gd name="connsiteY12-178" fmla="*/ 882869 h 1418896"/>
                    <a:gd name="connsiteX13-179" fmla="*/ 1114096 w 3731172"/>
                    <a:gd name="connsiteY13-180" fmla="*/ 420413 h 1418896"/>
                    <a:gd name="connsiteX14-181" fmla="*/ 189185 w 3731172"/>
                    <a:gd name="connsiteY14-182" fmla="*/ 84081 h 1418896"/>
                    <a:gd name="connsiteX0-183" fmla="*/ 168165 w 3731172"/>
                    <a:gd name="connsiteY0-184" fmla="*/ 73572 h 1418896"/>
                    <a:gd name="connsiteX1-185" fmla="*/ 451945 w 3731172"/>
                    <a:gd name="connsiteY1-186" fmla="*/ 0 h 1418896"/>
                    <a:gd name="connsiteX2-187" fmla="*/ 1881352 w 3731172"/>
                    <a:gd name="connsiteY2-188" fmla="*/ 599089 h 1418896"/>
                    <a:gd name="connsiteX3-189" fmla="*/ 3363310 w 3731172"/>
                    <a:gd name="connsiteY3-190" fmla="*/ 0 h 1418896"/>
                    <a:gd name="connsiteX4-191" fmla="*/ 3584027 w 3731172"/>
                    <a:gd name="connsiteY4-192" fmla="*/ 73572 h 1418896"/>
                    <a:gd name="connsiteX5-193" fmla="*/ 2627586 w 3731172"/>
                    <a:gd name="connsiteY5-194" fmla="*/ 441434 h 1418896"/>
                    <a:gd name="connsiteX6-195" fmla="*/ 2596055 w 3731172"/>
                    <a:gd name="connsiteY6-196" fmla="*/ 914400 h 1418896"/>
                    <a:gd name="connsiteX7-197" fmla="*/ 3731172 w 3731172"/>
                    <a:gd name="connsiteY7-198" fmla="*/ 1345324 h 1418896"/>
                    <a:gd name="connsiteX8-199" fmla="*/ 3447393 w 3731172"/>
                    <a:gd name="connsiteY8-200" fmla="*/ 1408386 h 1418896"/>
                    <a:gd name="connsiteX9-201" fmla="*/ 1870841 w 3731172"/>
                    <a:gd name="connsiteY9-202" fmla="*/ 746234 h 1418896"/>
                    <a:gd name="connsiteX10-203" fmla="*/ 262758 w 3731172"/>
                    <a:gd name="connsiteY10-204" fmla="*/ 1418896 h 1418896"/>
                    <a:gd name="connsiteX11-205" fmla="*/ 0 w 3731172"/>
                    <a:gd name="connsiteY11-206" fmla="*/ 1324303 h 1418896"/>
                    <a:gd name="connsiteX12-207" fmla="*/ 1145627 w 3731172"/>
                    <a:gd name="connsiteY12-208" fmla="*/ 882869 h 1418896"/>
                    <a:gd name="connsiteX13-209" fmla="*/ 1114096 w 3731172"/>
                    <a:gd name="connsiteY13-210" fmla="*/ 420413 h 1418896"/>
                    <a:gd name="connsiteX14-211" fmla="*/ 189185 w 3731172"/>
                    <a:gd name="connsiteY14-212" fmla="*/ 84081 h 1418896"/>
                    <a:gd name="connsiteX15-213" fmla="*/ 168165 w 3731172"/>
                    <a:gd name="connsiteY15-214" fmla="*/ 73572 h 1418896"/>
                    <a:gd name="connsiteX0-215" fmla="*/ 168165 w 3731172"/>
                    <a:gd name="connsiteY0-216" fmla="*/ 73572 h 1418896"/>
                    <a:gd name="connsiteX1-217" fmla="*/ 451945 w 3731172"/>
                    <a:gd name="connsiteY1-218" fmla="*/ 0 h 1418896"/>
                    <a:gd name="connsiteX2-219" fmla="*/ 1881352 w 3731172"/>
                    <a:gd name="connsiteY2-220" fmla="*/ 599089 h 1418896"/>
                    <a:gd name="connsiteX3-221" fmla="*/ 3363310 w 3731172"/>
                    <a:gd name="connsiteY3-222" fmla="*/ 0 h 1418896"/>
                    <a:gd name="connsiteX4-223" fmla="*/ 3584027 w 3731172"/>
                    <a:gd name="connsiteY4-224" fmla="*/ 73572 h 1418896"/>
                    <a:gd name="connsiteX5-225" fmla="*/ 2627586 w 3731172"/>
                    <a:gd name="connsiteY5-226" fmla="*/ 441434 h 1418896"/>
                    <a:gd name="connsiteX6-227" fmla="*/ 2596055 w 3731172"/>
                    <a:gd name="connsiteY6-228" fmla="*/ 914400 h 1418896"/>
                    <a:gd name="connsiteX7-229" fmla="*/ 3731172 w 3731172"/>
                    <a:gd name="connsiteY7-230" fmla="*/ 1345324 h 1418896"/>
                    <a:gd name="connsiteX8-231" fmla="*/ 3447393 w 3731172"/>
                    <a:gd name="connsiteY8-232" fmla="*/ 1408386 h 1418896"/>
                    <a:gd name="connsiteX9-233" fmla="*/ 1870841 w 3731172"/>
                    <a:gd name="connsiteY9-234" fmla="*/ 746234 h 1418896"/>
                    <a:gd name="connsiteX10-235" fmla="*/ 262758 w 3731172"/>
                    <a:gd name="connsiteY10-236" fmla="*/ 1418896 h 1418896"/>
                    <a:gd name="connsiteX11-237" fmla="*/ 0 w 3731172"/>
                    <a:gd name="connsiteY11-238" fmla="*/ 1324303 h 1418896"/>
                    <a:gd name="connsiteX12-239" fmla="*/ 1145627 w 3731172"/>
                    <a:gd name="connsiteY12-240" fmla="*/ 882869 h 1418896"/>
                    <a:gd name="connsiteX13-241" fmla="*/ 1156137 w 3731172"/>
                    <a:gd name="connsiteY13-242" fmla="*/ 441434 h 1418896"/>
                    <a:gd name="connsiteX14-243" fmla="*/ 189185 w 3731172"/>
                    <a:gd name="connsiteY14-244" fmla="*/ 84081 h 1418896"/>
                    <a:gd name="connsiteX15-245" fmla="*/ 168165 w 3731172"/>
                    <a:gd name="connsiteY15-246" fmla="*/ 73572 h 1418896"/>
                    <a:gd name="connsiteX0-247" fmla="*/ 168165 w 3731172"/>
                    <a:gd name="connsiteY0-248" fmla="*/ 73572 h 1418896"/>
                    <a:gd name="connsiteX1-249" fmla="*/ 451945 w 3731172"/>
                    <a:gd name="connsiteY1-250" fmla="*/ 0 h 1418896"/>
                    <a:gd name="connsiteX2-251" fmla="*/ 1881352 w 3731172"/>
                    <a:gd name="connsiteY2-252" fmla="*/ 599089 h 1418896"/>
                    <a:gd name="connsiteX3-253" fmla="*/ 3363310 w 3731172"/>
                    <a:gd name="connsiteY3-254" fmla="*/ 0 h 1418896"/>
                    <a:gd name="connsiteX4-255" fmla="*/ 3584027 w 3731172"/>
                    <a:gd name="connsiteY4-256" fmla="*/ 73572 h 1418896"/>
                    <a:gd name="connsiteX5-257" fmla="*/ 2627586 w 3731172"/>
                    <a:gd name="connsiteY5-258" fmla="*/ 441434 h 1418896"/>
                    <a:gd name="connsiteX6-259" fmla="*/ 2596055 w 3731172"/>
                    <a:gd name="connsiteY6-260" fmla="*/ 914400 h 1418896"/>
                    <a:gd name="connsiteX7-261" fmla="*/ 3731172 w 3731172"/>
                    <a:gd name="connsiteY7-262" fmla="*/ 1345324 h 1418896"/>
                    <a:gd name="connsiteX8-263" fmla="*/ 3447393 w 3731172"/>
                    <a:gd name="connsiteY8-264" fmla="*/ 1408386 h 1418896"/>
                    <a:gd name="connsiteX9-265" fmla="*/ 1870841 w 3731172"/>
                    <a:gd name="connsiteY9-266" fmla="*/ 746234 h 1418896"/>
                    <a:gd name="connsiteX10-267" fmla="*/ 262758 w 3731172"/>
                    <a:gd name="connsiteY10-268" fmla="*/ 1418896 h 1418896"/>
                    <a:gd name="connsiteX11-269" fmla="*/ 0 w 3731172"/>
                    <a:gd name="connsiteY11-270" fmla="*/ 1324303 h 1418896"/>
                    <a:gd name="connsiteX12-271" fmla="*/ 1145627 w 3731172"/>
                    <a:gd name="connsiteY12-272" fmla="*/ 882869 h 1418896"/>
                    <a:gd name="connsiteX13-273" fmla="*/ 1145626 w 3731172"/>
                    <a:gd name="connsiteY13-274" fmla="*/ 451945 h 1418896"/>
                    <a:gd name="connsiteX14-275" fmla="*/ 189185 w 3731172"/>
                    <a:gd name="connsiteY14-276" fmla="*/ 84081 h 1418896"/>
                    <a:gd name="connsiteX15-277" fmla="*/ 168165 w 3731172"/>
                    <a:gd name="connsiteY15-278" fmla="*/ 73572 h 1418896"/>
                    <a:gd name="connsiteX0-279" fmla="*/ 168165 w 3731172"/>
                    <a:gd name="connsiteY0-280" fmla="*/ 73572 h 1418896"/>
                    <a:gd name="connsiteX1-281" fmla="*/ 451945 w 3731172"/>
                    <a:gd name="connsiteY1-282" fmla="*/ 0 h 1418896"/>
                    <a:gd name="connsiteX2-283" fmla="*/ 1881352 w 3731172"/>
                    <a:gd name="connsiteY2-284" fmla="*/ 599089 h 1418896"/>
                    <a:gd name="connsiteX3-285" fmla="*/ 3363310 w 3731172"/>
                    <a:gd name="connsiteY3-286" fmla="*/ 0 h 1418896"/>
                    <a:gd name="connsiteX4-287" fmla="*/ 3584027 w 3731172"/>
                    <a:gd name="connsiteY4-288" fmla="*/ 73572 h 1418896"/>
                    <a:gd name="connsiteX5-289" fmla="*/ 2627586 w 3731172"/>
                    <a:gd name="connsiteY5-290" fmla="*/ 441434 h 1418896"/>
                    <a:gd name="connsiteX6-291" fmla="*/ 2596055 w 3731172"/>
                    <a:gd name="connsiteY6-292" fmla="*/ 914400 h 1418896"/>
                    <a:gd name="connsiteX7-293" fmla="*/ 3731172 w 3731172"/>
                    <a:gd name="connsiteY7-294" fmla="*/ 1345324 h 1418896"/>
                    <a:gd name="connsiteX8-295" fmla="*/ 3447393 w 3731172"/>
                    <a:gd name="connsiteY8-296" fmla="*/ 1408386 h 1418896"/>
                    <a:gd name="connsiteX9-297" fmla="*/ 1870841 w 3731172"/>
                    <a:gd name="connsiteY9-298" fmla="*/ 746234 h 1418896"/>
                    <a:gd name="connsiteX10-299" fmla="*/ 262758 w 3731172"/>
                    <a:gd name="connsiteY10-300" fmla="*/ 1418896 h 1418896"/>
                    <a:gd name="connsiteX11-301" fmla="*/ 0 w 3731172"/>
                    <a:gd name="connsiteY11-302" fmla="*/ 1324303 h 1418896"/>
                    <a:gd name="connsiteX12-303" fmla="*/ 1145627 w 3731172"/>
                    <a:gd name="connsiteY12-304" fmla="*/ 903890 h 1418896"/>
                    <a:gd name="connsiteX13-305" fmla="*/ 1145626 w 3731172"/>
                    <a:gd name="connsiteY13-306" fmla="*/ 451945 h 1418896"/>
                    <a:gd name="connsiteX14-307" fmla="*/ 189185 w 3731172"/>
                    <a:gd name="connsiteY14-308" fmla="*/ 84081 h 1418896"/>
                    <a:gd name="connsiteX15-309" fmla="*/ 168165 w 3731172"/>
                    <a:gd name="connsiteY15-310" fmla="*/ 73572 h 1418896"/>
                    <a:gd name="connsiteX0-311" fmla="*/ 147144 w 3710151"/>
                    <a:gd name="connsiteY0-312" fmla="*/ 73572 h 1418896"/>
                    <a:gd name="connsiteX1-313" fmla="*/ 430924 w 3710151"/>
                    <a:gd name="connsiteY1-314" fmla="*/ 0 h 1418896"/>
                    <a:gd name="connsiteX2-315" fmla="*/ 1860331 w 3710151"/>
                    <a:gd name="connsiteY2-316" fmla="*/ 599089 h 1418896"/>
                    <a:gd name="connsiteX3-317" fmla="*/ 3342289 w 3710151"/>
                    <a:gd name="connsiteY3-318" fmla="*/ 0 h 1418896"/>
                    <a:gd name="connsiteX4-319" fmla="*/ 3563006 w 3710151"/>
                    <a:gd name="connsiteY4-320" fmla="*/ 73572 h 1418896"/>
                    <a:gd name="connsiteX5-321" fmla="*/ 2606565 w 3710151"/>
                    <a:gd name="connsiteY5-322" fmla="*/ 441434 h 1418896"/>
                    <a:gd name="connsiteX6-323" fmla="*/ 2575034 w 3710151"/>
                    <a:gd name="connsiteY6-324" fmla="*/ 914400 h 1418896"/>
                    <a:gd name="connsiteX7-325" fmla="*/ 3710151 w 3710151"/>
                    <a:gd name="connsiteY7-326" fmla="*/ 1345324 h 1418896"/>
                    <a:gd name="connsiteX8-327" fmla="*/ 3426372 w 3710151"/>
                    <a:gd name="connsiteY8-328" fmla="*/ 1408386 h 1418896"/>
                    <a:gd name="connsiteX9-329" fmla="*/ 1849820 w 3710151"/>
                    <a:gd name="connsiteY9-330" fmla="*/ 746234 h 1418896"/>
                    <a:gd name="connsiteX10-331" fmla="*/ 241737 w 3710151"/>
                    <a:gd name="connsiteY10-332" fmla="*/ 1418896 h 1418896"/>
                    <a:gd name="connsiteX11-333" fmla="*/ 0 w 3710151"/>
                    <a:gd name="connsiteY11-334" fmla="*/ 1334814 h 1418896"/>
                    <a:gd name="connsiteX12-335" fmla="*/ 1124606 w 3710151"/>
                    <a:gd name="connsiteY12-336" fmla="*/ 903890 h 1418896"/>
                    <a:gd name="connsiteX13-337" fmla="*/ 1124605 w 3710151"/>
                    <a:gd name="connsiteY13-338" fmla="*/ 451945 h 1418896"/>
                    <a:gd name="connsiteX14-339" fmla="*/ 168164 w 3710151"/>
                    <a:gd name="connsiteY14-340" fmla="*/ 84081 h 1418896"/>
                    <a:gd name="connsiteX15-341" fmla="*/ 147144 w 3710151"/>
                    <a:gd name="connsiteY15-342" fmla="*/ 73572 h 1418896"/>
                    <a:gd name="connsiteX0-343" fmla="*/ 147144 w 3710151"/>
                    <a:gd name="connsiteY0-344" fmla="*/ 73572 h 1418896"/>
                    <a:gd name="connsiteX1-345" fmla="*/ 430924 w 3710151"/>
                    <a:gd name="connsiteY1-346" fmla="*/ 0 h 1418896"/>
                    <a:gd name="connsiteX2-347" fmla="*/ 1860331 w 3710151"/>
                    <a:gd name="connsiteY2-348" fmla="*/ 599089 h 1418896"/>
                    <a:gd name="connsiteX3-349" fmla="*/ 3342289 w 3710151"/>
                    <a:gd name="connsiteY3-350" fmla="*/ 0 h 1418896"/>
                    <a:gd name="connsiteX4-351" fmla="*/ 3563006 w 3710151"/>
                    <a:gd name="connsiteY4-352" fmla="*/ 73572 h 1418896"/>
                    <a:gd name="connsiteX5-353" fmla="*/ 2606565 w 3710151"/>
                    <a:gd name="connsiteY5-354" fmla="*/ 441434 h 1418896"/>
                    <a:gd name="connsiteX6-355" fmla="*/ 2606565 w 3710151"/>
                    <a:gd name="connsiteY6-356" fmla="*/ 924910 h 1418896"/>
                    <a:gd name="connsiteX7-357" fmla="*/ 3710151 w 3710151"/>
                    <a:gd name="connsiteY7-358" fmla="*/ 1345324 h 1418896"/>
                    <a:gd name="connsiteX8-359" fmla="*/ 3426372 w 3710151"/>
                    <a:gd name="connsiteY8-360" fmla="*/ 1408386 h 1418896"/>
                    <a:gd name="connsiteX9-361" fmla="*/ 1849820 w 3710151"/>
                    <a:gd name="connsiteY9-362" fmla="*/ 746234 h 1418896"/>
                    <a:gd name="connsiteX10-363" fmla="*/ 241737 w 3710151"/>
                    <a:gd name="connsiteY10-364" fmla="*/ 1418896 h 1418896"/>
                    <a:gd name="connsiteX11-365" fmla="*/ 0 w 3710151"/>
                    <a:gd name="connsiteY11-366" fmla="*/ 1334814 h 1418896"/>
                    <a:gd name="connsiteX12-367" fmla="*/ 1124606 w 3710151"/>
                    <a:gd name="connsiteY12-368" fmla="*/ 903890 h 1418896"/>
                    <a:gd name="connsiteX13-369" fmla="*/ 1124605 w 3710151"/>
                    <a:gd name="connsiteY13-370" fmla="*/ 451945 h 1418896"/>
                    <a:gd name="connsiteX14-371" fmla="*/ 168164 w 3710151"/>
                    <a:gd name="connsiteY14-372" fmla="*/ 84081 h 1418896"/>
                    <a:gd name="connsiteX15-373" fmla="*/ 147144 w 3710151"/>
                    <a:gd name="connsiteY15-374" fmla="*/ 73572 h 1418896"/>
                    <a:gd name="connsiteX0-375" fmla="*/ 147144 w 3710151"/>
                    <a:gd name="connsiteY0-376" fmla="*/ 73572 h 1418896"/>
                    <a:gd name="connsiteX1-377" fmla="*/ 430924 w 3710151"/>
                    <a:gd name="connsiteY1-378" fmla="*/ 0 h 1418896"/>
                    <a:gd name="connsiteX2-379" fmla="*/ 1860331 w 3710151"/>
                    <a:gd name="connsiteY2-380" fmla="*/ 599089 h 1418896"/>
                    <a:gd name="connsiteX3-381" fmla="*/ 3342289 w 3710151"/>
                    <a:gd name="connsiteY3-382" fmla="*/ 0 h 1418896"/>
                    <a:gd name="connsiteX4-383" fmla="*/ 3563006 w 3710151"/>
                    <a:gd name="connsiteY4-384" fmla="*/ 73572 h 1418896"/>
                    <a:gd name="connsiteX5-385" fmla="*/ 2606565 w 3710151"/>
                    <a:gd name="connsiteY5-386" fmla="*/ 441434 h 1418896"/>
                    <a:gd name="connsiteX6-387" fmla="*/ 2610282 w 3710151"/>
                    <a:gd name="connsiteY6-388" fmla="*/ 902607 h 1418896"/>
                    <a:gd name="connsiteX7-389" fmla="*/ 3710151 w 3710151"/>
                    <a:gd name="connsiteY7-390" fmla="*/ 1345324 h 1418896"/>
                    <a:gd name="connsiteX8-391" fmla="*/ 3426372 w 3710151"/>
                    <a:gd name="connsiteY8-392" fmla="*/ 1408386 h 1418896"/>
                    <a:gd name="connsiteX9-393" fmla="*/ 1849820 w 3710151"/>
                    <a:gd name="connsiteY9-394" fmla="*/ 746234 h 1418896"/>
                    <a:gd name="connsiteX10-395" fmla="*/ 241737 w 3710151"/>
                    <a:gd name="connsiteY10-396" fmla="*/ 1418896 h 1418896"/>
                    <a:gd name="connsiteX11-397" fmla="*/ 0 w 3710151"/>
                    <a:gd name="connsiteY11-398" fmla="*/ 1334814 h 1418896"/>
                    <a:gd name="connsiteX12-399" fmla="*/ 1124606 w 3710151"/>
                    <a:gd name="connsiteY12-400" fmla="*/ 903890 h 1418896"/>
                    <a:gd name="connsiteX13-401" fmla="*/ 1124605 w 3710151"/>
                    <a:gd name="connsiteY13-402" fmla="*/ 451945 h 1418896"/>
                    <a:gd name="connsiteX14-403" fmla="*/ 168164 w 3710151"/>
                    <a:gd name="connsiteY14-404" fmla="*/ 84081 h 1418896"/>
                    <a:gd name="connsiteX15-405" fmla="*/ 147144 w 3710151"/>
                    <a:gd name="connsiteY15-406" fmla="*/ 73572 h 1418896"/>
                    <a:gd name="connsiteX0-407" fmla="*/ 147144 w 3710151"/>
                    <a:gd name="connsiteY0-408" fmla="*/ 73572 h 1418896"/>
                    <a:gd name="connsiteX1-409" fmla="*/ 430924 w 3710151"/>
                    <a:gd name="connsiteY1-410" fmla="*/ 0 h 1418896"/>
                    <a:gd name="connsiteX2-411" fmla="*/ 1860331 w 3710151"/>
                    <a:gd name="connsiteY2-412" fmla="*/ 599089 h 1418896"/>
                    <a:gd name="connsiteX3-413" fmla="*/ 3342289 w 3710151"/>
                    <a:gd name="connsiteY3-414" fmla="*/ 0 h 1418896"/>
                    <a:gd name="connsiteX4-415" fmla="*/ 3563006 w 3710151"/>
                    <a:gd name="connsiteY4-416" fmla="*/ 73572 h 1418896"/>
                    <a:gd name="connsiteX5-417" fmla="*/ 2617717 w 3710151"/>
                    <a:gd name="connsiteY5-418" fmla="*/ 445151 h 1418896"/>
                    <a:gd name="connsiteX6-419" fmla="*/ 2610282 w 3710151"/>
                    <a:gd name="connsiteY6-420" fmla="*/ 902607 h 1418896"/>
                    <a:gd name="connsiteX7-421" fmla="*/ 3710151 w 3710151"/>
                    <a:gd name="connsiteY7-422" fmla="*/ 1345324 h 1418896"/>
                    <a:gd name="connsiteX8-423" fmla="*/ 3426372 w 3710151"/>
                    <a:gd name="connsiteY8-424" fmla="*/ 1408386 h 1418896"/>
                    <a:gd name="connsiteX9-425" fmla="*/ 1849820 w 3710151"/>
                    <a:gd name="connsiteY9-426" fmla="*/ 746234 h 1418896"/>
                    <a:gd name="connsiteX10-427" fmla="*/ 241737 w 3710151"/>
                    <a:gd name="connsiteY10-428" fmla="*/ 1418896 h 1418896"/>
                    <a:gd name="connsiteX11-429" fmla="*/ 0 w 3710151"/>
                    <a:gd name="connsiteY11-430" fmla="*/ 1334814 h 1418896"/>
                    <a:gd name="connsiteX12-431" fmla="*/ 1124606 w 3710151"/>
                    <a:gd name="connsiteY12-432" fmla="*/ 903890 h 1418896"/>
                    <a:gd name="connsiteX13-433" fmla="*/ 1124605 w 3710151"/>
                    <a:gd name="connsiteY13-434" fmla="*/ 451945 h 1418896"/>
                    <a:gd name="connsiteX14-435" fmla="*/ 168164 w 3710151"/>
                    <a:gd name="connsiteY14-436" fmla="*/ 84081 h 1418896"/>
                    <a:gd name="connsiteX15-437" fmla="*/ 147144 w 3710151"/>
                    <a:gd name="connsiteY15-438" fmla="*/ 73572 h 1418896"/>
                    <a:gd name="connsiteX0-439" fmla="*/ 147144 w 3710151"/>
                    <a:gd name="connsiteY0-440" fmla="*/ 73572 h 1418896"/>
                    <a:gd name="connsiteX1-441" fmla="*/ 430924 w 3710151"/>
                    <a:gd name="connsiteY1-442" fmla="*/ 0 h 1418896"/>
                    <a:gd name="connsiteX2-443" fmla="*/ 1860331 w 3710151"/>
                    <a:gd name="connsiteY2-444" fmla="*/ 599089 h 1418896"/>
                    <a:gd name="connsiteX3-445" fmla="*/ 3342289 w 3710151"/>
                    <a:gd name="connsiteY3-446" fmla="*/ 0 h 1418896"/>
                    <a:gd name="connsiteX4-447" fmla="*/ 3563006 w 3710151"/>
                    <a:gd name="connsiteY4-448" fmla="*/ 73572 h 1418896"/>
                    <a:gd name="connsiteX5-449" fmla="*/ 2617717 w 3710151"/>
                    <a:gd name="connsiteY5-450" fmla="*/ 448868 h 1418896"/>
                    <a:gd name="connsiteX6-451" fmla="*/ 2610282 w 3710151"/>
                    <a:gd name="connsiteY6-452" fmla="*/ 902607 h 1418896"/>
                    <a:gd name="connsiteX7-453" fmla="*/ 3710151 w 3710151"/>
                    <a:gd name="connsiteY7-454" fmla="*/ 1345324 h 1418896"/>
                    <a:gd name="connsiteX8-455" fmla="*/ 3426372 w 3710151"/>
                    <a:gd name="connsiteY8-456" fmla="*/ 1408386 h 1418896"/>
                    <a:gd name="connsiteX9-457" fmla="*/ 1849820 w 3710151"/>
                    <a:gd name="connsiteY9-458" fmla="*/ 746234 h 1418896"/>
                    <a:gd name="connsiteX10-459" fmla="*/ 241737 w 3710151"/>
                    <a:gd name="connsiteY10-460" fmla="*/ 1418896 h 1418896"/>
                    <a:gd name="connsiteX11-461" fmla="*/ 0 w 3710151"/>
                    <a:gd name="connsiteY11-462" fmla="*/ 1334814 h 1418896"/>
                    <a:gd name="connsiteX12-463" fmla="*/ 1124606 w 3710151"/>
                    <a:gd name="connsiteY12-464" fmla="*/ 903890 h 1418896"/>
                    <a:gd name="connsiteX13-465" fmla="*/ 1124605 w 3710151"/>
                    <a:gd name="connsiteY13-466" fmla="*/ 451945 h 1418896"/>
                    <a:gd name="connsiteX14-467" fmla="*/ 168164 w 3710151"/>
                    <a:gd name="connsiteY14-468" fmla="*/ 84081 h 1418896"/>
                    <a:gd name="connsiteX15-469" fmla="*/ 147144 w 3710151"/>
                    <a:gd name="connsiteY15-470" fmla="*/ 73572 h 1418896"/>
                    <a:gd name="connsiteX0-471" fmla="*/ 147144 w 3710151"/>
                    <a:gd name="connsiteY0-472" fmla="*/ 73572 h 1418896"/>
                    <a:gd name="connsiteX1-473" fmla="*/ 430924 w 3710151"/>
                    <a:gd name="connsiteY1-474" fmla="*/ 0 h 1418896"/>
                    <a:gd name="connsiteX2-475" fmla="*/ 1838028 w 3710151"/>
                    <a:gd name="connsiteY2-476" fmla="*/ 591655 h 1418896"/>
                    <a:gd name="connsiteX3-477" fmla="*/ 3342289 w 3710151"/>
                    <a:gd name="connsiteY3-478" fmla="*/ 0 h 1418896"/>
                    <a:gd name="connsiteX4-479" fmla="*/ 3563006 w 3710151"/>
                    <a:gd name="connsiteY4-480" fmla="*/ 73572 h 1418896"/>
                    <a:gd name="connsiteX5-481" fmla="*/ 2617717 w 3710151"/>
                    <a:gd name="connsiteY5-482" fmla="*/ 448868 h 1418896"/>
                    <a:gd name="connsiteX6-483" fmla="*/ 2610282 w 3710151"/>
                    <a:gd name="connsiteY6-484" fmla="*/ 902607 h 1418896"/>
                    <a:gd name="connsiteX7-485" fmla="*/ 3710151 w 3710151"/>
                    <a:gd name="connsiteY7-486" fmla="*/ 1345324 h 1418896"/>
                    <a:gd name="connsiteX8-487" fmla="*/ 3426372 w 3710151"/>
                    <a:gd name="connsiteY8-488" fmla="*/ 1408386 h 1418896"/>
                    <a:gd name="connsiteX9-489" fmla="*/ 1849820 w 3710151"/>
                    <a:gd name="connsiteY9-490" fmla="*/ 746234 h 1418896"/>
                    <a:gd name="connsiteX10-491" fmla="*/ 241737 w 3710151"/>
                    <a:gd name="connsiteY10-492" fmla="*/ 1418896 h 1418896"/>
                    <a:gd name="connsiteX11-493" fmla="*/ 0 w 3710151"/>
                    <a:gd name="connsiteY11-494" fmla="*/ 1334814 h 1418896"/>
                    <a:gd name="connsiteX12-495" fmla="*/ 1124606 w 3710151"/>
                    <a:gd name="connsiteY12-496" fmla="*/ 903890 h 1418896"/>
                    <a:gd name="connsiteX13-497" fmla="*/ 1124605 w 3710151"/>
                    <a:gd name="connsiteY13-498" fmla="*/ 451945 h 1418896"/>
                    <a:gd name="connsiteX14-499" fmla="*/ 168164 w 3710151"/>
                    <a:gd name="connsiteY14-500" fmla="*/ 84081 h 1418896"/>
                    <a:gd name="connsiteX15-501" fmla="*/ 147144 w 3710151"/>
                    <a:gd name="connsiteY15-502" fmla="*/ 73572 h 1418896"/>
                    <a:gd name="connsiteX0-503" fmla="*/ 147144 w 3710151"/>
                    <a:gd name="connsiteY0-504" fmla="*/ 73572 h 1418896"/>
                    <a:gd name="connsiteX1-505" fmla="*/ 430924 w 3710151"/>
                    <a:gd name="connsiteY1-506" fmla="*/ 0 h 1418896"/>
                    <a:gd name="connsiteX2-507" fmla="*/ 1838028 w 3710151"/>
                    <a:gd name="connsiteY2-508" fmla="*/ 591655 h 1418896"/>
                    <a:gd name="connsiteX3-509" fmla="*/ 3342289 w 3710151"/>
                    <a:gd name="connsiteY3-510" fmla="*/ 0 h 1418896"/>
                    <a:gd name="connsiteX4-511" fmla="*/ 3563006 w 3710151"/>
                    <a:gd name="connsiteY4-512" fmla="*/ 73572 h 1418896"/>
                    <a:gd name="connsiteX5-513" fmla="*/ 2617717 w 3710151"/>
                    <a:gd name="connsiteY5-514" fmla="*/ 448868 h 1418896"/>
                    <a:gd name="connsiteX6-515" fmla="*/ 2610282 w 3710151"/>
                    <a:gd name="connsiteY6-516" fmla="*/ 902607 h 1418896"/>
                    <a:gd name="connsiteX7-517" fmla="*/ 3710151 w 3710151"/>
                    <a:gd name="connsiteY7-518" fmla="*/ 1345324 h 1418896"/>
                    <a:gd name="connsiteX8-519" fmla="*/ 3426372 w 3710151"/>
                    <a:gd name="connsiteY8-520" fmla="*/ 1408386 h 1418896"/>
                    <a:gd name="connsiteX9-521" fmla="*/ 1849820 w 3710151"/>
                    <a:gd name="connsiteY9-522" fmla="*/ 746234 h 1418896"/>
                    <a:gd name="connsiteX10-523" fmla="*/ 241737 w 3710151"/>
                    <a:gd name="connsiteY10-524" fmla="*/ 1418896 h 1418896"/>
                    <a:gd name="connsiteX11-525" fmla="*/ 0 w 3710151"/>
                    <a:gd name="connsiteY11-526" fmla="*/ 1334814 h 1418896"/>
                    <a:gd name="connsiteX12-527" fmla="*/ 1124606 w 3710151"/>
                    <a:gd name="connsiteY12-528" fmla="*/ 903890 h 1418896"/>
                    <a:gd name="connsiteX13-529" fmla="*/ 1087434 w 3710151"/>
                    <a:gd name="connsiteY13-530" fmla="*/ 451945 h 1418896"/>
                    <a:gd name="connsiteX14-531" fmla="*/ 168164 w 3710151"/>
                    <a:gd name="connsiteY14-532" fmla="*/ 84081 h 1418896"/>
                    <a:gd name="connsiteX15-533" fmla="*/ 147144 w 3710151"/>
                    <a:gd name="connsiteY15-534" fmla="*/ 73572 h 1418896"/>
                    <a:gd name="connsiteX0-535" fmla="*/ 147144 w 3710151"/>
                    <a:gd name="connsiteY0-536" fmla="*/ 73572 h 1418896"/>
                    <a:gd name="connsiteX1-537" fmla="*/ 430924 w 3710151"/>
                    <a:gd name="connsiteY1-538" fmla="*/ 0 h 1418896"/>
                    <a:gd name="connsiteX2-539" fmla="*/ 1838028 w 3710151"/>
                    <a:gd name="connsiteY2-540" fmla="*/ 591655 h 1418896"/>
                    <a:gd name="connsiteX3-541" fmla="*/ 3342289 w 3710151"/>
                    <a:gd name="connsiteY3-542" fmla="*/ 0 h 1418896"/>
                    <a:gd name="connsiteX4-543" fmla="*/ 3563006 w 3710151"/>
                    <a:gd name="connsiteY4-544" fmla="*/ 73572 h 1418896"/>
                    <a:gd name="connsiteX5-545" fmla="*/ 2617717 w 3710151"/>
                    <a:gd name="connsiteY5-546" fmla="*/ 448868 h 1418896"/>
                    <a:gd name="connsiteX6-547" fmla="*/ 2610282 w 3710151"/>
                    <a:gd name="connsiteY6-548" fmla="*/ 902607 h 1418896"/>
                    <a:gd name="connsiteX7-549" fmla="*/ 3710151 w 3710151"/>
                    <a:gd name="connsiteY7-550" fmla="*/ 1345324 h 1418896"/>
                    <a:gd name="connsiteX8-551" fmla="*/ 3426372 w 3710151"/>
                    <a:gd name="connsiteY8-552" fmla="*/ 1408386 h 1418896"/>
                    <a:gd name="connsiteX9-553" fmla="*/ 1849820 w 3710151"/>
                    <a:gd name="connsiteY9-554" fmla="*/ 746234 h 1418896"/>
                    <a:gd name="connsiteX10-555" fmla="*/ 241737 w 3710151"/>
                    <a:gd name="connsiteY10-556" fmla="*/ 1418896 h 1418896"/>
                    <a:gd name="connsiteX11-557" fmla="*/ 0 w 3710151"/>
                    <a:gd name="connsiteY11-558" fmla="*/ 1334814 h 1418896"/>
                    <a:gd name="connsiteX12-559" fmla="*/ 1098586 w 3710151"/>
                    <a:gd name="connsiteY12-560" fmla="*/ 903890 h 1418896"/>
                    <a:gd name="connsiteX13-561" fmla="*/ 1087434 w 3710151"/>
                    <a:gd name="connsiteY13-562" fmla="*/ 451945 h 1418896"/>
                    <a:gd name="connsiteX14-563" fmla="*/ 168164 w 3710151"/>
                    <a:gd name="connsiteY14-564" fmla="*/ 84081 h 1418896"/>
                    <a:gd name="connsiteX15-565" fmla="*/ 147144 w 3710151"/>
                    <a:gd name="connsiteY15-566" fmla="*/ 73572 h 1418896"/>
                    <a:gd name="connsiteX0-567" fmla="*/ 162012 w 3725019"/>
                    <a:gd name="connsiteY0-568" fmla="*/ 73572 h 1418896"/>
                    <a:gd name="connsiteX1-569" fmla="*/ 445792 w 3725019"/>
                    <a:gd name="connsiteY1-570" fmla="*/ 0 h 1418896"/>
                    <a:gd name="connsiteX2-571" fmla="*/ 1852896 w 3725019"/>
                    <a:gd name="connsiteY2-572" fmla="*/ 591655 h 1418896"/>
                    <a:gd name="connsiteX3-573" fmla="*/ 3357157 w 3725019"/>
                    <a:gd name="connsiteY3-574" fmla="*/ 0 h 1418896"/>
                    <a:gd name="connsiteX4-575" fmla="*/ 3577874 w 3725019"/>
                    <a:gd name="connsiteY4-576" fmla="*/ 73572 h 1418896"/>
                    <a:gd name="connsiteX5-577" fmla="*/ 2632585 w 3725019"/>
                    <a:gd name="connsiteY5-578" fmla="*/ 448868 h 1418896"/>
                    <a:gd name="connsiteX6-579" fmla="*/ 2625150 w 3725019"/>
                    <a:gd name="connsiteY6-580" fmla="*/ 902607 h 1418896"/>
                    <a:gd name="connsiteX7-581" fmla="*/ 3725019 w 3725019"/>
                    <a:gd name="connsiteY7-582" fmla="*/ 1345324 h 1418896"/>
                    <a:gd name="connsiteX8-583" fmla="*/ 3441240 w 3725019"/>
                    <a:gd name="connsiteY8-584" fmla="*/ 1408386 h 1418896"/>
                    <a:gd name="connsiteX9-585" fmla="*/ 1864688 w 3725019"/>
                    <a:gd name="connsiteY9-586" fmla="*/ 746234 h 1418896"/>
                    <a:gd name="connsiteX10-587" fmla="*/ 256605 w 3725019"/>
                    <a:gd name="connsiteY10-588" fmla="*/ 1418896 h 1418896"/>
                    <a:gd name="connsiteX11-589" fmla="*/ 0 w 3725019"/>
                    <a:gd name="connsiteY11-590" fmla="*/ 1331097 h 1418896"/>
                    <a:gd name="connsiteX12-591" fmla="*/ 1113454 w 3725019"/>
                    <a:gd name="connsiteY12-592" fmla="*/ 903890 h 1418896"/>
                    <a:gd name="connsiteX13-593" fmla="*/ 1102302 w 3725019"/>
                    <a:gd name="connsiteY13-594" fmla="*/ 451945 h 1418896"/>
                    <a:gd name="connsiteX14-595" fmla="*/ 183032 w 3725019"/>
                    <a:gd name="connsiteY14-596" fmla="*/ 84081 h 1418896"/>
                    <a:gd name="connsiteX15-597" fmla="*/ 162012 w 3725019"/>
                    <a:gd name="connsiteY15-598" fmla="*/ 73572 h 141889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  <p:grpSp>
          <p:nvGrpSpPr>
            <p:cNvPr id="42" name="Group 41"/>
            <p:cNvGrpSpPr/>
            <p:nvPr/>
          </p:nvGrpSpPr>
          <p:grpSpPr>
            <a:xfrm>
              <a:off x="5630613" y="4223995"/>
              <a:ext cx="510282" cy="283261"/>
              <a:chOff x="7493876" y="2774731"/>
              <a:chExt cx="1481958" cy="894622"/>
            </a:xfrm>
          </p:grpSpPr>
          <p:sp>
            <p:nvSpPr>
              <p:cNvPr id="43" name="Freeform 233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avLst/>
                <a:gdLst>
                  <a:gd name="connsiteX0" fmla="*/ 8187558 w 8187558"/>
                  <a:gd name="connsiteY0" fmla="*/ 0 h 2617076"/>
                  <a:gd name="connsiteX1" fmla="*/ 8187558 w 8187558"/>
                  <a:gd name="connsiteY1" fmla="*/ 1271752 h 2617076"/>
                  <a:gd name="connsiteX2" fmla="*/ 4025462 w 8187558"/>
                  <a:gd name="connsiteY2" fmla="*/ 2617076 h 2617076"/>
                  <a:gd name="connsiteX3" fmla="*/ 0 w 8187558"/>
                  <a:gd name="connsiteY3" fmla="*/ 1229711 h 2617076"/>
                  <a:gd name="connsiteX4" fmla="*/ 31531 w 8187558"/>
                  <a:gd name="connsiteY4" fmla="*/ 147145 h 2617076"/>
                  <a:gd name="connsiteX5" fmla="*/ 4046482 w 8187558"/>
                  <a:gd name="connsiteY5" fmla="*/ 1576552 h 2617076"/>
                  <a:gd name="connsiteX6" fmla="*/ 8187558 w 8187558"/>
                  <a:gd name="connsiteY6" fmla="*/ 0 h 2617076"/>
                  <a:gd name="connsiteX0-1" fmla="*/ 8187558 w 8187558"/>
                  <a:gd name="connsiteY0-2" fmla="*/ 0 h 2617076"/>
                  <a:gd name="connsiteX1-3" fmla="*/ 8187558 w 8187558"/>
                  <a:gd name="connsiteY1-4" fmla="*/ 1271752 h 2617076"/>
                  <a:gd name="connsiteX2-5" fmla="*/ 4025462 w 8187558"/>
                  <a:gd name="connsiteY2-6" fmla="*/ 2617076 h 2617076"/>
                  <a:gd name="connsiteX3-7" fmla="*/ 0 w 8187558"/>
                  <a:gd name="connsiteY3-8" fmla="*/ 1229711 h 2617076"/>
                  <a:gd name="connsiteX4-9" fmla="*/ 31531 w 8187558"/>
                  <a:gd name="connsiteY4-10" fmla="*/ 147145 h 2617076"/>
                  <a:gd name="connsiteX5-11" fmla="*/ 4046482 w 8187558"/>
                  <a:gd name="connsiteY5-12" fmla="*/ 1576552 h 2617076"/>
                  <a:gd name="connsiteX6-13" fmla="*/ 8187558 w 8187558"/>
                  <a:gd name="connsiteY6-14" fmla="*/ 0 h 2617076"/>
                  <a:gd name="connsiteX0-15" fmla="*/ 8187558 w 8187558"/>
                  <a:gd name="connsiteY0-16" fmla="*/ 0 h 2617076"/>
                  <a:gd name="connsiteX1-17" fmla="*/ 8187558 w 8187558"/>
                  <a:gd name="connsiteY1-18" fmla="*/ 1271752 h 2617076"/>
                  <a:gd name="connsiteX2-19" fmla="*/ 4025462 w 8187558"/>
                  <a:gd name="connsiteY2-20" fmla="*/ 2617076 h 2617076"/>
                  <a:gd name="connsiteX3-21" fmla="*/ 0 w 8187558"/>
                  <a:gd name="connsiteY3-22" fmla="*/ 1229711 h 2617076"/>
                  <a:gd name="connsiteX4-23" fmla="*/ 31531 w 8187558"/>
                  <a:gd name="connsiteY4-24" fmla="*/ 147145 h 2617076"/>
                  <a:gd name="connsiteX5-25" fmla="*/ 4046482 w 8187558"/>
                  <a:gd name="connsiteY5-26" fmla="*/ 1576552 h 2617076"/>
                  <a:gd name="connsiteX6-27" fmla="*/ 8187558 w 8187558"/>
                  <a:gd name="connsiteY6-28" fmla="*/ 0 h 2617076"/>
                  <a:gd name="connsiteX0-29" fmla="*/ 8187558 w 8187558"/>
                  <a:gd name="connsiteY0-30" fmla="*/ 0 h 2617076"/>
                  <a:gd name="connsiteX1-31" fmla="*/ 8187558 w 8187558"/>
                  <a:gd name="connsiteY1-32" fmla="*/ 1271752 h 2617076"/>
                  <a:gd name="connsiteX2-33" fmla="*/ 4025462 w 8187558"/>
                  <a:gd name="connsiteY2-34" fmla="*/ 2617076 h 2617076"/>
                  <a:gd name="connsiteX3-35" fmla="*/ 0 w 8187558"/>
                  <a:gd name="connsiteY3-36" fmla="*/ 1229711 h 2617076"/>
                  <a:gd name="connsiteX4-37" fmla="*/ 31531 w 8187558"/>
                  <a:gd name="connsiteY4-38" fmla="*/ 147145 h 2617076"/>
                  <a:gd name="connsiteX5-39" fmla="*/ 4046482 w 8187558"/>
                  <a:gd name="connsiteY5-40" fmla="*/ 1576552 h 2617076"/>
                  <a:gd name="connsiteX6-41" fmla="*/ 8187558 w 8187558"/>
                  <a:gd name="connsiteY6-42" fmla="*/ 0 h 2617076"/>
                  <a:gd name="connsiteX0-43" fmla="*/ 8187558 w 8187558"/>
                  <a:gd name="connsiteY0-44" fmla="*/ 0 h 2617076"/>
                  <a:gd name="connsiteX1-45" fmla="*/ 8187558 w 8187558"/>
                  <a:gd name="connsiteY1-46" fmla="*/ 1271752 h 2617076"/>
                  <a:gd name="connsiteX2-47" fmla="*/ 4025462 w 8187558"/>
                  <a:gd name="connsiteY2-48" fmla="*/ 2617076 h 2617076"/>
                  <a:gd name="connsiteX3-49" fmla="*/ 0 w 8187558"/>
                  <a:gd name="connsiteY3-50" fmla="*/ 1229711 h 2617076"/>
                  <a:gd name="connsiteX4-51" fmla="*/ 31531 w 8187558"/>
                  <a:gd name="connsiteY4-52" fmla="*/ 147145 h 2617076"/>
                  <a:gd name="connsiteX5-53" fmla="*/ 4046482 w 8187558"/>
                  <a:gd name="connsiteY5-54" fmla="*/ 1576552 h 2617076"/>
                  <a:gd name="connsiteX6-55" fmla="*/ 8187558 w 8187558"/>
                  <a:gd name="connsiteY6-56" fmla="*/ 0 h 2617076"/>
                  <a:gd name="connsiteX0-57" fmla="*/ 8187558 w 8187558"/>
                  <a:gd name="connsiteY0-58" fmla="*/ 0 h 2617076"/>
                  <a:gd name="connsiteX1-59" fmla="*/ 8187558 w 8187558"/>
                  <a:gd name="connsiteY1-60" fmla="*/ 1271752 h 2617076"/>
                  <a:gd name="connsiteX2-61" fmla="*/ 4025462 w 8187558"/>
                  <a:gd name="connsiteY2-62" fmla="*/ 2617076 h 2617076"/>
                  <a:gd name="connsiteX3-63" fmla="*/ 0 w 8187558"/>
                  <a:gd name="connsiteY3-64" fmla="*/ 1229711 h 2617076"/>
                  <a:gd name="connsiteX4-65" fmla="*/ 31531 w 8187558"/>
                  <a:gd name="connsiteY4-66" fmla="*/ 147145 h 2617076"/>
                  <a:gd name="connsiteX5-67" fmla="*/ 4046482 w 8187558"/>
                  <a:gd name="connsiteY5-68" fmla="*/ 1576552 h 2617076"/>
                  <a:gd name="connsiteX6-69" fmla="*/ 8187558 w 8187558"/>
                  <a:gd name="connsiteY6-70" fmla="*/ 0 h 2617076"/>
                  <a:gd name="connsiteX0-71" fmla="*/ 8187558 w 8187558"/>
                  <a:gd name="connsiteY0-72" fmla="*/ 0 h 2617076"/>
                  <a:gd name="connsiteX1-73" fmla="*/ 8187558 w 8187558"/>
                  <a:gd name="connsiteY1-74" fmla="*/ 1271752 h 2617076"/>
                  <a:gd name="connsiteX2-75" fmla="*/ 4025462 w 8187558"/>
                  <a:gd name="connsiteY2-76" fmla="*/ 2617076 h 2617076"/>
                  <a:gd name="connsiteX3-77" fmla="*/ 0 w 8187558"/>
                  <a:gd name="connsiteY3-78" fmla="*/ 1229711 h 2617076"/>
                  <a:gd name="connsiteX4-79" fmla="*/ 31531 w 8187558"/>
                  <a:gd name="connsiteY4-80" fmla="*/ 147145 h 2617076"/>
                  <a:gd name="connsiteX5-81" fmla="*/ 4046482 w 8187558"/>
                  <a:gd name="connsiteY5-82" fmla="*/ 1576552 h 2617076"/>
                  <a:gd name="connsiteX6-83" fmla="*/ 8187558 w 8187558"/>
                  <a:gd name="connsiteY6-84" fmla="*/ 0 h 2617076"/>
                  <a:gd name="connsiteX0-85" fmla="*/ 8187558 w 8187558"/>
                  <a:gd name="connsiteY0-86" fmla="*/ 0 h 2638097"/>
                  <a:gd name="connsiteX1-87" fmla="*/ 8187558 w 8187558"/>
                  <a:gd name="connsiteY1-88" fmla="*/ 1271752 h 2638097"/>
                  <a:gd name="connsiteX2-89" fmla="*/ 4099035 w 8187558"/>
                  <a:gd name="connsiteY2-90" fmla="*/ 2638097 h 2638097"/>
                  <a:gd name="connsiteX3-91" fmla="*/ 0 w 8187558"/>
                  <a:gd name="connsiteY3-92" fmla="*/ 1229711 h 2638097"/>
                  <a:gd name="connsiteX4-93" fmla="*/ 31531 w 8187558"/>
                  <a:gd name="connsiteY4-94" fmla="*/ 147145 h 2638097"/>
                  <a:gd name="connsiteX5-95" fmla="*/ 4046482 w 8187558"/>
                  <a:gd name="connsiteY5-96" fmla="*/ 1576552 h 2638097"/>
                  <a:gd name="connsiteX6-97" fmla="*/ 8187558 w 8187558"/>
                  <a:gd name="connsiteY6-98" fmla="*/ 0 h 2638097"/>
                  <a:gd name="connsiteX0-99" fmla="*/ 8187558 w 8187558"/>
                  <a:gd name="connsiteY0-100" fmla="*/ 0 h 2638097"/>
                  <a:gd name="connsiteX1-101" fmla="*/ 8187558 w 8187558"/>
                  <a:gd name="connsiteY1-102" fmla="*/ 1271752 h 2638097"/>
                  <a:gd name="connsiteX2-103" fmla="*/ 4099035 w 8187558"/>
                  <a:gd name="connsiteY2-104" fmla="*/ 2638097 h 2638097"/>
                  <a:gd name="connsiteX3-105" fmla="*/ 0 w 8187558"/>
                  <a:gd name="connsiteY3-106" fmla="*/ 1229711 h 2638097"/>
                  <a:gd name="connsiteX4-107" fmla="*/ 31531 w 8187558"/>
                  <a:gd name="connsiteY4-108" fmla="*/ 147145 h 2638097"/>
                  <a:gd name="connsiteX5-109" fmla="*/ 4046482 w 8187558"/>
                  <a:gd name="connsiteY5-110" fmla="*/ 1576552 h 2638097"/>
                  <a:gd name="connsiteX6-111" fmla="*/ 8187558 w 8187558"/>
                  <a:gd name="connsiteY6-112" fmla="*/ 0 h 2638097"/>
                  <a:gd name="connsiteX0-113" fmla="*/ 8187558 w 8187558"/>
                  <a:gd name="connsiteY0-114" fmla="*/ 0 h 2638097"/>
                  <a:gd name="connsiteX1-115" fmla="*/ 8187558 w 8187558"/>
                  <a:gd name="connsiteY1-116" fmla="*/ 1271752 h 2638097"/>
                  <a:gd name="connsiteX2-117" fmla="*/ 4099035 w 8187558"/>
                  <a:gd name="connsiteY2-118" fmla="*/ 2638097 h 2638097"/>
                  <a:gd name="connsiteX3-119" fmla="*/ 0 w 8187558"/>
                  <a:gd name="connsiteY3-120" fmla="*/ 1229711 h 2638097"/>
                  <a:gd name="connsiteX4-121" fmla="*/ 31531 w 8187558"/>
                  <a:gd name="connsiteY4-122" fmla="*/ 147145 h 2638097"/>
                  <a:gd name="connsiteX5-123" fmla="*/ 4046482 w 8187558"/>
                  <a:gd name="connsiteY5-124" fmla="*/ 1576552 h 2638097"/>
                  <a:gd name="connsiteX6-125" fmla="*/ 8187558 w 8187558"/>
                  <a:gd name="connsiteY6-126" fmla="*/ 0 h 2638097"/>
                  <a:gd name="connsiteX0-127" fmla="*/ 8187558 w 8187558"/>
                  <a:gd name="connsiteY0-128" fmla="*/ 0 h 2638097"/>
                  <a:gd name="connsiteX1-129" fmla="*/ 8187558 w 8187558"/>
                  <a:gd name="connsiteY1-130" fmla="*/ 1271752 h 2638097"/>
                  <a:gd name="connsiteX2-131" fmla="*/ 4099035 w 8187558"/>
                  <a:gd name="connsiteY2-132" fmla="*/ 2638097 h 2638097"/>
                  <a:gd name="connsiteX3-133" fmla="*/ 0 w 8187558"/>
                  <a:gd name="connsiteY3-134" fmla="*/ 1229711 h 2638097"/>
                  <a:gd name="connsiteX4-135" fmla="*/ 31531 w 8187558"/>
                  <a:gd name="connsiteY4-136" fmla="*/ 147145 h 2638097"/>
                  <a:gd name="connsiteX5-137" fmla="*/ 4046482 w 8187558"/>
                  <a:gd name="connsiteY5-138" fmla="*/ 1576552 h 2638097"/>
                  <a:gd name="connsiteX6-139" fmla="*/ 8187558 w 8187558"/>
                  <a:gd name="connsiteY6-140" fmla="*/ 0 h 2638097"/>
                  <a:gd name="connsiteX0-141" fmla="*/ 8187558 w 8187558"/>
                  <a:gd name="connsiteY0-142" fmla="*/ 0 h 2638097"/>
                  <a:gd name="connsiteX1-143" fmla="*/ 8187558 w 8187558"/>
                  <a:gd name="connsiteY1-144" fmla="*/ 1271752 h 2638097"/>
                  <a:gd name="connsiteX2-145" fmla="*/ 4099035 w 8187558"/>
                  <a:gd name="connsiteY2-146" fmla="*/ 2638097 h 2638097"/>
                  <a:gd name="connsiteX3-147" fmla="*/ 0 w 8187558"/>
                  <a:gd name="connsiteY3-148" fmla="*/ 1229711 h 2638097"/>
                  <a:gd name="connsiteX4-149" fmla="*/ 31531 w 8187558"/>
                  <a:gd name="connsiteY4-150" fmla="*/ 147145 h 2638097"/>
                  <a:gd name="connsiteX5-151" fmla="*/ 4088524 w 8187558"/>
                  <a:gd name="connsiteY5-152" fmla="*/ 1597573 h 2638097"/>
                  <a:gd name="connsiteX6-153" fmla="*/ 8187558 w 8187558"/>
                  <a:gd name="connsiteY6-154" fmla="*/ 0 h 2638097"/>
                  <a:gd name="connsiteX0-155" fmla="*/ 8187558 w 8187558"/>
                  <a:gd name="connsiteY0-156" fmla="*/ 0 h 2638097"/>
                  <a:gd name="connsiteX1-157" fmla="*/ 8187558 w 8187558"/>
                  <a:gd name="connsiteY1-158" fmla="*/ 1271752 h 2638097"/>
                  <a:gd name="connsiteX2-159" fmla="*/ 4099035 w 8187558"/>
                  <a:gd name="connsiteY2-160" fmla="*/ 2638097 h 2638097"/>
                  <a:gd name="connsiteX3-161" fmla="*/ 0 w 8187558"/>
                  <a:gd name="connsiteY3-162" fmla="*/ 1229711 h 2638097"/>
                  <a:gd name="connsiteX4-163" fmla="*/ 31531 w 8187558"/>
                  <a:gd name="connsiteY4-164" fmla="*/ 147145 h 2638097"/>
                  <a:gd name="connsiteX5-165" fmla="*/ 4088524 w 8187558"/>
                  <a:gd name="connsiteY5-166" fmla="*/ 1597573 h 2638097"/>
                  <a:gd name="connsiteX6-167" fmla="*/ 8187558 w 8187558"/>
                  <a:gd name="connsiteY6-168" fmla="*/ 0 h 2638097"/>
                  <a:gd name="connsiteX0-169" fmla="*/ 8187558 w 8187558"/>
                  <a:gd name="connsiteY0-170" fmla="*/ 0 h 2638097"/>
                  <a:gd name="connsiteX1-171" fmla="*/ 8187558 w 8187558"/>
                  <a:gd name="connsiteY1-172" fmla="*/ 1271752 h 2638097"/>
                  <a:gd name="connsiteX2-173" fmla="*/ 4099035 w 8187558"/>
                  <a:gd name="connsiteY2-174" fmla="*/ 2638097 h 2638097"/>
                  <a:gd name="connsiteX3-175" fmla="*/ 0 w 8187558"/>
                  <a:gd name="connsiteY3-176" fmla="*/ 1229711 h 2638097"/>
                  <a:gd name="connsiteX4-177" fmla="*/ 31531 w 8187558"/>
                  <a:gd name="connsiteY4-178" fmla="*/ 147145 h 2638097"/>
                  <a:gd name="connsiteX5-179" fmla="*/ 4099035 w 8187558"/>
                  <a:gd name="connsiteY5-180" fmla="*/ 1566042 h 2638097"/>
                  <a:gd name="connsiteX6-181" fmla="*/ 8187558 w 8187558"/>
                  <a:gd name="connsiteY6-182" fmla="*/ 0 h 2638097"/>
                  <a:gd name="connsiteX0-183" fmla="*/ 8187558 w 8187558"/>
                  <a:gd name="connsiteY0-184" fmla="*/ 0 h 2638097"/>
                  <a:gd name="connsiteX1-185" fmla="*/ 8187558 w 8187558"/>
                  <a:gd name="connsiteY1-186" fmla="*/ 1271752 h 2638097"/>
                  <a:gd name="connsiteX2-187" fmla="*/ 4099035 w 8187558"/>
                  <a:gd name="connsiteY2-188" fmla="*/ 2638097 h 2638097"/>
                  <a:gd name="connsiteX3-189" fmla="*/ 0 w 8187558"/>
                  <a:gd name="connsiteY3-190" fmla="*/ 1229711 h 2638097"/>
                  <a:gd name="connsiteX4-191" fmla="*/ 31531 w 8187558"/>
                  <a:gd name="connsiteY4-192" fmla="*/ 147145 h 2638097"/>
                  <a:gd name="connsiteX5-193" fmla="*/ 4099035 w 8187558"/>
                  <a:gd name="connsiteY5-194" fmla="*/ 1566042 h 2638097"/>
                  <a:gd name="connsiteX6-195" fmla="*/ 8187558 w 8187558"/>
                  <a:gd name="connsiteY6-196" fmla="*/ 0 h 2638097"/>
                  <a:gd name="connsiteX0-197" fmla="*/ 8187558 w 8187558"/>
                  <a:gd name="connsiteY0-198" fmla="*/ 0 h 2638097"/>
                  <a:gd name="connsiteX1-199" fmla="*/ 8187558 w 8187558"/>
                  <a:gd name="connsiteY1-200" fmla="*/ 1271752 h 2638097"/>
                  <a:gd name="connsiteX2-201" fmla="*/ 4099035 w 8187558"/>
                  <a:gd name="connsiteY2-202" fmla="*/ 2638097 h 2638097"/>
                  <a:gd name="connsiteX3-203" fmla="*/ 0 w 8187558"/>
                  <a:gd name="connsiteY3-204" fmla="*/ 1229711 h 2638097"/>
                  <a:gd name="connsiteX4-205" fmla="*/ 31531 w 8187558"/>
                  <a:gd name="connsiteY4-206" fmla="*/ 147145 h 2638097"/>
                  <a:gd name="connsiteX5-207" fmla="*/ 4099035 w 8187558"/>
                  <a:gd name="connsiteY5-208" fmla="*/ 1566042 h 2638097"/>
                  <a:gd name="connsiteX6-209" fmla="*/ 8187558 w 8187558"/>
                  <a:gd name="connsiteY6-210" fmla="*/ 0 h 2638097"/>
                  <a:gd name="connsiteX0-211" fmla="*/ 8187558 w 8187558"/>
                  <a:gd name="connsiteY0-212" fmla="*/ 0 h 2638097"/>
                  <a:gd name="connsiteX1-213" fmla="*/ 8187558 w 8187558"/>
                  <a:gd name="connsiteY1-214" fmla="*/ 1271752 h 2638097"/>
                  <a:gd name="connsiteX2-215" fmla="*/ 4099035 w 8187558"/>
                  <a:gd name="connsiteY2-216" fmla="*/ 2638097 h 2638097"/>
                  <a:gd name="connsiteX3-217" fmla="*/ 0 w 8187558"/>
                  <a:gd name="connsiteY3-218" fmla="*/ 1229711 h 2638097"/>
                  <a:gd name="connsiteX4-219" fmla="*/ 31531 w 8187558"/>
                  <a:gd name="connsiteY4-220" fmla="*/ 147145 h 2638097"/>
                  <a:gd name="connsiteX5-221" fmla="*/ 4099035 w 8187558"/>
                  <a:gd name="connsiteY5-222" fmla="*/ 1566042 h 2638097"/>
                  <a:gd name="connsiteX6-223" fmla="*/ 8187558 w 8187558"/>
                  <a:gd name="connsiteY6-224" fmla="*/ 0 h 2638097"/>
                  <a:gd name="connsiteX0-225" fmla="*/ 8187558 w 8187558"/>
                  <a:gd name="connsiteY0-226" fmla="*/ 0 h 2638097"/>
                  <a:gd name="connsiteX1-227" fmla="*/ 8187558 w 8187558"/>
                  <a:gd name="connsiteY1-228" fmla="*/ 1271752 h 2638097"/>
                  <a:gd name="connsiteX2-229" fmla="*/ 4099035 w 8187558"/>
                  <a:gd name="connsiteY2-230" fmla="*/ 2638097 h 2638097"/>
                  <a:gd name="connsiteX3-231" fmla="*/ 0 w 8187558"/>
                  <a:gd name="connsiteY3-232" fmla="*/ 1229711 h 2638097"/>
                  <a:gd name="connsiteX4-233" fmla="*/ 31531 w 8187558"/>
                  <a:gd name="connsiteY4-234" fmla="*/ 147145 h 2638097"/>
                  <a:gd name="connsiteX5-235" fmla="*/ 4099035 w 8187558"/>
                  <a:gd name="connsiteY5-236" fmla="*/ 1566042 h 2638097"/>
                  <a:gd name="connsiteX6-237" fmla="*/ 8187558 w 8187558"/>
                  <a:gd name="connsiteY6-238" fmla="*/ 0 h 2638097"/>
                  <a:gd name="connsiteX0-239" fmla="*/ 8187558 w 8187558"/>
                  <a:gd name="connsiteY0-240" fmla="*/ 0 h 2638097"/>
                  <a:gd name="connsiteX1-241" fmla="*/ 8187558 w 8187558"/>
                  <a:gd name="connsiteY1-242" fmla="*/ 1271752 h 2638097"/>
                  <a:gd name="connsiteX2-243" fmla="*/ 4099035 w 8187558"/>
                  <a:gd name="connsiteY2-244" fmla="*/ 2638097 h 2638097"/>
                  <a:gd name="connsiteX3-245" fmla="*/ 0 w 8187558"/>
                  <a:gd name="connsiteY3-246" fmla="*/ 1229711 h 2638097"/>
                  <a:gd name="connsiteX4-247" fmla="*/ 31531 w 8187558"/>
                  <a:gd name="connsiteY4-248" fmla="*/ 147145 h 2638097"/>
                  <a:gd name="connsiteX5-249" fmla="*/ 4099035 w 8187558"/>
                  <a:gd name="connsiteY5-250" fmla="*/ 1566042 h 2638097"/>
                  <a:gd name="connsiteX6-251" fmla="*/ 8187558 w 8187558"/>
                  <a:gd name="connsiteY6-252" fmla="*/ 0 h 2638097"/>
                  <a:gd name="connsiteX0-253" fmla="*/ 8187558 w 8187558"/>
                  <a:gd name="connsiteY0-254" fmla="*/ 0 h 2638097"/>
                  <a:gd name="connsiteX1-255" fmla="*/ 8187558 w 8187558"/>
                  <a:gd name="connsiteY1-256" fmla="*/ 1271752 h 2638097"/>
                  <a:gd name="connsiteX2-257" fmla="*/ 4099035 w 8187558"/>
                  <a:gd name="connsiteY2-258" fmla="*/ 2638097 h 2638097"/>
                  <a:gd name="connsiteX3-259" fmla="*/ 0 w 8187558"/>
                  <a:gd name="connsiteY3-260" fmla="*/ 1229711 h 2638097"/>
                  <a:gd name="connsiteX4-261" fmla="*/ 31531 w 8187558"/>
                  <a:gd name="connsiteY4-262" fmla="*/ 147145 h 2638097"/>
                  <a:gd name="connsiteX5-263" fmla="*/ 4099035 w 8187558"/>
                  <a:gd name="connsiteY5-264" fmla="*/ 1566042 h 2638097"/>
                  <a:gd name="connsiteX6-265" fmla="*/ 8187558 w 8187558"/>
                  <a:gd name="connsiteY6-266" fmla="*/ 0 h 2638097"/>
                  <a:gd name="connsiteX0-267" fmla="*/ 8187558 w 8187558"/>
                  <a:gd name="connsiteY0-268" fmla="*/ 0 h 2638097"/>
                  <a:gd name="connsiteX1-269" fmla="*/ 8187558 w 8187558"/>
                  <a:gd name="connsiteY1-270" fmla="*/ 1271752 h 2638097"/>
                  <a:gd name="connsiteX2-271" fmla="*/ 4099035 w 8187558"/>
                  <a:gd name="connsiteY2-272" fmla="*/ 2638097 h 2638097"/>
                  <a:gd name="connsiteX3-273" fmla="*/ 0 w 8187558"/>
                  <a:gd name="connsiteY3-274" fmla="*/ 1229711 h 2638097"/>
                  <a:gd name="connsiteX4-275" fmla="*/ 31531 w 8187558"/>
                  <a:gd name="connsiteY4-276" fmla="*/ 147145 h 2638097"/>
                  <a:gd name="connsiteX5-277" fmla="*/ 4099035 w 8187558"/>
                  <a:gd name="connsiteY5-278" fmla="*/ 1566042 h 2638097"/>
                  <a:gd name="connsiteX6-279" fmla="*/ 8187558 w 8187558"/>
                  <a:gd name="connsiteY6-280" fmla="*/ 0 h 2638097"/>
                  <a:gd name="connsiteX0-281" fmla="*/ 8187558 w 8187558"/>
                  <a:gd name="connsiteY0-282" fmla="*/ 0 h 2638097"/>
                  <a:gd name="connsiteX1-283" fmla="*/ 8187558 w 8187558"/>
                  <a:gd name="connsiteY1-284" fmla="*/ 1271752 h 2638097"/>
                  <a:gd name="connsiteX2-285" fmla="*/ 4099035 w 8187558"/>
                  <a:gd name="connsiteY2-286" fmla="*/ 2638097 h 2638097"/>
                  <a:gd name="connsiteX3-287" fmla="*/ 0 w 8187558"/>
                  <a:gd name="connsiteY3-288" fmla="*/ 1229711 h 2638097"/>
                  <a:gd name="connsiteX4-289" fmla="*/ 31531 w 8187558"/>
                  <a:gd name="connsiteY4-290" fmla="*/ 147145 h 2638097"/>
                  <a:gd name="connsiteX5-291" fmla="*/ 4099035 w 8187558"/>
                  <a:gd name="connsiteY5-292" fmla="*/ 1566042 h 2638097"/>
                  <a:gd name="connsiteX6-293" fmla="*/ 8187558 w 8187558"/>
                  <a:gd name="connsiteY6-294" fmla="*/ 0 h 2638097"/>
                  <a:gd name="connsiteX0-295" fmla="*/ 8176538 w 8176538"/>
                  <a:gd name="connsiteY0-296" fmla="*/ 0 h 2638097"/>
                  <a:gd name="connsiteX1-297" fmla="*/ 8176538 w 8176538"/>
                  <a:gd name="connsiteY1-298" fmla="*/ 1271752 h 2638097"/>
                  <a:gd name="connsiteX2-299" fmla="*/ 4088015 w 8176538"/>
                  <a:gd name="connsiteY2-300" fmla="*/ 2638097 h 2638097"/>
                  <a:gd name="connsiteX3-301" fmla="*/ 0 w 8176538"/>
                  <a:gd name="connsiteY3-302" fmla="*/ 1269888 h 2638097"/>
                  <a:gd name="connsiteX4-303" fmla="*/ 20511 w 8176538"/>
                  <a:gd name="connsiteY4-304" fmla="*/ 147145 h 2638097"/>
                  <a:gd name="connsiteX5-305" fmla="*/ 4088015 w 8176538"/>
                  <a:gd name="connsiteY5-306" fmla="*/ 1566042 h 2638097"/>
                  <a:gd name="connsiteX6-307" fmla="*/ 8176538 w 8176538"/>
                  <a:gd name="connsiteY6-308" fmla="*/ 0 h 2638097"/>
                  <a:gd name="connsiteX0-309" fmla="*/ 8176538 w 8176538"/>
                  <a:gd name="connsiteY0-310" fmla="*/ 0 h 2772020"/>
                  <a:gd name="connsiteX1-311" fmla="*/ 8176538 w 8176538"/>
                  <a:gd name="connsiteY1-312" fmla="*/ 1271752 h 2772020"/>
                  <a:gd name="connsiteX2-313" fmla="*/ 4099034 w 8176538"/>
                  <a:gd name="connsiteY2-314" fmla="*/ 2772020 h 2772020"/>
                  <a:gd name="connsiteX3-315" fmla="*/ 0 w 8176538"/>
                  <a:gd name="connsiteY3-316" fmla="*/ 1269888 h 2772020"/>
                  <a:gd name="connsiteX4-317" fmla="*/ 20511 w 8176538"/>
                  <a:gd name="connsiteY4-318" fmla="*/ 147145 h 2772020"/>
                  <a:gd name="connsiteX5-319" fmla="*/ 4088015 w 8176538"/>
                  <a:gd name="connsiteY5-320" fmla="*/ 1566042 h 2772020"/>
                  <a:gd name="connsiteX6-321" fmla="*/ 8176538 w 8176538"/>
                  <a:gd name="connsiteY6-322" fmla="*/ 0 h 2772020"/>
                  <a:gd name="connsiteX0-323" fmla="*/ 8176538 w 8176538"/>
                  <a:gd name="connsiteY0-324" fmla="*/ 0 h 2772339"/>
                  <a:gd name="connsiteX1-325" fmla="*/ 8176538 w 8176538"/>
                  <a:gd name="connsiteY1-326" fmla="*/ 1378890 h 2772339"/>
                  <a:gd name="connsiteX2-327" fmla="*/ 4099034 w 8176538"/>
                  <a:gd name="connsiteY2-328" fmla="*/ 2772020 h 2772339"/>
                  <a:gd name="connsiteX3-329" fmla="*/ 0 w 8176538"/>
                  <a:gd name="connsiteY3-330" fmla="*/ 1269888 h 2772339"/>
                  <a:gd name="connsiteX4-331" fmla="*/ 20511 w 8176538"/>
                  <a:gd name="connsiteY4-332" fmla="*/ 147145 h 2772339"/>
                  <a:gd name="connsiteX5-333" fmla="*/ 4088015 w 8176538"/>
                  <a:gd name="connsiteY5-334" fmla="*/ 1566042 h 2772339"/>
                  <a:gd name="connsiteX6-335" fmla="*/ 8176538 w 8176538"/>
                  <a:gd name="connsiteY6-336" fmla="*/ 0 h 2772339"/>
                  <a:gd name="connsiteX0-337" fmla="*/ 8176538 w 8176538"/>
                  <a:gd name="connsiteY0-338" fmla="*/ 0 h 2825888"/>
                  <a:gd name="connsiteX1-339" fmla="*/ 8176538 w 8176538"/>
                  <a:gd name="connsiteY1-340" fmla="*/ 1378890 h 2825888"/>
                  <a:gd name="connsiteX2-341" fmla="*/ 4099034 w 8176538"/>
                  <a:gd name="connsiteY2-342" fmla="*/ 2825590 h 2825888"/>
                  <a:gd name="connsiteX3-343" fmla="*/ 0 w 8176538"/>
                  <a:gd name="connsiteY3-344" fmla="*/ 1269888 h 2825888"/>
                  <a:gd name="connsiteX4-345" fmla="*/ 20511 w 8176538"/>
                  <a:gd name="connsiteY4-346" fmla="*/ 147145 h 2825888"/>
                  <a:gd name="connsiteX5-347" fmla="*/ 4088015 w 8176538"/>
                  <a:gd name="connsiteY5-348" fmla="*/ 1566042 h 2825888"/>
                  <a:gd name="connsiteX6-349" fmla="*/ 8176538 w 8176538"/>
                  <a:gd name="connsiteY6-350" fmla="*/ 0 h 2825888"/>
                  <a:gd name="connsiteX0-351" fmla="*/ 8165518 w 8165518"/>
                  <a:gd name="connsiteY0-352" fmla="*/ 0 h 2825606"/>
                  <a:gd name="connsiteX1-353" fmla="*/ 8165518 w 8165518"/>
                  <a:gd name="connsiteY1-354" fmla="*/ 1378890 h 2825606"/>
                  <a:gd name="connsiteX2-355" fmla="*/ 4088014 w 8165518"/>
                  <a:gd name="connsiteY2-356" fmla="*/ 2825590 h 2825606"/>
                  <a:gd name="connsiteX3-357" fmla="*/ 0 w 8165518"/>
                  <a:gd name="connsiteY3-358" fmla="*/ 1403811 h 2825606"/>
                  <a:gd name="connsiteX4-359" fmla="*/ 9491 w 8165518"/>
                  <a:gd name="connsiteY4-360" fmla="*/ 147145 h 2825606"/>
                  <a:gd name="connsiteX5-361" fmla="*/ 4076995 w 8165518"/>
                  <a:gd name="connsiteY5-362" fmla="*/ 1566042 h 2825606"/>
                  <a:gd name="connsiteX6-363" fmla="*/ 8165518 w 8165518"/>
                  <a:gd name="connsiteY6-364" fmla="*/ 0 h 2825606"/>
                  <a:gd name="connsiteX0-365" fmla="*/ 8165518 w 8165518"/>
                  <a:gd name="connsiteY0-366" fmla="*/ 0 h 2879174"/>
                  <a:gd name="connsiteX1-367" fmla="*/ 8165518 w 8165518"/>
                  <a:gd name="connsiteY1-368" fmla="*/ 1378890 h 2879174"/>
                  <a:gd name="connsiteX2-369" fmla="*/ 4132092 w 8165518"/>
                  <a:gd name="connsiteY2-370" fmla="*/ 2879159 h 2879174"/>
                  <a:gd name="connsiteX3-371" fmla="*/ 0 w 8165518"/>
                  <a:gd name="connsiteY3-372" fmla="*/ 1403811 h 2879174"/>
                  <a:gd name="connsiteX4-373" fmla="*/ 9491 w 8165518"/>
                  <a:gd name="connsiteY4-374" fmla="*/ 147145 h 2879174"/>
                  <a:gd name="connsiteX5-375" fmla="*/ 4076995 w 8165518"/>
                  <a:gd name="connsiteY5-376" fmla="*/ 1566042 h 2879174"/>
                  <a:gd name="connsiteX6-377" fmla="*/ 8165518 w 8165518"/>
                  <a:gd name="connsiteY6-378" fmla="*/ 0 h 2879174"/>
                  <a:gd name="connsiteX0-379" fmla="*/ 8165518 w 8176537"/>
                  <a:gd name="connsiteY0-380" fmla="*/ 0 h 2879410"/>
                  <a:gd name="connsiteX1-381" fmla="*/ 8176537 w 8176537"/>
                  <a:gd name="connsiteY1-382" fmla="*/ 1499420 h 2879410"/>
                  <a:gd name="connsiteX2-383" fmla="*/ 4132092 w 8176537"/>
                  <a:gd name="connsiteY2-384" fmla="*/ 2879159 h 2879410"/>
                  <a:gd name="connsiteX3-385" fmla="*/ 0 w 8176537"/>
                  <a:gd name="connsiteY3-386" fmla="*/ 1403811 h 2879410"/>
                  <a:gd name="connsiteX4-387" fmla="*/ 9491 w 8176537"/>
                  <a:gd name="connsiteY4-388" fmla="*/ 147145 h 2879410"/>
                  <a:gd name="connsiteX5-389" fmla="*/ 4076995 w 8176537"/>
                  <a:gd name="connsiteY5-390" fmla="*/ 1566042 h 2879410"/>
                  <a:gd name="connsiteX6-391" fmla="*/ 8165518 w 8176537"/>
                  <a:gd name="connsiteY6-392" fmla="*/ 0 h 2879410"/>
                  <a:gd name="connsiteX0-393" fmla="*/ 8165518 w 8176537"/>
                  <a:gd name="connsiteY0-394" fmla="*/ 0 h 2879262"/>
                  <a:gd name="connsiteX1-395" fmla="*/ 8176537 w 8176537"/>
                  <a:gd name="connsiteY1-396" fmla="*/ 1499420 h 2879262"/>
                  <a:gd name="connsiteX2-397" fmla="*/ 4132092 w 8176537"/>
                  <a:gd name="connsiteY2-398" fmla="*/ 2879159 h 2879262"/>
                  <a:gd name="connsiteX3-399" fmla="*/ 0 w 8176537"/>
                  <a:gd name="connsiteY3-400" fmla="*/ 1403811 h 2879262"/>
                  <a:gd name="connsiteX4-401" fmla="*/ 9491 w 8176537"/>
                  <a:gd name="connsiteY4-402" fmla="*/ 147145 h 2879262"/>
                  <a:gd name="connsiteX5-403" fmla="*/ 4076995 w 8176537"/>
                  <a:gd name="connsiteY5-404" fmla="*/ 1566042 h 2879262"/>
                  <a:gd name="connsiteX6-405" fmla="*/ 8165518 w 8176537"/>
                  <a:gd name="connsiteY6-406" fmla="*/ 0 h 2879262"/>
                  <a:gd name="connsiteX0-407" fmla="*/ 8165518 w 8176537"/>
                  <a:gd name="connsiteY0-408" fmla="*/ 0 h 2879163"/>
                  <a:gd name="connsiteX1-409" fmla="*/ 8176537 w 8176537"/>
                  <a:gd name="connsiteY1-410" fmla="*/ 1499420 h 2879163"/>
                  <a:gd name="connsiteX2-411" fmla="*/ 4132092 w 8176537"/>
                  <a:gd name="connsiteY2-412" fmla="*/ 2879159 h 2879163"/>
                  <a:gd name="connsiteX3-413" fmla="*/ 0 w 8176537"/>
                  <a:gd name="connsiteY3-414" fmla="*/ 1510948 h 2879163"/>
                  <a:gd name="connsiteX4-415" fmla="*/ 9491 w 8176537"/>
                  <a:gd name="connsiteY4-416" fmla="*/ 147145 h 2879163"/>
                  <a:gd name="connsiteX5-417" fmla="*/ 4076995 w 8176537"/>
                  <a:gd name="connsiteY5-418" fmla="*/ 1566042 h 2879163"/>
                  <a:gd name="connsiteX6-419" fmla="*/ 8165518 w 8176537"/>
                  <a:gd name="connsiteY6-420" fmla="*/ 0 h 2879163"/>
                  <a:gd name="connsiteX0-421" fmla="*/ 8165518 w 8198577"/>
                  <a:gd name="connsiteY0-422" fmla="*/ 0 h 2879451"/>
                  <a:gd name="connsiteX1-423" fmla="*/ 8198577 w 8198577"/>
                  <a:gd name="connsiteY1-424" fmla="*/ 1606558 h 2879451"/>
                  <a:gd name="connsiteX2-425" fmla="*/ 4132092 w 8198577"/>
                  <a:gd name="connsiteY2-426" fmla="*/ 2879159 h 2879451"/>
                  <a:gd name="connsiteX3-427" fmla="*/ 0 w 8198577"/>
                  <a:gd name="connsiteY3-428" fmla="*/ 1510948 h 2879451"/>
                  <a:gd name="connsiteX4-429" fmla="*/ 9491 w 8198577"/>
                  <a:gd name="connsiteY4-430" fmla="*/ 147145 h 2879451"/>
                  <a:gd name="connsiteX5-431" fmla="*/ 4076995 w 8198577"/>
                  <a:gd name="connsiteY5-432" fmla="*/ 1566042 h 2879451"/>
                  <a:gd name="connsiteX6-433" fmla="*/ 8165518 w 8198577"/>
                  <a:gd name="connsiteY6-434" fmla="*/ 0 h 2879451"/>
                  <a:gd name="connsiteX0-435" fmla="*/ 8165518 w 8165518"/>
                  <a:gd name="connsiteY0-436" fmla="*/ 0 h 2880066"/>
                  <a:gd name="connsiteX1-437" fmla="*/ 8165518 w 8165518"/>
                  <a:gd name="connsiteY1-438" fmla="*/ 1673520 h 2880066"/>
                  <a:gd name="connsiteX2-439" fmla="*/ 4132092 w 8165518"/>
                  <a:gd name="connsiteY2-440" fmla="*/ 2879159 h 2880066"/>
                  <a:gd name="connsiteX3-441" fmla="*/ 0 w 8165518"/>
                  <a:gd name="connsiteY3-442" fmla="*/ 1510948 h 2880066"/>
                  <a:gd name="connsiteX4-443" fmla="*/ 9491 w 8165518"/>
                  <a:gd name="connsiteY4-444" fmla="*/ 147145 h 2880066"/>
                  <a:gd name="connsiteX5-445" fmla="*/ 4076995 w 8165518"/>
                  <a:gd name="connsiteY5-446" fmla="*/ 1566042 h 2880066"/>
                  <a:gd name="connsiteX6-447" fmla="*/ 8165518 w 8165518"/>
                  <a:gd name="connsiteY6-448" fmla="*/ 0 h 2880066"/>
                  <a:gd name="connsiteX0-449" fmla="*/ 8156794 w 8156794"/>
                  <a:gd name="connsiteY0-450" fmla="*/ 0 h 2879270"/>
                  <a:gd name="connsiteX1-451" fmla="*/ 8156794 w 8156794"/>
                  <a:gd name="connsiteY1-452" fmla="*/ 1673520 h 2879270"/>
                  <a:gd name="connsiteX2-453" fmla="*/ 4123368 w 8156794"/>
                  <a:gd name="connsiteY2-454" fmla="*/ 2879159 h 2879270"/>
                  <a:gd name="connsiteX3-455" fmla="*/ 2295 w 8156794"/>
                  <a:gd name="connsiteY3-456" fmla="*/ 1618086 h 2879270"/>
                  <a:gd name="connsiteX4-457" fmla="*/ 767 w 8156794"/>
                  <a:gd name="connsiteY4-458" fmla="*/ 147145 h 2879270"/>
                  <a:gd name="connsiteX5-459" fmla="*/ 4068271 w 8156794"/>
                  <a:gd name="connsiteY5-460" fmla="*/ 1566042 h 2879270"/>
                  <a:gd name="connsiteX6-461" fmla="*/ 8156794 w 8156794"/>
                  <a:gd name="connsiteY6-462" fmla="*/ 0 h 2879270"/>
                  <a:gd name="connsiteX0-463" fmla="*/ 8156794 w 8156794"/>
                  <a:gd name="connsiteY0-464" fmla="*/ 0 h 2973000"/>
                  <a:gd name="connsiteX1-465" fmla="*/ 8156794 w 8156794"/>
                  <a:gd name="connsiteY1-466" fmla="*/ 1673520 h 2973000"/>
                  <a:gd name="connsiteX2-467" fmla="*/ 4134388 w 8156794"/>
                  <a:gd name="connsiteY2-468" fmla="*/ 2972904 h 2973000"/>
                  <a:gd name="connsiteX3-469" fmla="*/ 2295 w 8156794"/>
                  <a:gd name="connsiteY3-470" fmla="*/ 1618086 h 2973000"/>
                  <a:gd name="connsiteX4-471" fmla="*/ 767 w 8156794"/>
                  <a:gd name="connsiteY4-472" fmla="*/ 147145 h 2973000"/>
                  <a:gd name="connsiteX5-473" fmla="*/ 4068271 w 8156794"/>
                  <a:gd name="connsiteY5-474" fmla="*/ 1566042 h 2973000"/>
                  <a:gd name="connsiteX6-475" fmla="*/ 8156794 w 8156794"/>
                  <a:gd name="connsiteY6-476" fmla="*/ 0 h 2973000"/>
                  <a:gd name="connsiteX0-477" fmla="*/ 8156794 w 8156794"/>
                  <a:gd name="connsiteY0-478" fmla="*/ 0 h 2973000"/>
                  <a:gd name="connsiteX1-479" fmla="*/ 8156794 w 8156794"/>
                  <a:gd name="connsiteY1-480" fmla="*/ 1673520 h 2973000"/>
                  <a:gd name="connsiteX2-481" fmla="*/ 4134388 w 8156794"/>
                  <a:gd name="connsiteY2-482" fmla="*/ 2972904 h 2973000"/>
                  <a:gd name="connsiteX3-483" fmla="*/ 2295 w 8156794"/>
                  <a:gd name="connsiteY3-484" fmla="*/ 1618086 h 2973000"/>
                  <a:gd name="connsiteX4-485" fmla="*/ 767 w 8156794"/>
                  <a:gd name="connsiteY4-486" fmla="*/ 147145 h 2973000"/>
                  <a:gd name="connsiteX5-487" fmla="*/ 4068271 w 8156794"/>
                  <a:gd name="connsiteY5-488" fmla="*/ 1566042 h 2973000"/>
                  <a:gd name="connsiteX6-489" fmla="*/ 8156794 w 8156794"/>
                  <a:gd name="connsiteY6-490" fmla="*/ 0 h 2973000"/>
                  <a:gd name="connsiteX0-491" fmla="*/ 8156794 w 8156794"/>
                  <a:gd name="connsiteY0-492" fmla="*/ 0 h 2973000"/>
                  <a:gd name="connsiteX1-493" fmla="*/ 8156794 w 8156794"/>
                  <a:gd name="connsiteY1-494" fmla="*/ 1673520 h 2973000"/>
                  <a:gd name="connsiteX2-495" fmla="*/ 4134388 w 8156794"/>
                  <a:gd name="connsiteY2-496" fmla="*/ 2972904 h 2973000"/>
                  <a:gd name="connsiteX3-497" fmla="*/ 2295 w 8156794"/>
                  <a:gd name="connsiteY3-498" fmla="*/ 1618086 h 2973000"/>
                  <a:gd name="connsiteX4-499" fmla="*/ 767 w 8156794"/>
                  <a:gd name="connsiteY4-500" fmla="*/ 147145 h 2973000"/>
                  <a:gd name="connsiteX5-501" fmla="*/ 4068271 w 8156794"/>
                  <a:gd name="connsiteY5-502" fmla="*/ 1566042 h 2973000"/>
                  <a:gd name="connsiteX6-503" fmla="*/ 8156794 w 8156794"/>
                  <a:gd name="connsiteY6-504" fmla="*/ 0 h 2973000"/>
                  <a:gd name="connsiteX0-505" fmla="*/ 8156794 w 8156794"/>
                  <a:gd name="connsiteY0-506" fmla="*/ 0 h 2973020"/>
                  <a:gd name="connsiteX1-507" fmla="*/ 8156794 w 8156794"/>
                  <a:gd name="connsiteY1-508" fmla="*/ 1673520 h 2973020"/>
                  <a:gd name="connsiteX2-509" fmla="*/ 4134388 w 8156794"/>
                  <a:gd name="connsiteY2-510" fmla="*/ 2972904 h 2973020"/>
                  <a:gd name="connsiteX3-511" fmla="*/ 2295 w 8156794"/>
                  <a:gd name="connsiteY3-512" fmla="*/ 1618086 h 2973020"/>
                  <a:gd name="connsiteX4-513" fmla="*/ 767 w 8156794"/>
                  <a:gd name="connsiteY4-514" fmla="*/ 147145 h 2973020"/>
                  <a:gd name="connsiteX5-515" fmla="*/ 4068271 w 8156794"/>
                  <a:gd name="connsiteY5-516" fmla="*/ 1566042 h 2973020"/>
                  <a:gd name="connsiteX6-517" fmla="*/ 8156794 w 8156794"/>
                  <a:gd name="connsiteY6-518" fmla="*/ 0 h 2973020"/>
                  <a:gd name="connsiteX0-519" fmla="*/ 8156794 w 8156794"/>
                  <a:gd name="connsiteY0-520" fmla="*/ 0 h 2973021"/>
                  <a:gd name="connsiteX1-521" fmla="*/ 8156794 w 8156794"/>
                  <a:gd name="connsiteY1-522" fmla="*/ 1673520 h 2973021"/>
                  <a:gd name="connsiteX2-523" fmla="*/ 4134388 w 8156794"/>
                  <a:gd name="connsiteY2-524" fmla="*/ 2972904 h 2973021"/>
                  <a:gd name="connsiteX3-525" fmla="*/ 2295 w 8156794"/>
                  <a:gd name="connsiteY3-526" fmla="*/ 1618086 h 2973021"/>
                  <a:gd name="connsiteX4-527" fmla="*/ 767 w 8156794"/>
                  <a:gd name="connsiteY4-528" fmla="*/ 147145 h 2973021"/>
                  <a:gd name="connsiteX5-529" fmla="*/ 4068271 w 8156794"/>
                  <a:gd name="connsiteY5-530" fmla="*/ 1566042 h 2973021"/>
                  <a:gd name="connsiteX6-531" fmla="*/ 8156794 w 8156794"/>
                  <a:gd name="connsiteY6-532" fmla="*/ 0 h 2973021"/>
                  <a:gd name="connsiteX0-533" fmla="*/ 8156794 w 8156794"/>
                  <a:gd name="connsiteY0-534" fmla="*/ 0 h 2973021"/>
                  <a:gd name="connsiteX1-535" fmla="*/ 8156794 w 8156794"/>
                  <a:gd name="connsiteY1-536" fmla="*/ 1673520 h 2973021"/>
                  <a:gd name="connsiteX2-537" fmla="*/ 4134388 w 8156794"/>
                  <a:gd name="connsiteY2-538" fmla="*/ 2972904 h 2973021"/>
                  <a:gd name="connsiteX3-539" fmla="*/ 2295 w 8156794"/>
                  <a:gd name="connsiteY3-540" fmla="*/ 1618086 h 2973021"/>
                  <a:gd name="connsiteX4-541" fmla="*/ 767 w 8156794"/>
                  <a:gd name="connsiteY4-542" fmla="*/ 147145 h 2973021"/>
                  <a:gd name="connsiteX5-543" fmla="*/ 4068271 w 8156794"/>
                  <a:gd name="connsiteY5-544" fmla="*/ 1566042 h 2973021"/>
                  <a:gd name="connsiteX6-545" fmla="*/ 8156794 w 8156794"/>
                  <a:gd name="connsiteY6-546" fmla="*/ 0 h 2973021"/>
                  <a:gd name="connsiteX0-547" fmla="*/ 8156794 w 8156794"/>
                  <a:gd name="connsiteY0-548" fmla="*/ 0 h 2973021"/>
                  <a:gd name="connsiteX1-549" fmla="*/ 8156794 w 8156794"/>
                  <a:gd name="connsiteY1-550" fmla="*/ 1673520 h 2973021"/>
                  <a:gd name="connsiteX2-551" fmla="*/ 4134388 w 8156794"/>
                  <a:gd name="connsiteY2-552" fmla="*/ 2972904 h 2973021"/>
                  <a:gd name="connsiteX3-553" fmla="*/ 2295 w 8156794"/>
                  <a:gd name="connsiteY3-554" fmla="*/ 1618086 h 2973021"/>
                  <a:gd name="connsiteX4-555" fmla="*/ 767 w 8156794"/>
                  <a:gd name="connsiteY4-556" fmla="*/ 147145 h 2973021"/>
                  <a:gd name="connsiteX5-557" fmla="*/ 4068271 w 8156794"/>
                  <a:gd name="connsiteY5-558" fmla="*/ 1566042 h 2973021"/>
                  <a:gd name="connsiteX6-559" fmla="*/ 8156794 w 8156794"/>
                  <a:gd name="connsiteY6-560" fmla="*/ 0 h 2973021"/>
                  <a:gd name="connsiteX0-561" fmla="*/ 8156794 w 8156794"/>
                  <a:gd name="connsiteY0-562" fmla="*/ 0 h 2973021"/>
                  <a:gd name="connsiteX1-563" fmla="*/ 8156794 w 8156794"/>
                  <a:gd name="connsiteY1-564" fmla="*/ 1673520 h 2973021"/>
                  <a:gd name="connsiteX2-565" fmla="*/ 4134388 w 8156794"/>
                  <a:gd name="connsiteY2-566" fmla="*/ 2972904 h 2973021"/>
                  <a:gd name="connsiteX3-567" fmla="*/ 2295 w 8156794"/>
                  <a:gd name="connsiteY3-568" fmla="*/ 1618086 h 2973021"/>
                  <a:gd name="connsiteX4-569" fmla="*/ 767 w 8156794"/>
                  <a:gd name="connsiteY4-570" fmla="*/ 147145 h 2973021"/>
                  <a:gd name="connsiteX5-571" fmla="*/ 4068271 w 8156794"/>
                  <a:gd name="connsiteY5-572" fmla="*/ 1566042 h 2973021"/>
                  <a:gd name="connsiteX6-573" fmla="*/ 8156794 w 8156794"/>
                  <a:gd name="connsiteY6-574" fmla="*/ 0 h 2973021"/>
                  <a:gd name="connsiteX0-575" fmla="*/ 8156794 w 8156794"/>
                  <a:gd name="connsiteY0-576" fmla="*/ 0 h 2973141"/>
                  <a:gd name="connsiteX1-577" fmla="*/ 8156794 w 8156794"/>
                  <a:gd name="connsiteY1-578" fmla="*/ 1673520 h 2973141"/>
                  <a:gd name="connsiteX2-579" fmla="*/ 4134388 w 8156794"/>
                  <a:gd name="connsiteY2-580" fmla="*/ 2972904 h 2973141"/>
                  <a:gd name="connsiteX3-581" fmla="*/ 2295 w 8156794"/>
                  <a:gd name="connsiteY3-582" fmla="*/ 1618086 h 2973141"/>
                  <a:gd name="connsiteX4-583" fmla="*/ 767 w 8156794"/>
                  <a:gd name="connsiteY4-584" fmla="*/ 147145 h 2973141"/>
                  <a:gd name="connsiteX5-585" fmla="*/ 4068271 w 8156794"/>
                  <a:gd name="connsiteY5-586" fmla="*/ 1566042 h 2973141"/>
                  <a:gd name="connsiteX6-587" fmla="*/ 8156794 w 8156794"/>
                  <a:gd name="connsiteY6-588" fmla="*/ 0 h 2973141"/>
                  <a:gd name="connsiteX0-589" fmla="*/ 8156794 w 8156794"/>
                  <a:gd name="connsiteY0-590" fmla="*/ 0 h 3066827"/>
                  <a:gd name="connsiteX1-591" fmla="*/ 8156794 w 8156794"/>
                  <a:gd name="connsiteY1-592" fmla="*/ 1673520 h 3066827"/>
                  <a:gd name="connsiteX2-593" fmla="*/ 4123353 w 8156794"/>
                  <a:gd name="connsiteY2-594" fmla="*/ 3066650 h 3066827"/>
                  <a:gd name="connsiteX3-595" fmla="*/ 2295 w 8156794"/>
                  <a:gd name="connsiteY3-596" fmla="*/ 1618086 h 3066827"/>
                  <a:gd name="connsiteX4-597" fmla="*/ 767 w 8156794"/>
                  <a:gd name="connsiteY4-598" fmla="*/ 147145 h 3066827"/>
                  <a:gd name="connsiteX5-599" fmla="*/ 4068271 w 8156794"/>
                  <a:gd name="connsiteY5-600" fmla="*/ 1566042 h 3066827"/>
                  <a:gd name="connsiteX6-601" fmla="*/ 8156794 w 8156794"/>
                  <a:gd name="connsiteY6-602" fmla="*/ 0 h 3066827"/>
                  <a:gd name="connsiteX0-603" fmla="*/ 8123689 w 8156794"/>
                  <a:gd name="connsiteY0-604" fmla="*/ 0 h 2999866"/>
                  <a:gd name="connsiteX1-605" fmla="*/ 8156794 w 8156794"/>
                  <a:gd name="connsiteY1-606" fmla="*/ 1606559 h 2999866"/>
                  <a:gd name="connsiteX2-607" fmla="*/ 4123353 w 8156794"/>
                  <a:gd name="connsiteY2-608" fmla="*/ 2999689 h 2999866"/>
                  <a:gd name="connsiteX3-609" fmla="*/ 2295 w 8156794"/>
                  <a:gd name="connsiteY3-610" fmla="*/ 1551125 h 2999866"/>
                  <a:gd name="connsiteX4-611" fmla="*/ 767 w 8156794"/>
                  <a:gd name="connsiteY4-612" fmla="*/ 80184 h 2999866"/>
                  <a:gd name="connsiteX5-613" fmla="*/ 4068271 w 8156794"/>
                  <a:gd name="connsiteY5-614" fmla="*/ 1499081 h 2999866"/>
                  <a:gd name="connsiteX6-615" fmla="*/ 8123689 w 8156794"/>
                  <a:gd name="connsiteY6-616" fmla="*/ 0 h 2999866"/>
                  <a:gd name="connsiteX0-617" fmla="*/ 8167828 w 8167828"/>
                  <a:gd name="connsiteY0-618" fmla="*/ 0 h 3026651"/>
                  <a:gd name="connsiteX1-619" fmla="*/ 8156794 w 8167828"/>
                  <a:gd name="connsiteY1-620" fmla="*/ 1633344 h 3026651"/>
                  <a:gd name="connsiteX2-621" fmla="*/ 4123353 w 8167828"/>
                  <a:gd name="connsiteY2-622" fmla="*/ 3026474 h 3026651"/>
                  <a:gd name="connsiteX3-623" fmla="*/ 2295 w 8167828"/>
                  <a:gd name="connsiteY3-624" fmla="*/ 1577910 h 3026651"/>
                  <a:gd name="connsiteX4-625" fmla="*/ 767 w 8167828"/>
                  <a:gd name="connsiteY4-626" fmla="*/ 106969 h 3026651"/>
                  <a:gd name="connsiteX5-627" fmla="*/ 4068271 w 8167828"/>
                  <a:gd name="connsiteY5-628" fmla="*/ 1525866 h 3026651"/>
                  <a:gd name="connsiteX6-629" fmla="*/ 8167828 w 8167828"/>
                  <a:gd name="connsiteY6-630" fmla="*/ 0 h 3026651"/>
                  <a:gd name="connsiteX0-631" fmla="*/ 8167828 w 8167828"/>
                  <a:gd name="connsiteY0-632" fmla="*/ 0 h 3027228"/>
                  <a:gd name="connsiteX1-633" fmla="*/ 8145760 w 8167828"/>
                  <a:gd name="connsiteY1-634" fmla="*/ 1686913 h 3027228"/>
                  <a:gd name="connsiteX2-635" fmla="*/ 4123353 w 8167828"/>
                  <a:gd name="connsiteY2-636" fmla="*/ 3026474 h 3027228"/>
                  <a:gd name="connsiteX3-637" fmla="*/ 2295 w 8167828"/>
                  <a:gd name="connsiteY3-638" fmla="*/ 1577910 h 3027228"/>
                  <a:gd name="connsiteX4-639" fmla="*/ 767 w 8167828"/>
                  <a:gd name="connsiteY4-640" fmla="*/ 106969 h 3027228"/>
                  <a:gd name="connsiteX5-641" fmla="*/ 4068271 w 8167828"/>
                  <a:gd name="connsiteY5-642" fmla="*/ 1525866 h 3027228"/>
                  <a:gd name="connsiteX6-643" fmla="*/ 8167828 w 8167828"/>
                  <a:gd name="connsiteY6-644" fmla="*/ 0 h 3027228"/>
                  <a:gd name="connsiteX0-645" fmla="*/ 8156794 w 8156794"/>
                  <a:gd name="connsiteY0-646" fmla="*/ 0 h 2933483"/>
                  <a:gd name="connsiteX1-647" fmla="*/ 8145760 w 8156794"/>
                  <a:gd name="connsiteY1-648" fmla="*/ 1593168 h 2933483"/>
                  <a:gd name="connsiteX2-649" fmla="*/ 4123353 w 8156794"/>
                  <a:gd name="connsiteY2-650" fmla="*/ 2932729 h 2933483"/>
                  <a:gd name="connsiteX3-651" fmla="*/ 2295 w 8156794"/>
                  <a:gd name="connsiteY3-652" fmla="*/ 1484165 h 2933483"/>
                  <a:gd name="connsiteX4-653" fmla="*/ 767 w 8156794"/>
                  <a:gd name="connsiteY4-654" fmla="*/ 13224 h 2933483"/>
                  <a:gd name="connsiteX5-655" fmla="*/ 4068271 w 8156794"/>
                  <a:gd name="connsiteY5-656" fmla="*/ 1432121 h 2933483"/>
                  <a:gd name="connsiteX6-657" fmla="*/ 8156794 w 8156794"/>
                  <a:gd name="connsiteY6-658" fmla="*/ 0 h 2933483"/>
                  <a:gd name="connsiteX0-659" fmla="*/ 8156794 w 8156794"/>
                  <a:gd name="connsiteY0-660" fmla="*/ 0 h 2933483"/>
                  <a:gd name="connsiteX1-661" fmla="*/ 8145760 w 8156794"/>
                  <a:gd name="connsiteY1-662" fmla="*/ 1593168 h 2933483"/>
                  <a:gd name="connsiteX2-663" fmla="*/ 4123353 w 8156794"/>
                  <a:gd name="connsiteY2-664" fmla="*/ 2932729 h 2933483"/>
                  <a:gd name="connsiteX3-665" fmla="*/ 2295 w 8156794"/>
                  <a:gd name="connsiteY3-666" fmla="*/ 1484165 h 2933483"/>
                  <a:gd name="connsiteX4-667" fmla="*/ 767 w 8156794"/>
                  <a:gd name="connsiteY4-668" fmla="*/ 13224 h 2933483"/>
                  <a:gd name="connsiteX5-669" fmla="*/ 4068271 w 8156794"/>
                  <a:gd name="connsiteY5-670" fmla="*/ 1432121 h 2933483"/>
                  <a:gd name="connsiteX6-671" fmla="*/ 8156794 w 8156794"/>
                  <a:gd name="connsiteY6-672" fmla="*/ 0 h 2933483"/>
                  <a:gd name="connsiteX0-673" fmla="*/ 8123689 w 8145760"/>
                  <a:gd name="connsiteY0-674" fmla="*/ 13560 h 2920259"/>
                  <a:gd name="connsiteX1-675" fmla="*/ 8145760 w 8145760"/>
                  <a:gd name="connsiteY1-676" fmla="*/ 1579944 h 2920259"/>
                  <a:gd name="connsiteX2-677" fmla="*/ 4123353 w 8145760"/>
                  <a:gd name="connsiteY2-678" fmla="*/ 2919505 h 2920259"/>
                  <a:gd name="connsiteX3-679" fmla="*/ 2295 w 8145760"/>
                  <a:gd name="connsiteY3-680" fmla="*/ 1470941 h 2920259"/>
                  <a:gd name="connsiteX4-681" fmla="*/ 767 w 8145760"/>
                  <a:gd name="connsiteY4-682" fmla="*/ 0 h 2920259"/>
                  <a:gd name="connsiteX5-683" fmla="*/ 4068271 w 8145760"/>
                  <a:gd name="connsiteY5-684" fmla="*/ 1418897 h 2920259"/>
                  <a:gd name="connsiteX6-685" fmla="*/ 8123689 w 8145760"/>
                  <a:gd name="connsiteY6-686" fmla="*/ 13560 h 2920259"/>
                  <a:gd name="connsiteX0-687" fmla="*/ 8178863 w 8178863"/>
                  <a:gd name="connsiteY0-688" fmla="*/ 26952 h 2920259"/>
                  <a:gd name="connsiteX1-689" fmla="*/ 8145760 w 8178863"/>
                  <a:gd name="connsiteY1-690" fmla="*/ 1579944 h 2920259"/>
                  <a:gd name="connsiteX2-691" fmla="*/ 4123353 w 8178863"/>
                  <a:gd name="connsiteY2-692" fmla="*/ 2919505 h 2920259"/>
                  <a:gd name="connsiteX3-693" fmla="*/ 2295 w 8178863"/>
                  <a:gd name="connsiteY3-694" fmla="*/ 1470941 h 2920259"/>
                  <a:gd name="connsiteX4-695" fmla="*/ 767 w 8178863"/>
                  <a:gd name="connsiteY4-696" fmla="*/ 0 h 2920259"/>
                  <a:gd name="connsiteX5-697" fmla="*/ 4068271 w 8178863"/>
                  <a:gd name="connsiteY5-698" fmla="*/ 1418897 h 2920259"/>
                  <a:gd name="connsiteX6-699" fmla="*/ 8178863 w 8178863"/>
                  <a:gd name="connsiteY6-700" fmla="*/ 26952 h 2920259"/>
                  <a:gd name="connsiteX0-701" fmla="*/ 8167827 w 8167827"/>
                  <a:gd name="connsiteY0-702" fmla="*/ 40343 h 2920259"/>
                  <a:gd name="connsiteX1-703" fmla="*/ 8145760 w 8167827"/>
                  <a:gd name="connsiteY1-704" fmla="*/ 1579944 h 2920259"/>
                  <a:gd name="connsiteX2-705" fmla="*/ 4123353 w 8167827"/>
                  <a:gd name="connsiteY2-706" fmla="*/ 2919505 h 2920259"/>
                  <a:gd name="connsiteX3-707" fmla="*/ 2295 w 8167827"/>
                  <a:gd name="connsiteY3-708" fmla="*/ 1470941 h 2920259"/>
                  <a:gd name="connsiteX4-709" fmla="*/ 767 w 8167827"/>
                  <a:gd name="connsiteY4-710" fmla="*/ 0 h 2920259"/>
                  <a:gd name="connsiteX5-711" fmla="*/ 4068271 w 8167827"/>
                  <a:gd name="connsiteY5-712" fmla="*/ 1418897 h 2920259"/>
                  <a:gd name="connsiteX6-713" fmla="*/ 8167827 w 8167827"/>
                  <a:gd name="connsiteY6-714" fmla="*/ 40343 h 2920259"/>
                  <a:gd name="connsiteX0-715" fmla="*/ 8123687 w 8145760"/>
                  <a:gd name="connsiteY0-716" fmla="*/ 53735 h 2920259"/>
                  <a:gd name="connsiteX1-717" fmla="*/ 8145760 w 8145760"/>
                  <a:gd name="connsiteY1-718" fmla="*/ 1579944 h 2920259"/>
                  <a:gd name="connsiteX2-719" fmla="*/ 4123353 w 8145760"/>
                  <a:gd name="connsiteY2-720" fmla="*/ 2919505 h 2920259"/>
                  <a:gd name="connsiteX3-721" fmla="*/ 2295 w 8145760"/>
                  <a:gd name="connsiteY3-722" fmla="*/ 1470941 h 2920259"/>
                  <a:gd name="connsiteX4-723" fmla="*/ 767 w 8145760"/>
                  <a:gd name="connsiteY4-724" fmla="*/ 0 h 2920259"/>
                  <a:gd name="connsiteX5-725" fmla="*/ 4068271 w 8145760"/>
                  <a:gd name="connsiteY5-726" fmla="*/ 1418897 h 2920259"/>
                  <a:gd name="connsiteX6-727" fmla="*/ 8123687 w 8145760"/>
                  <a:gd name="connsiteY6-728" fmla="*/ 53735 h 2920259"/>
                  <a:gd name="connsiteX0-729" fmla="*/ 8161918 w 8161918"/>
                  <a:gd name="connsiteY0-730" fmla="*/ 0 h 2943855"/>
                  <a:gd name="connsiteX1-731" fmla="*/ 8145760 w 8161918"/>
                  <a:gd name="connsiteY1-732" fmla="*/ 1603540 h 2943855"/>
                  <a:gd name="connsiteX2-733" fmla="*/ 4123353 w 8161918"/>
                  <a:gd name="connsiteY2-734" fmla="*/ 2943101 h 2943855"/>
                  <a:gd name="connsiteX3-735" fmla="*/ 2295 w 8161918"/>
                  <a:gd name="connsiteY3-736" fmla="*/ 1494537 h 2943855"/>
                  <a:gd name="connsiteX4-737" fmla="*/ 767 w 8161918"/>
                  <a:gd name="connsiteY4-738" fmla="*/ 23596 h 2943855"/>
                  <a:gd name="connsiteX5-739" fmla="*/ 4068271 w 8161918"/>
                  <a:gd name="connsiteY5-740" fmla="*/ 1442493 h 2943855"/>
                  <a:gd name="connsiteX6-741" fmla="*/ 8161918 w 8161918"/>
                  <a:gd name="connsiteY6-742" fmla="*/ 0 h 2943855"/>
                  <a:gd name="connsiteX0-743" fmla="*/ 8144926 w 8145760"/>
                  <a:gd name="connsiteY0-744" fmla="*/ 43424 h 2920259"/>
                  <a:gd name="connsiteX1-745" fmla="*/ 8145760 w 8145760"/>
                  <a:gd name="connsiteY1-746" fmla="*/ 1579944 h 2920259"/>
                  <a:gd name="connsiteX2-747" fmla="*/ 4123353 w 8145760"/>
                  <a:gd name="connsiteY2-748" fmla="*/ 2919505 h 2920259"/>
                  <a:gd name="connsiteX3-749" fmla="*/ 2295 w 8145760"/>
                  <a:gd name="connsiteY3-750" fmla="*/ 1470941 h 2920259"/>
                  <a:gd name="connsiteX4-751" fmla="*/ 767 w 8145760"/>
                  <a:gd name="connsiteY4-752" fmla="*/ 0 h 2920259"/>
                  <a:gd name="connsiteX5-753" fmla="*/ 4068271 w 8145760"/>
                  <a:gd name="connsiteY5-754" fmla="*/ 1418897 h 2920259"/>
                  <a:gd name="connsiteX6-755" fmla="*/ 8144926 w 8145760"/>
                  <a:gd name="connsiteY6-756" fmla="*/ 43424 h 2920259"/>
                  <a:gd name="connsiteX0-757" fmla="*/ 8161918 w 8161918"/>
                  <a:gd name="connsiteY0-758" fmla="*/ 0 h 2959321"/>
                  <a:gd name="connsiteX1-759" fmla="*/ 8145760 w 8161918"/>
                  <a:gd name="connsiteY1-760" fmla="*/ 1619006 h 2959321"/>
                  <a:gd name="connsiteX2-761" fmla="*/ 4123353 w 8161918"/>
                  <a:gd name="connsiteY2-762" fmla="*/ 2958567 h 2959321"/>
                  <a:gd name="connsiteX3-763" fmla="*/ 2295 w 8161918"/>
                  <a:gd name="connsiteY3-764" fmla="*/ 1510003 h 2959321"/>
                  <a:gd name="connsiteX4-765" fmla="*/ 767 w 8161918"/>
                  <a:gd name="connsiteY4-766" fmla="*/ 39062 h 2959321"/>
                  <a:gd name="connsiteX5-767" fmla="*/ 4068271 w 8161918"/>
                  <a:gd name="connsiteY5-768" fmla="*/ 1457959 h 2959321"/>
                  <a:gd name="connsiteX6-769" fmla="*/ 8161918 w 8161918"/>
                  <a:gd name="connsiteY6-770" fmla="*/ 0 h 2959321"/>
                  <a:gd name="connsiteX0-771" fmla="*/ 8161918 w 8162752"/>
                  <a:gd name="connsiteY0-772" fmla="*/ 0 h 2959488"/>
                  <a:gd name="connsiteX1-773" fmla="*/ 8162752 w 8162752"/>
                  <a:gd name="connsiteY1-774" fmla="*/ 1629317 h 2959488"/>
                  <a:gd name="connsiteX2-775" fmla="*/ 4123353 w 8162752"/>
                  <a:gd name="connsiteY2-776" fmla="*/ 2958567 h 2959488"/>
                  <a:gd name="connsiteX3-777" fmla="*/ 2295 w 8162752"/>
                  <a:gd name="connsiteY3-778" fmla="*/ 1510003 h 2959488"/>
                  <a:gd name="connsiteX4-779" fmla="*/ 767 w 8162752"/>
                  <a:gd name="connsiteY4-780" fmla="*/ 39062 h 2959488"/>
                  <a:gd name="connsiteX5-781" fmla="*/ 4068271 w 8162752"/>
                  <a:gd name="connsiteY5-782" fmla="*/ 1457959 h 2959488"/>
                  <a:gd name="connsiteX6-783" fmla="*/ 8161918 w 8162752"/>
                  <a:gd name="connsiteY6-784" fmla="*/ 0 h 2959488"/>
                  <a:gd name="connsiteX0-785" fmla="*/ 8165930 w 8166764"/>
                  <a:gd name="connsiteY0-786" fmla="*/ 7337 h 2966825"/>
                  <a:gd name="connsiteX1-787" fmla="*/ 8166764 w 8166764"/>
                  <a:gd name="connsiteY1-788" fmla="*/ 1636654 h 2966825"/>
                  <a:gd name="connsiteX2-789" fmla="*/ 4127365 w 8166764"/>
                  <a:gd name="connsiteY2-790" fmla="*/ 2965904 h 2966825"/>
                  <a:gd name="connsiteX3-791" fmla="*/ 6307 w 8166764"/>
                  <a:gd name="connsiteY3-792" fmla="*/ 1517340 h 2966825"/>
                  <a:gd name="connsiteX4-793" fmla="*/ 532 w 8166764"/>
                  <a:gd name="connsiteY4-794" fmla="*/ 0 h 2966825"/>
                  <a:gd name="connsiteX5-795" fmla="*/ 4072283 w 8166764"/>
                  <a:gd name="connsiteY5-796" fmla="*/ 1465296 h 2966825"/>
                  <a:gd name="connsiteX6-797" fmla="*/ 8165930 w 8166764"/>
                  <a:gd name="connsiteY6-798" fmla="*/ 7337 h 2966825"/>
                  <a:gd name="connsiteX0-799" fmla="*/ 8168119 w 8168953"/>
                  <a:gd name="connsiteY0-800" fmla="*/ 7337 h 2966682"/>
                  <a:gd name="connsiteX1-801" fmla="*/ 8168953 w 8168953"/>
                  <a:gd name="connsiteY1-802" fmla="*/ 1636654 h 2966682"/>
                  <a:gd name="connsiteX2-803" fmla="*/ 4129554 w 8168953"/>
                  <a:gd name="connsiteY2-804" fmla="*/ 2965904 h 2966682"/>
                  <a:gd name="connsiteX3-805" fmla="*/ 0 w 8168953"/>
                  <a:gd name="connsiteY3-806" fmla="*/ 1527651 h 2966682"/>
                  <a:gd name="connsiteX4-807" fmla="*/ 2721 w 8168953"/>
                  <a:gd name="connsiteY4-808" fmla="*/ 0 h 2966682"/>
                  <a:gd name="connsiteX5-809" fmla="*/ 4074472 w 8168953"/>
                  <a:gd name="connsiteY5-810" fmla="*/ 1465296 h 2966682"/>
                  <a:gd name="connsiteX6-811" fmla="*/ 8168119 w 8168953"/>
                  <a:gd name="connsiteY6-812" fmla="*/ 7337 h 2966682"/>
                  <a:gd name="connsiteX0-813" fmla="*/ 8168119 w 8168953"/>
                  <a:gd name="connsiteY0-814" fmla="*/ 7337 h 3100377"/>
                  <a:gd name="connsiteX1-815" fmla="*/ 8168953 w 8168953"/>
                  <a:gd name="connsiteY1-816" fmla="*/ 1636654 h 3100377"/>
                  <a:gd name="connsiteX2-817" fmla="*/ 4118520 w 8168953"/>
                  <a:gd name="connsiteY2-818" fmla="*/ 3099826 h 3100377"/>
                  <a:gd name="connsiteX3-819" fmla="*/ 0 w 8168953"/>
                  <a:gd name="connsiteY3-820" fmla="*/ 1527651 h 3100377"/>
                  <a:gd name="connsiteX4-821" fmla="*/ 2721 w 8168953"/>
                  <a:gd name="connsiteY4-822" fmla="*/ 0 h 3100377"/>
                  <a:gd name="connsiteX5-823" fmla="*/ 4074472 w 8168953"/>
                  <a:gd name="connsiteY5-824" fmla="*/ 1465296 h 3100377"/>
                  <a:gd name="connsiteX6-825" fmla="*/ 8168119 w 8168953"/>
                  <a:gd name="connsiteY6-826" fmla="*/ 7337 h 3100377"/>
                  <a:gd name="connsiteX0-827" fmla="*/ 8168119 w 8168953"/>
                  <a:gd name="connsiteY0-828" fmla="*/ 7337 h 3100429"/>
                  <a:gd name="connsiteX1-829" fmla="*/ 8168953 w 8168953"/>
                  <a:gd name="connsiteY1-830" fmla="*/ 1636654 h 3100429"/>
                  <a:gd name="connsiteX2-831" fmla="*/ 4118520 w 8168953"/>
                  <a:gd name="connsiteY2-832" fmla="*/ 3099826 h 3100429"/>
                  <a:gd name="connsiteX3-833" fmla="*/ 0 w 8168953"/>
                  <a:gd name="connsiteY3-834" fmla="*/ 1527651 h 3100429"/>
                  <a:gd name="connsiteX4-835" fmla="*/ 2721 w 8168953"/>
                  <a:gd name="connsiteY4-836" fmla="*/ 0 h 3100429"/>
                  <a:gd name="connsiteX5-837" fmla="*/ 4074472 w 8168953"/>
                  <a:gd name="connsiteY5-838" fmla="*/ 1465296 h 3100429"/>
                  <a:gd name="connsiteX6-839" fmla="*/ 8168119 w 8168953"/>
                  <a:gd name="connsiteY6-840" fmla="*/ 7337 h 3100429"/>
                  <a:gd name="connsiteX0-841" fmla="*/ 8165849 w 8166683"/>
                  <a:gd name="connsiteY0-842" fmla="*/ 7337 h 3099826"/>
                  <a:gd name="connsiteX1-843" fmla="*/ 8166683 w 8166683"/>
                  <a:gd name="connsiteY1-844" fmla="*/ 1636654 h 3099826"/>
                  <a:gd name="connsiteX2-845" fmla="*/ 4116250 w 8166683"/>
                  <a:gd name="connsiteY2-846" fmla="*/ 3099826 h 3099826"/>
                  <a:gd name="connsiteX3-847" fmla="*/ 8764 w 8166683"/>
                  <a:gd name="connsiteY3-848" fmla="*/ 1634789 h 3099826"/>
                  <a:gd name="connsiteX4-849" fmla="*/ 451 w 8166683"/>
                  <a:gd name="connsiteY4-850" fmla="*/ 0 h 3099826"/>
                  <a:gd name="connsiteX5-851" fmla="*/ 4072202 w 8166683"/>
                  <a:gd name="connsiteY5-852" fmla="*/ 1465296 h 3099826"/>
                  <a:gd name="connsiteX6-853" fmla="*/ 8165849 w 8166683"/>
                  <a:gd name="connsiteY6-854" fmla="*/ 7337 h 3099826"/>
                  <a:gd name="connsiteX0-855" fmla="*/ 8165849 w 8166683"/>
                  <a:gd name="connsiteY0-856" fmla="*/ 7337 h 3099826"/>
                  <a:gd name="connsiteX1-857" fmla="*/ 8166683 w 8166683"/>
                  <a:gd name="connsiteY1-858" fmla="*/ 1636654 h 3099826"/>
                  <a:gd name="connsiteX2-859" fmla="*/ 4116250 w 8166683"/>
                  <a:gd name="connsiteY2-860" fmla="*/ 3099826 h 3099826"/>
                  <a:gd name="connsiteX3-861" fmla="*/ 8764 w 8166683"/>
                  <a:gd name="connsiteY3-862" fmla="*/ 1634789 h 3099826"/>
                  <a:gd name="connsiteX4-863" fmla="*/ 451 w 8166683"/>
                  <a:gd name="connsiteY4-864" fmla="*/ 0 h 3099826"/>
                  <a:gd name="connsiteX5-865" fmla="*/ 4072202 w 8166683"/>
                  <a:gd name="connsiteY5-866" fmla="*/ 1465296 h 3099826"/>
                  <a:gd name="connsiteX6-867" fmla="*/ 8165849 w 8166683"/>
                  <a:gd name="connsiteY6-868" fmla="*/ 7337 h 3099826"/>
                  <a:gd name="connsiteX0-869" fmla="*/ 8165849 w 8166683"/>
                  <a:gd name="connsiteY0-870" fmla="*/ 7337 h 3099826"/>
                  <a:gd name="connsiteX1-871" fmla="*/ 8166683 w 8166683"/>
                  <a:gd name="connsiteY1-872" fmla="*/ 1636654 h 3099826"/>
                  <a:gd name="connsiteX2-873" fmla="*/ 4116250 w 8166683"/>
                  <a:gd name="connsiteY2-874" fmla="*/ 3099826 h 3099826"/>
                  <a:gd name="connsiteX3-875" fmla="*/ 8764 w 8166683"/>
                  <a:gd name="connsiteY3-876" fmla="*/ 1634789 h 3099826"/>
                  <a:gd name="connsiteX4-877" fmla="*/ 451 w 8166683"/>
                  <a:gd name="connsiteY4-878" fmla="*/ 0 h 3099826"/>
                  <a:gd name="connsiteX5-879" fmla="*/ 4061168 w 8166683"/>
                  <a:gd name="connsiteY5-880" fmla="*/ 1438511 h 3099826"/>
                  <a:gd name="connsiteX6-881" fmla="*/ 8165849 w 8166683"/>
                  <a:gd name="connsiteY6-882" fmla="*/ 7337 h 3099826"/>
                  <a:gd name="connsiteX0-883" fmla="*/ 8165849 w 8166683"/>
                  <a:gd name="connsiteY0-884" fmla="*/ 7337 h 3099826"/>
                  <a:gd name="connsiteX1-885" fmla="*/ 8166683 w 8166683"/>
                  <a:gd name="connsiteY1-886" fmla="*/ 1636654 h 3099826"/>
                  <a:gd name="connsiteX2-887" fmla="*/ 4116250 w 8166683"/>
                  <a:gd name="connsiteY2-888" fmla="*/ 3099826 h 3099826"/>
                  <a:gd name="connsiteX3-889" fmla="*/ 8764 w 8166683"/>
                  <a:gd name="connsiteY3-890" fmla="*/ 1634789 h 3099826"/>
                  <a:gd name="connsiteX4-891" fmla="*/ 451 w 8166683"/>
                  <a:gd name="connsiteY4-892" fmla="*/ 0 h 3099826"/>
                  <a:gd name="connsiteX5-893" fmla="*/ 4061168 w 8166683"/>
                  <a:gd name="connsiteY5-894" fmla="*/ 1438511 h 3099826"/>
                  <a:gd name="connsiteX6-895" fmla="*/ 8165849 w 8166683"/>
                  <a:gd name="connsiteY6-896" fmla="*/ 7337 h 3099826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  <a:cxn ang="0">
                    <a:pos x="connsiteX5-11" y="connsiteY5-12"/>
                  </a:cxn>
                  <a:cxn ang="0">
                    <a:pos x="connsiteX6-13" y="connsiteY6-14"/>
                  </a:cxn>
                </a:cxnLst>
                <a:rect l="l" t="t" r="r" b="b"/>
                <a:pathLst>
                  <a:path w="8166683" h="3099826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bg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             </a:t>
                </a:r>
                <a:endParaRPr 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grpSp>
            <p:nvGrpSpPr>
              <p:cNvPr id="45" name="Group 44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6" name="Freeform 23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avLst/>
                  <a:gdLst>
                    <a:gd name="connsiteX0" fmla="*/ 3725333 w 4588933"/>
                    <a:gd name="connsiteY0" fmla="*/ 0 h 1049866"/>
                    <a:gd name="connsiteX1" fmla="*/ 4588933 w 4588933"/>
                    <a:gd name="connsiteY1" fmla="*/ 270933 h 1049866"/>
                    <a:gd name="connsiteX2" fmla="*/ 3962400 w 4588933"/>
                    <a:gd name="connsiteY2" fmla="*/ 541866 h 1049866"/>
                    <a:gd name="connsiteX3" fmla="*/ 3742267 w 4588933"/>
                    <a:gd name="connsiteY3" fmla="*/ 457200 h 1049866"/>
                    <a:gd name="connsiteX4" fmla="*/ 2269067 w 4588933"/>
                    <a:gd name="connsiteY4" fmla="*/ 1049866 h 1049866"/>
                    <a:gd name="connsiteX5" fmla="*/ 880533 w 4588933"/>
                    <a:gd name="connsiteY5" fmla="*/ 457200 h 1049866"/>
                    <a:gd name="connsiteX6" fmla="*/ 592667 w 4588933"/>
                    <a:gd name="connsiteY6" fmla="*/ 541866 h 1049866"/>
                    <a:gd name="connsiteX7" fmla="*/ 0 w 4588933"/>
                    <a:gd name="connsiteY7" fmla="*/ 254000 h 1049866"/>
                    <a:gd name="connsiteX8" fmla="*/ 880533 w 4588933"/>
                    <a:gd name="connsiteY8" fmla="*/ 16933 h 1049866"/>
                    <a:gd name="connsiteX9" fmla="*/ 2302933 w 4588933"/>
                    <a:gd name="connsiteY9" fmla="*/ 626533 h 1049866"/>
                    <a:gd name="connsiteX10" fmla="*/ 3725333 w 4588933"/>
                    <a:gd name="connsiteY10" fmla="*/ 0 h 1049866"/>
                    <a:gd name="connsiteX0-1" fmla="*/ 3725333 w 4641485"/>
                    <a:gd name="connsiteY0-2" fmla="*/ 0 h 1049866"/>
                    <a:gd name="connsiteX1-3" fmla="*/ 4641485 w 4641485"/>
                    <a:gd name="connsiteY1-4" fmla="*/ 239402 h 1049866"/>
                    <a:gd name="connsiteX2-5" fmla="*/ 3962400 w 4641485"/>
                    <a:gd name="connsiteY2-6" fmla="*/ 541866 h 1049866"/>
                    <a:gd name="connsiteX3-7" fmla="*/ 3742267 w 4641485"/>
                    <a:gd name="connsiteY3-8" fmla="*/ 457200 h 1049866"/>
                    <a:gd name="connsiteX4-9" fmla="*/ 2269067 w 4641485"/>
                    <a:gd name="connsiteY4-10" fmla="*/ 1049866 h 1049866"/>
                    <a:gd name="connsiteX5-11" fmla="*/ 880533 w 4641485"/>
                    <a:gd name="connsiteY5-12" fmla="*/ 457200 h 1049866"/>
                    <a:gd name="connsiteX6-13" fmla="*/ 592667 w 4641485"/>
                    <a:gd name="connsiteY6-14" fmla="*/ 541866 h 1049866"/>
                    <a:gd name="connsiteX7-15" fmla="*/ 0 w 4641485"/>
                    <a:gd name="connsiteY7-16" fmla="*/ 254000 h 1049866"/>
                    <a:gd name="connsiteX8-17" fmla="*/ 880533 w 4641485"/>
                    <a:gd name="connsiteY8-18" fmla="*/ 16933 h 1049866"/>
                    <a:gd name="connsiteX9-19" fmla="*/ 2302933 w 4641485"/>
                    <a:gd name="connsiteY9-20" fmla="*/ 626533 h 1049866"/>
                    <a:gd name="connsiteX10-21" fmla="*/ 3725333 w 4641485"/>
                    <a:gd name="connsiteY10-22" fmla="*/ 0 h 1049866"/>
                    <a:gd name="connsiteX0-23" fmla="*/ 3756864 w 4673016"/>
                    <a:gd name="connsiteY0-24" fmla="*/ 0 h 1049866"/>
                    <a:gd name="connsiteX1-25" fmla="*/ 4673016 w 4673016"/>
                    <a:gd name="connsiteY1-26" fmla="*/ 239402 h 1049866"/>
                    <a:gd name="connsiteX2-27" fmla="*/ 3993931 w 4673016"/>
                    <a:gd name="connsiteY2-28" fmla="*/ 541866 h 1049866"/>
                    <a:gd name="connsiteX3-29" fmla="*/ 3773798 w 4673016"/>
                    <a:gd name="connsiteY3-30" fmla="*/ 457200 h 1049866"/>
                    <a:gd name="connsiteX4-31" fmla="*/ 2300598 w 4673016"/>
                    <a:gd name="connsiteY4-32" fmla="*/ 1049866 h 1049866"/>
                    <a:gd name="connsiteX5-33" fmla="*/ 912064 w 4673016"/>
                    <a:gd name="connsiteY5-34" fmla="*/ 457200 h 1049866"/>
                    <a:gd name="connsiteX6-35" fmla="*/ 624198 w 4673016"/>
                    <a:gd name="connsiteY6-36" fmla="*/ 541866 h 1049866"/>
                    <a:gd name="connsiteX7-37" fmla="*/ 0 w 4673016"/>
                    <a:gd name="connsiteY7-38" fmla="*/ 232979 h 1049866"/>
                    <a:gd name="connsiteX8-39" fmla="*/ 912064 w 4673016"/>
                    <a:gd name="connsiteY8-40" fmla="*/ 16933 h 1049866"/>
                    <a:gd name="connsiteX9-41" fmla="*/ 2334464 w 4673016"/>
                    <a:gd name="connsiteY9-42" fmla="*/ 626533 h 1049866"/>
                    <a:gd name="connsiteX10-43" fmla="*/ 3756864 w 4673016"/>
                    <a:gd name="connsiteY10-44" fmla="*/ 0 h 1049866"/>
                    <a:gd name="connsiteX0-45" fmla="*/ 3756864 w 4673016"/>
                    <a:gd name="connsiteY0-46" fmla="*/ 0 h 1049866"/>
                    <a:gd name="connsiteX1-47" fmla="*/ 4673016 w 4673016"/>
                    <a:gd name="connsiteY1-48" fmla="*/ 239402 h 1049866"/>
                    <a:gd name="connsiteX2-49" fmla="*/ 3993931 w 4673016"/>
                    <a:gd name="connsiteY2-50" fmla="*/ 541866 h 1049866"/>
                    <a:gd name="connsiteX3-51" fmla="*/ 3784308 w 4673016"/>
                    <a:gd name="connsiteY3-52" fmla="*/ 404648 h 1049866"/>
                    <a:gd name="connsiteX4-53" fmla="*/ 2300598 w 4673016"/>
                    <a:gd name="connsiteY4-54" fmla="*/ 1049866 h 1049866"/>
                    <a:gd name="connsiteX5-55" fmla="*/ 912064 w 4673016"/>
                    <a:gd name="connsiteY5-56" fmla="*/ 457200 h 1049866"/>
                    <a:gd name="connsiteX6-57" fmla="*/ 624198 w 4673016"/>
                    <a:gd name="connsiteY6-58" fmla="*/ 541866 h 1049866"/>
                    <a:gd name="connsiteX7-59" fmla="*/ 0 w 4673016"/>
                    <a:gd name="connsiteY7-60" fmla="*/ 232979 h 1049866"/>
                    <a:gd name="connsiteX8-61" fmla="*/ 912064 w 4673016"/>
                    <a:gd name="connsiteY8-62" fmla="*/ 16933 h 1049866"/>
                    <a:gd name="connsiteX9-63" fmla="*/ 2334464 w 4673016"/>
                    <a:gd name="connsiteY9-64" fmla="*/ 626533 h 1049866"/>
                    <a:gd name="connsiteX10-65" fmla="*/ 3756864 w 4673016"/>
                    <a:gd name="connsiteY10-66" fmla="*/ 0 h 1049866"/>
                    <a:gd name="connsiteX0-67" fmla="*/ 3756864 w 4673016"/>
                    <a:gd name="connsiteY0-68" fmla="*/ 0 h 1049866"/>
                    <a:gd name="connsiteX1-69" fmla="*/ 4673016 w 4673016"/>
                    <a:gd name="connsiteY1-70" fmla="*/ 239402 h 1049866"/>
                    <a:gd name="connsiteX2-71" fmla="*/ 3993931 w 4673016"/>
                    <a:gd name="connsiteY2-72" fmla="*/ 541866 h 1049866"/>
                    <a:gd name="connsiteX3-73" fmla="*/ 3794818 w 4673016"/>
                    <a:gd name="connsiteY3-74" fmla="*/ 436179 h 1049866"/>
                    <a:gd name="connsiteX4-75" fmla="*/ 2300598 w 4673016"/>
                    <a:gd name="connsiteY4-76" fmla="*/ 1049866 h 1049866"/>
                    <a:gd name="connsiteX5-77" fmla="*/ 912064 w 4673016"/>
                    <a:gd name="connsiteY5-78" fmla="*/ 457200 h 1049866"/>
                    <a:gd name="connsiteX6-79" fmla="*/ 624198 w 4673016"/>
                    <a:gd name="connsiteY6-80" fmla="*/ 541866 h 1049866"/>
                    <a:gd name="connsiteX7-81" fmla="*/ 0 w 4673016"/>
                    <a:gd name="connsiteY7-82" fmla="*/ 232979 h 1049866"/>
                    <a:gd name="connsiteX8-83" fmla="*/ 912064 w 4673016"/>
                    <a:gd name="connsiteY8-84" fmla="*/ 16933 h 1049866"/>
                    <a:gd name="connsiteX9-85" fmla="*/ 2334464 w 4673016"/>
                    <a:gd name="connsiteY9-86" fmla="*/ 626533 h 1049866"/>
                    <a:gd name="connsiteX10-87" fmla="*/ 3756864 w 4673016"/>
                    <a:gd name="connsiteY10-88" fmla="*/ 0 h 1049866"/>
                    <a:gd name="connsiteX0-89" fmla="*/ 3756864 w 4673016"/>
                    <a:gd name="connsiteY0-90" fmla="*/ 0 h 1049866"/>
                    <a:gd name="connsiteX1-91" fmla="*/ 4673016 w 4673016"/>
                    <a:gd name="connsiteY1-92" fmla="*/ 239402 h 1049866"/>
                    <a:gd name="connsiteX2-93" fmla="*/ 3993931 w 4673016"/>
                    <a:gd name="connsiteY2-94" fmla="*/ 541866 h 1049866"/>
                    <a:gd name="connsiteX3-95" fmla="*/ 3794818 w 4673016"/>
                    <a:gd name="connsiteY3-96" fmla="*/ 436179 h 1049866"/>
                    <a:gd name="connsiteX4-97" fmla="*/ 2300598 w 4673016"/>
                    <a:gd name="connsiteY4-98" fmla="*/ 1049866 h 1049866"/>
                    <a:gd name="connsiteX5-99" fmla="*/ 912064 w 4673016"/>
                    <a:gd name="connsiteY5-100" fmla="*/ 457200 h 1049866"/>
                    <a:gd name="connsiteX6-101" fmla="*/ 624198 w 4673016"/>
                    <a:gd name="connsiteY6-102" fmla="*/ 541866 h 1049866"/>
                    <a:gd name="connsiteX7-103" fmla="*/ 0 w 4673016"/>
                    <a:gd name="connsiteY7-104" fmla="*/ 232979 h 1049866"/>
                    <a:gd name="connsiteX8-105" fmla="*/ 912064 w 4673016"/>
                    <a:gd name="connsiteY8-106" fmla="*/ 16933 h 1049866"/>
                    <a:gd name="connsiteX9-107" fmla="*/ 2323954 w 4673016"/>
                    <a:gd name="connsiteY9-108" fmla="*/ 616023 h 1049866"/>
                    <a:gd name="connsiteX10-109" fmla="*/ 3756864 w 4673016"/>
                    <a:gd name="connsiteY10-110" fmla="*/ 0 h 1049866"/>
                    <a:gd name="connsiteX0-111" fmla="*/ 3756864 w 4673016"/>
                    <a:gd name="connsiteY0-112" fmla="*/ 0 h 1049866"/>
                    <a:gd name="connsiteX1-113" fmla="*/ 4673016 w 4673016"/>
                    <a:gd name="connsiteY1-114" fmla="*/ 239402 h 1049866"/>
                    <a:gd name="connsiteX2-115" fmla="*/ 3993931 w 4673016"/>
                    <a:gd name="connsiteY2-116" fmla="*/ 541866 h 1049866"/>
                    <a:gd name="connsiteX3-117" fmla="*/ 3794818 w 4673016"/>
                    <a:gd name="connsiteY3-118" fmla="*/ 436179 h 1049866"/>
                    <a:gd name="connsiteX4-119" fmla="*/ 2300598 w 4673016"/>
                    <a:gd name="connsiteY4-120" fmla="*/ 1049866 h 1049866"/>
                    <a:gd name="connsiteX5-121" fmla="*/ 912064 w 4673016"/>
                    <a:gd name="connsiteY5-122" fmla="*/ 457200 h 1049866"/>
                    <a:gd name="connsiteX6-123" fmla="*/ 624198 w 4673016"/>
                    <a:gd name="connsiteY6-124" fmla="*/ 541866 h 1049866"/>
                    <a:gd name="connsiteX7-125" fmla="*/ 0 w 4673016"/>
                    <a:gd name="connsiteY7-126" fmla="*/ 275021 h 1049866"/>
                    <a:gd name="connsiteX8-127" fmla="*/ 912064 w 4673016"/>
                    <a:gd name="connsiteY8-128" fmla="*/ 16933 h 1049866"/>
                    <a:gd name="connsiteX9-129" fmla="*/ 2323954 w 4673016"/>
                    <a:gd name="connsiteY9-130" fmla="*/ 616023 h 1049866"/>
                    <a:gd name="connsiteX10-131" fmla="*/ 3756864 w 4673016"/>
                    <a:gd name="connsiteY10-132" fmla="*/ 0 h 1049866"/>
                    <a:gd name="connsiteX0-133" fmla="*/ 3756864 w 4673016"/>
                    <a:gd name="connsiteY0-134" fmla="*/ 0 h 1049866"/>
                    <a:gd name="connsiteX1-135" fmla="*/ 4673016 w 4673016"/>
                    <a:gd name="connsiteY1-136" fmla="*/ 239402 h 1049866"/>
                    <a:gd name="connsiteX2-137" fmla="*/ 3993931 w 4673016"/>
                    <a:gd name="connsiteY2-138" fmla="*/ 541866 h 1049866"/>
                    <a:gd name="connsiteX3-139" fmla="*/ 3815839 w 4673016"/>
                    <a:gd name="connsiteY3-140" fmla="*/ 467710 h 1049866"/>
                    <a:gd name="connsiteX4-141" fmla="*/ 2300598 w 4673016"/>
                    <a:gd name="connsiteY4-142" fmla="*/ 1049866 h 1049866"/>
                    <a:gd name="connsiteX5-143" fmla="*/ 912064 w 4673016"/>
                    <a:gd name="connsiteY5-144" fmla="*/ 457200 h 1049866"/>
                    <a:gd name="connsiteX6-145" fmla="*/ 624198 w 4673016"/>
                    <a:gd name="connsiteY6-146" fmla="*/ 541866 h 1049866"/>
                    <a:gd name="connsiteX7-147" fmla="*/ 0 w 4673016"/>
                    <a:gd name="connsiteY7-148" fmla="*/ 275021 h 1049866"/>
                    <a:gd name="connsiteX8-149" fmla="*/ 912064 w 4673016"/>
                    <a:gd name="connsiteY8-150" fmla="*/ 16933 h 1049866"/>
                    <a:gd name="connsiteX9-151" fmla="*/ 2323954 w 4673016"/>
                    <a:gd name="connsiteY9-152" fmla="*/ 616023 h 1049866"/>
                    <a:gd name="connsiteX10-153" fmla="*/ 3756864 w 4673016"/>
                    <a:gd name="connsiteY10-154" fmla="*/ 0 h 104986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</a:cxnLst>
                  <a:rect l="l" t="t" r="r" b="b"/>
                  <a:pathLst>
                    <a:path w="4673016" h="104986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7" name="Freeform 237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avLst/>
                  <a:gdLst>
                    <a:gd name="connsiteX0" fmla="*/ 21021 w 1744718"/>
                    <a:gd name="connsiteY0" fmla="*/ 0 h 903890"/>
                    <a:gd name="connsiteX1" fmla="*/ 1744718 w 1744718"/>
                    <a:gd name="connsiteY1" fmla="*/ 693683 h 903890"/>
                    <a:gd name="connsiteX2" fmla="*/ 1145628 w 1744718"/>
                    <a:gd name="connsiteY2" fmla="*/ 903890 h 903890"/>
                    <a:gd name="connsiteX3" fmla="*/ 0 w 1744718"/>
                    <a:gd name="connsiteY3" fmla="*/ 451945 h 903890"/>
                    <a:gd name="connsiteX4" fmla="*/ 21021 w 1744718"/>
                    <a:gd name="connsiteY4" fmla="*/ 0 h 90389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44718" h="903890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8" name="Freeform 23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avLst/>
                  <a:gdLst>
                    <a:gd name="connsiteX0" fmla="*/ 1702676 w 1713187"/>
                    <a:gd name="connsiteY0" fmla="*/ 0 h 893380"/>
                    <a:gd name="connsiteX1" fmla="*/ 1713187 w 1713187"/>
                    <a:gd name="connsiteY1" fmla="*/ 472966 h 893380"/>
                    <a:gd name="connsiteX2" fmla="*/ 578069 w 1713187"/>
                    <a:gd name="connsiteY2" fmla="*/ 893380 h 893380"/>
                    <a:gd name="connsiteX3" fmla="*/ 0 w 1713187"/>
                    <a:gd name="connsiteY3" fmla="*/ 693683 h 893380"/>
                    <a:gd name="connsiteX4" fmla="*/ 1702676 w 1713187"/>
                    <a:gd name="connsiteY4" fmla="*/ 0 h 8933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713187" h="893380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  <p:sp>
              <p:nvSpPr>
                <p:cNvPr id="49" name="Freeform 239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avLst/>
                  <a:gdLst>
                    <a:gd name="connsiteX0" fmla="*/ 599089 w 4162096"/>
                    <a:gd name="connsiteY0" fmla="*/ 273269 h 1618593"/>
                    <a:gd name="connsiteX1" fmla="*/ 882869 w 4162096"/>
                    <a:gd name="connsiteY1" fmla="*/ 199697 h 1618593"/>
                    <a:gd name="connsiteX2" fmla="*/ 2312276 w 4162096"/>
                    <a:gd name="connsiteY2" fmla="*/ 798786 h 1618593"/>
                    <a:gd name="connsiteX3" fmla="*/ 3794234 w 4162096"/>
                    <a:gd name="connsiteY3" fmla="*/ 199697 h 1618593"/>
                    <a:gd name="connsiteX4" fmla="*/ 4014951 w 4162096"/>
                    <a:gd name="connsiteY4" fmla="*/ 273269 h 1618593"/>
                    <a:gd name="connsiteX5" fmla="*/ 3058510 w 4162096"/>
                    <a:gd name="connsiteY5" fmla="*/ 641131 h 1618593"/>
                    <a:gd name="connsiteX6" fmla="*/ 3026979 w 4162096"/>
                    <a:gd name="connsiteY6" fmla="*/ 1114097 h 1618593"/>
                    <a:gd name="connsiteX7" fmla="*/ 4162096 w 4162096"/>
                    <a:gd name="connsiteY7" fmla="*/ 1545021 h 1618593"/>
                    <a:gd name="connsiteX8" fmla="*/ 3878317 w 4162096"/>
                    <a:gd name="connsiteY8" fmla="*/ 1608083 h 1618593"/>
                    <a:gd name="connsiteX9" fmla="*/ 2301765 w 4162096"/>
                    <a:gd name="connsiteY9" fmla="*/ 945931 h 1618593"/>
                    <a:gd name="connsiteX10" fmla="*/ 693682 w 4162096"/>
                    <a:gd name="connsiteY10" fmla="*/ 1618593 h 1618593"/>
                    <a:gd name="connsiteX11" fmla="*/ 430924 w 4162096"/>
                    <a:gd name="connsiteY11" fmla="*/ 1524000 h 1618593"/>
                    <a:gd name="connsiteX12" fmla="*/ 1576551 w 4162096"/>
                    <a:gd name="connsiteY12" fmla="*/ 1082566 h 1618593"/>
                    <a:gd name="connsiteX13" fmla="*/ 1545020 w 4162096"/>
                    <a:gd name="connsiteY13" fmla="*/ 609600 h 1618593"/>
                    <a:gd name="connsiteX14" fmla="*/ 0 w 4162096"/>
                    <a:gd name="connsiteY14" fmla="*/ 0 h 1618593"/>
                    <a:gd name="connsiteX15" fmla="*/ 872358 w 4162096"/>
                    <a:gd name="connsiteY15" fmla="*/ 210207 h 1618593"/>
                    <a:gd name="connsiteX16" fmla="*/ 872358 w 4162096"/>
                    <a:gd name="connsiteY16" fmla="*/ 210207 h 1618593"/>
                    <a:gd name="connsiteX0-1" fmla="*/ 168165 w 3731172"/>
                    <a:gd name="connsiteY0-2" fmla="*/ 73572 h 1418896"/>
                    <a:gd name="connsiteX1-3" fmla="*/ 451945 w 3731172"/>
                    <a:gd name="connsiteY1-4" fmla="*/ 0 h 1418896"/>
                    <a:gd name="connsiteX2-5" fmla="*/ 1881352 w 3731172"/>
                    <a:gd name="connsiteY2-6" fmla="*/ 599089 h 1418896"/>
                    <a:gd name="connsiteX3-7" fmla="*/ 3363310 w 3731172"/>
                    <a:gd name="connsiteY3-8" fmla="*/ 0 h 1418896"/>
                    <a:gd name="connsiteX4-9" fmla="*/ 3584027 w 3731172"/>
                    <a:gd name="connsiteY4-10" fmla="*/ 73572 h 1418896"/>
                    <a:gd name="connsiteX5-11" fmla="*/ 2627586 w 3731172"/>
                    <a:gd name="connsiteY5-12" fmla="*/ 441434 h 1418896"/>
                    <a:gd name="connsiteX6-13" fmla="*/ 2596055 w 3731172"/>
                    <a:gd name="connsiteY6-14" fmla="*/ 914400 h 1418896"/>
                    <a:gd name="connsiteX7-15" fmla="*/ 3731172 w 3731172"/>
                    <a:gd name="connsiteY7-16" fmla="*/ 1345324 h 1418896"/>
                    <a:gd name="connsiteX8-17" fmla="*/ 3447393 w 3731172"/>
                    <a:gd name="connsiteY8-18" fmla="*/ 1408386 h 1418896"/>
                    <a:gd name="connsiteX9-19" fmla="*/ 1870841 w 3731172"/>
                    <a:gd name="connsiteY9-20" fmla="*/ 746234 h 1418896"/>
                    <a:gd name="connsiteX10-21" fmla="*/ 262758 w 3731172"/>
                    <a:gd name="connsiteY10-22" fmla="*/ 1418896 h 1418896"/>
                    <a:gd name="connsiteX11-23" fmla="*/ 0 w 3731172"/>
                    <a:gd name="connsiteY11-24" fmla="*/ 1324303 h 1418896"/>
                    <a:gd name="connsiteX12-25" fmla="*/ 1145627 w 3731172"/>
                    <a:gd name="connsiteY12-26" fmla="*/ 882869 h 1418896"/>
                    <a:gd name="connsiteX13-27" fmla="*/ 1114096 w 3731172"/>
                    <a:gd name="connsiteY13-28" fmla="*/ 409903 h 1418896"/>
                    <a:gd name="connsiteX14-29" fmla="*/ 441434 w 3731172"/>
                    <a:gd name="connsiteY14-30" fmla="*/ 10510 h 1418896"/>
                    <a:gd name="connsiteX15-31" fmla="*/ 441434 w 3731172"/>
                    <a:gd name="connsiteY15-32" fmla="*/ 10510 h 1418896"/>
                    <a:gd name="connsiteX0-33" fmla="*/ 168165 w 3731172"/>
                    <a:gd name="connsiteY0-34" fmla="*/ 73572 h 1418896"/>
                    <a:gd name="connsiteX1-35" fmla="*/ 451945 w 3731172"/>
                    <a:gd name="connsiteY1-36" fmla="*/ 0 h 1418896"/>
                    <a:gd name="connsiteX2-37" fmla="*/ 1881352 w 3731172"/>
                    <a:gd name="connsiteY2-38" fmla="*/ 599089 h 1418896"/>
                    <a:gd name="connsiteX3-39" fmla="*/ 3363310 w 3731172"/>
                    <a:gd name="connsiteY3-40" fmla="*/ 0 h 1418896"/>
                    <a:gd name="connsiteX4-41" fmla="*/ 3584027 w 3731172"/>
                    <a:gd name="connsiteY4-42" fmla="*/ 73572 h 1418896"/>
                    <a:gd name="connsiteX5-43" fmla="*/ 2627586 w 3731172"/>
                    <a:gd name="connsiteY5-44" fmla="*/ 441434 h 1418896"/>
                    <a:gd name="connsiteX6-45" fmla="*/ 2596055 w 3731172"/>
                    <a:gd name="connsiteY6-46" fmla="*/ 914400 h 1418896"/>
                    <a:gd name="connsiteX7-47" fmla="*/ 3731172 w 3731172"/>
                    <a:gd name="connsiteY7-48" fmla="*/ 1345324 h 1418896"/>
                    <a:gd name="connsiteX8-49" fmla="*/ 3447393 w 3731172"/>
                    <a:gd name="connsiteY8-50" fmla="*/ 1408386 h 1418896"/>
                    <a:gd name="connsiteX9-51" fmla="*/ 1870841 w 3731172"/>
                    <a:gd name="connsiteY9-52" fmla="*/ 746234 h 1418896"/>
                    <a:gd name="connsiteX10-53" fmla="*/ 262758 w 3731172"/>
                    <a:gd name="connsiteY10-54" fmla="*/ 1418896 h 1418896"/>
                    <a:gd name="connsiteX11-55" fmla="*/ 0 w 3731172"/>
                    <a:gd name="connsiteY11-56" fmla="*/ 1324303 h 1418896"/>
                    <a:gd name="connsiteX12-57" fmla="*/ 1145627 w 3731172"/>
                    <a:gd name="connsiteY12-58" fmla="*/ 882869 h 1418896"/>
                    <a:gd name="connsiteX13-59" fmla="*/ 1114096 w 3731172"/>
                    <a:gd name="connsiteY13-60" fmla="*/ 409903 h 1418896"/>
                    <a:gd name="connsiteX14-61" fmla="*/ 441434 w 3731172"/>
                    <a:gd name="connsiteY14-62" fmla="*/ 10510 h 1418896"/>
                    <a:gd name="connsiteX0-63" fmla="*/ 168165 w 3731172"/>
                    <a:gd name="connsiteY0-64" fmla="*/ 73572 h 1418896"/>
                    <a:gd name="connsiteX1-65" fmla="*/ 451945 w 3731172"/>
                    <a:gd name="connsiteY1-66" fmla="*/ 0 h 1418896"/>
                    <a:gd name="connsiteX2-67" fmla="*/ 1881352 w 3731172"/>
                    <a:gd name="connsiteY2-68" fmla="*/ 599089 h 1418896"/>
                    <a:gd name="connsiteX3-69" fmla="*/ 3363310 w 3731172"/>
                    <a:gd name="connsiteY3-70" fmla="*/ 0 h 1418896"/>
                    <a:gd name="connsiteX4-71" fmla="*/ 3584027 w 3731172"/>
                    <a:gd name="connsiteY4-72" fmla="*/ 73572 h 1418896"/>
                    <a:gd name="connsiteX5-73" fmla="*/ 2627586 w 3731172"/>
                    <a:gd name="connsiteY5-74" fmla="*/ 441434 h 1418896"/>
                    <a:gd name="connsiteX6-75" fmla="*/ 2596055 w 3731172"/>
                    <a:gd name="connsiteY6-76" fmla="*/ 914400 h 1418896"/>
                    <a:gd name="connsiteX7-77" fmla="*/ 3731172 w 3731172"/>
                    <a:gd name="connsiteY7-78" fmla="*/ 1345324 h 1418896"/>
                    <a:gd name="connsiteX8-79" fmla="*/ 3447393 w 3731172"/>
                    <a:gd name="connsiteY8-80" fmla="*/ 1408386 h 1418896"/>
                    <a:gd name="connsiteX9-81" fmla="*/ 1870841 w 3731172"/>
                    <a:gd name="connsiteY9-82" fmla="*/ 746234 h 1418896"/>
                    <a:gd name="connsiteX10-83" fmla="*/ 262758 w 3731172"/>
                    <a:gd name="connsiteY10-84" fmla="*/ 1418896 h 1418896"/>
                    <a:gd name="connsiteX11-85" fmla="*/ 0 w 3731172"/>
                    <a:gd name="connsiteY11-86" fmla="*/ 1324303 h 1418896"/>
                    <a:gd name="connsiteX12-87" fmla="*/ 1145627 w 3731172"/>
                    <a:gd name="connsiteY12-88" fmla="*/ 882869 h 1418896"/>
                    <a:gd name="connsiteX13-89" fmla="*/ 1114096 w 3731172"/>
                    <a:gd name="connsiteY13-90" fmla="*/ 409903 h 1418896"/>
                    <a:gd name="connsiteX14-91" fmla="*/ 357351 w 3731172"/>
                    <a:gd name="connsiteY14-92" fmla="*/ 115613 h 1418896"/>
                    <a:gd name="connsiteX0-93" fmla="*/ 168165 w 3731172"/>
                    <a:gd name="connsiteY0-94" fmla="*/ 73572 h 1418896"/>
                    <a:gd name="connsiteX1-95" fmla="*/ 451945 w 3731172"/>
                    <a:gd name="connsiteY1-96" fmla="*/ 0 h 1418896"/>
                    <a:gd name="connsiteX2-97" fmla="*/ 1881352 w 3731172"/>
                    <a:gd name="connsiteY2-98" fmla="*/ 599089 h 1418896"/>
                    <a:gd name="connsiteX3-99" fmla="*/ 3363310 w 3731172"/>
                    <a:gd name="connsiteY3-100" fmla="*/ 0 h 1418896"/>
                    <a:gd name="connsiteX4-101" fmla="*/ 3584027 w 3731172"/>
                    <a:gd name="connsiteY4-102" fmla="*/ 73572 h 1418896"/>
                    <a:gd name="connsiteX5-103" fmla="*/ 2627586 w 3731172"/>
                    <a:gd name="connsiteY5-104" fmla="*/ 441434 h 1418896"/>
                    <a:gd name="connsiteX6-105" fmla="*/ 2596055 w 3731172"/>
                    <a:gd name="connsiteY6-106" fmla="*/ 914400 h 1418896"/>
                    <a:gd name="connsiteX7-107" fmla="*/ 3731172 w 3731172"/>
                    <a:gd name="connsiteY7-108" fmla="*/ 1345324 h 1418896"/>
                    <a:gd name="connsiteX8-109" fmla="*/ 3447393 w 3731172"/>
                    <a:gd name="connsiteY8-110" fmla="*/ 1408386 h 1418896"/>
                    <a:gd name="connsiteX9-111" fmla="*/ 1870841 w 3731172"/>
                    <a:gd name="connsiteY9-112" fmla="*/ 746234 h 1418896"/>
                    <a:gd name="connsiteX10-113" fmla="*/ 262758 w 3731172"/>
                    <a:gd name="connsiteY10-114" fmla="*/ 1418896 h 1418896"/>
                    <a:gd name="connsiteX11-115" fmla="*/ 0 w 3731172"/>
                    <a:gd name="connsiteY11-116" fmla="*/ 1324303 h 1418896"/>
                    <a:gd name="connsiteX12-117" fmla="*/ 1145627 w 3731172"/>
                    <a:gd name="connsiteY12-118" fmla="*/ 882869 h 1418896"/>
                    <a:gd name="connsiteX13-119" fmla="*/ 1114096 w 3731172"/>
                    <a:gd name="connsiteY13-120" fmla="*/ 409903 h 1418896"/>
                    <a:gd name="connsiteX14-121" fmla="*/ 147144 w 3731172"/>
                    <a:gd name="connsiteY14-122" fmla="*/ 63061 h 1418896"/>
                    <a:gd name="connsiteX0-123" fmla="*/ 168165 w 3731172"/>
                    <a:gd name="connsiteY0-124" fmla="*/ 73572 h 1418896"/>
                    <a:gd name="connsiteX1-125" fmla="*/ 451945 w 3731172"/>
                    <a:gd name="connsiteY1-126" fmla="*/ 0 h 1418896"/>
                    <a:gd name="connsiteX2-127" fmla="*/ 1881352 w 3731172"/>
                    <a:gd name="connsiteY2-128" fmla="*/ 599089 h 1418896"/>
                    <a:gd name="connsiteX3-129" fmla="*/ 3363310 w 3731172"/>
                    <a:gd name="connsiteY3-130" fmla="*/ 0 h 1418896"/>
                    <a:gd name="connsiteX4-131" fmla="*/ 3584027 w 3731172"/>
                    <a:gd name="connsiteY4-132" fmla="*/ 73572 h 1418896"/>
                    <a:gd name="connsiteX5-133" fmla="*/ 2627586 w 3731172"/>
                    <a:gd name="connsiteY5-134" fmla="*/ 441434 h 1418896"/>
                    <a:gd name="connsiteX6-135" fmla="*/ 2596055 w 3731172"/>
                    <a:gd name="connsiteY6-136" fmla="*/ 914400 h 1418896"/>
                    <a:gd name="connsiteX7-137" fmla="*/ 3731172 w 3731172"/>
                    <a:gd name="connsiteY7-138" fmla="*/ 1345324 h 1418896"/>
                    <a:gd name="connsiteX8-139" fmla="*/ 3447393 w 3731172"/>
                    <a:gd name="connsiteY8-140" fmla="*/ 1408386 h 1418896"/>
                    <a:gd name="connsiteX9-141" fmla="*/ 1870841 w 3731172"/>
                    <a:gd name="connsiteY9-142" fmla="*/ 746234 h 1418896"/>
                    <a:gd name="connsiteX10-143" fmla="*/ 262758 w 3731172"/>
                    <a:gd name="connsiteY10-144" fmla="*/ 1418896 h 1418896"/>
                    <a:gd name="connsiteX11-145" fmla="*/ 0 w 3731172"/>
                    <a:gd name="connsiteY11-146" fmla="*/ 1324303 h 1418896"/>
                    <a:gd name="connsiteX12-147" fmla="*/ 1145627 w 3731172"/>
                    <a:gd name="connsiteY12-148" fmla="*/ 882869 h 1418896"/>
                    <a:gd name="connsiteX13-149" fmla="*/ 1114096 w 3731172"/>
                    <a:gd name="connsiteY13-150" fmla="*/ 420413 h 1418896"/>
                    <a:gd name="connsiteX14-151" fmla="*/ 147144 w 3731172"/>
                    <a:gd name="connsiteY14-152" fmla="*/ 63061 h 1418896"/>
                    <a:gd name="connsiteX0-153" fmla="*/ 168165 w 3731172"/>
                    <a:gd name="connsiteY0-154" fmla="*/ 73572 h 1418896"/>
                    <a:gd name="connsiteX1-155" fmla="*/ 451945 w 3731172"/>
                    <a:gd name="connsiteY1-156" fmla="*/ 0 h 1418896"/>
                    <a:gd name="connsiteX2-157" fmla="*/ 1881352 w 3731172"/>
                    <a:gd name="connsiteY2-158" fmla="*/ 599089 h 1418896"/>
                    <a:gd name="connsiteX3-159" fmla="*/ 3363310 w 3731172"/>
                    <a:gd name="connsiteY3-160" fmla="*/ 0 h 1418896"/>
                    <a:gd name="connsiteX4-161" fmla="*/ 3584027 w 3731172"/>
                    <a:gd name="connsiteY4-162" fmla="*/ 73572 h 1418896"/>
                    <a:gd name="connsiteX5-163" fmla="*/ 2627586 w 3731172"/>
                    <a:gd name="connsiteY5-164" fmla="*/ 441434 h 1418896"/>
                    <a:gd name="connsiteX6-165" fmla="*/ 2596055 w 3731172"/>
                    <a:gd name="connsiteY6-166" fmla="*/ 914400 h 1418896"/>
                    <a:gd name="connsiteX7-167" fmla="*/ 3731172 w 3731172"/>
                    <a:gd name="connsiteY7-168" fmla="*/ 1345324 h 1418896"/>
                    <a:gd name="connsiteX8-169" fmla="*/ 3447393 w 3731172"/>
                    <a:gd name="connsiteY8-170" fmla="*/ 1408386 h 1418896"/>
                    <a:gd name="connsiteX9-171" fmla="*/ 1870841 w 3731172"/>
                    <a:gd name="connsiteY9-172" fmla="*/ 746234 h 1418896"/>
                    <a:gd name="connsiteX10-173" fmla="*/ 262758 w 3731172"/>
                    <a:gd name="connsiteY10-174" fmla="*/ 1418896 h 1418896"/>
                    <a:gd name="connsiteX11-175" fmla="*/ 0 w 3731172"/>
                    <a:gd name="connsiteY11-176" fmla="*/ 1324303 h 1418896"/>
                    <a:gd name="connsiteX12-177" fmla="*/ 1145627 w 3731172"/>
                    <a:gd name="connsiteY12-178" fmla="*/ 882869 h 1418896"/>
                    <a:gd name="connsiteX13-179" fmla="*/ 1114096 w 3731172"/>
                    <a:gd name="connsiteY13-180" fmla="*/ 420413 h 1418896"/>
                    <a:gd name="connsiteX14-181" fmla="*/ 189185 w 3731172"/>
                    <a:gd name="connsiteY14-182" fmla="*/ 84081 h 1418896"/>
                    <a:gd name="connsiteX0-183" fmla="*/ 168165 w 3731172"/>
                    <a:gd name="connsiteY0-184" fmla="*/ 73572 h 1418896"/>
                    <a:gd name="connsiteX1-185" fmla="*/ 451945 w 3731172"/>
                    <a:gd name="connsiteY1-186" fmla="*/ 0 h 1418896"/>
                    <a:gd name="connsiteX2-187" fmla="*/ 1881352 w 3731172"/>
                    <a:gd name="connsiteY2-188" fmla="*/ 599089 h 1418896"/>
                    <a:gd name="connsiteX3-189" fmla="*/ 3363310 w 3731172"/>
                    <a:gd name="connsiteY3-190" fmla="*/ 0 h 1418896"/>
                    <a:gd name="connsiteX4-191" fmla="*/ 3584027 w 3731172"/>
                    <a:gd name="connsiteY4-192" fmla="*/ 73572 h 1418896"/>
                    <a:gd name="connsiteX5-193" fmla="*/ 2627586 w 3731172"/>
                    <a:gd name="connsiteY5-194" fmla="*/ 441434 h 1418896"/>
                    <a:gd name="connsiteX6-195" fmla="*/ 2596055 w 3731172"/>
                    <a:gd name="connsiteY6-196" fmla="*/ 914400 h 1418896"/>
                    <a:gd name="connsiteX7-197" fmla="*/ 3731172 w 3731172"/>
                    <a:gd name="connsiteY7-198" fmla="*/ 1345324 h 1418896"/>
                    <a:gd name="connsiteX8-199" fmla="*/ 3447393 w 3731172"/>
                    <a:gd name="connsiteY8-200" fmla="*/ 1408386 h 1418896"/>
                    <a:gd name="connsiteX9-201" fmla="*/ 1870841 w 3731172"/>
                    <a:gd name="connsiteY9-202" fmla="*/ 746234 h 1418896"/>
                    <a:gd name="connsiteX10-203" fmla="*/ 262758 w 3731172"/>
                    <a:gd name="connsiteY10-204" fmla="*/ 1418896 h 1418896"/>
                    <a:gd name="connsiteX11-205" fmla="*/ 0 w 3731172"/>
                    <a:gd name="connsiteY11-206" fmla="*/ 1324303 h 1418896"/>
                    <a:gd name="connsiteX12-207" fmla="*/ 1145627 w 3731172"/>
                    <a:gd name="connsiteY12-208" fmla="*/ 882869 h 1418896"/>
                    <a:gd name="connsiteX13-209" fmla="*/ 1114096 w 3731172"/>
                    <a:gd name="connsiteY13-210" fmla="*/ 420413 h 1418896"/>
                    <a:gd name="connsiteX14-211" fmla="*/ 189185 w 3731172"/>
                    <a:gd name="connsiteY14-212" fmla="*/ 84081 h 1418896"/>
                    <a:gd name="connsiteX15-213" fmla="*/ 168165 w 3731172"/>
                    <a:gd name="connsiteY15-214" fmla="*/ 73572 h 1418896"/>
                    <a:gd name="connsiteX0-215" fmla="*/ 168165 w 3731172"/>
                    <a:gd name="connsiteY0-216" fmla="*/ 73572 h 1418896"/>
                    <a:gd name="connsiteX1-217" fmla="*/ 451945 w 3731172"/>
                    <a:gd name="connsiteY1-218" fmla="*/ 0 h 1418896"/>
                    <a:gd name="connsiteX2-219" fmla="*/ 1881352 w 3731172"/>
                    <a:gd name="connsiteY2-220" fmla="*/ 599089 h 1418896"/>
                    <a:gd name="connsiteX3-221" fmla="*/ 3363310 w 3731172"/>
                    <a:gd name="connsiteY3-222" fmla="*/ 0 h 1418896"/>
                    <a:gd name="connsiteX4-223" fmla="*/ 3584027 w 3731172"/>
                    <a:gd name="connsiteY4-224" fmla="*/ 73572 h 1418896"/>
                    <a:gd name="connsiteX5-225" fmla="*/ 2627586 w 3731172"/>
                    <a:gd name="connsiteY5-226" fmla="*/ 441434 h 1418896"/>
                    <a:gd name="connsiteX6-227" fmla="*/ 2596055 w 3731172"/>
                    <a:gd name="connsiteY6-228" fmla="*/ 914400 h 1418896"/>
                    <a:gd name="connsiteX7-229" fmla="*/ 3731172 w 3731172"/>
                    <a:gd name="connsiteY7-230" fmla="*/ 1345324 h 1418896"/>
                    <a:gd name="connsiteX8-231" fmla="*/ 3447393 w 3731172"/>
                    <a:gd name="connsiteY8-232" fmla="*/ 1408386 h 1418896"/>
                    <a:gd name="connsiteX9-233" fmla="*/ 1870841 w 3731172"/>
                    <a:gd name="connsiteY9-234" fmla="*/ 746234 h 1418896"/>
                    <a:gd name="connsiteX10-235" fmla="*/ 262758 w 3731172"/>
                    <a:gd name="connsiteY10-236" fmla="*/ 1418896 h 1418896"/>
                    <a:gd name="connsiteX11-237" fmla="*/ 0 w 3731172"/>
                    <a:gd name="connsiteY11-238" fmla="*/ 1324303 h 1418896"/>
                    <a:gd name="connsiteX12-239" fmla="*/ 1145627 w 3731172"/>
                    <a:gd name="connsiteY12-240" fmla="*/ 882869 h 1418896"/>
                    <a:gd name="connsiteX13-241" fmla="*/ 1156137 w 3731172"/>
                    <a:gd name="connsiteY13-242" fmla="*/ 441434 h 1418896"/>
                    <a:gd name="connsiteX14-243" fmla="*/ 189185 w 3731172"/>
                    <a:gd name="connsiteY14-244" fmla="*/ 84081 h 1418896"/>
                    <a:gd name="connsiteX15-245" fmla="*/ 168165 w 3731172"/>
                    <a:gd name="connsiteY15-246" fmla="*/ 73572 h 1418896"/>
                    <a:gd name="connsiteX0-247" fmla="*/ 168165 w 3731172"/>
                    <a:gd name="connsiteY0-248" fmla="*/ 73572 h 1418896"/>
                    <a:gd name="connsiteX1-249" fmla="*/ 451945 w 3731172"/>
                    <a:gd name="connsiteY1-250" fmla="*/ 0 h 1418896"/>
                    <a:gd name="connsiteX2-251" fmla="*/ 1881352 w 3731172"/>
                    <a:gd name="connsiteY2-252" fmla="*/ 599089 h 1418896"/>
                    <a:gd name="connsiteX3-253" fmla="*/ 3363310 w 3731172"/>
                    <a:gd name="connsiteY3-254" fmla="*/ 0 h 1418896"/>
                    <a:gd name="connsiteX4-255" fmla="*/ 3584027 w 3731172"/>
                    <a:gd name="connsiteY4-256" fmla="*/ 73572 h 1418896"/>
                    <a:gd name="connsiteX5-257" fmla="*/ 2627586 w 3731172"/>
                    <a:gd name="connsiteY5-258" fmla="*/ 441434 h 1418896"/>
                    <a:gd name="connsiteX6-259" fmla="*/ 2596055 w 3731172"/>
                    <a:gd name="connsiteY6-260" fmla="*/ 914400 h 1418896"/>
                    <a:gd name="connsiteX7-261" fmla="*/ 3731172 w 3731172"/>
                    <a:gd name="connsiteY7-262" fmla="*/ 1345324 h 1418896"/>
                    <a:gd name="connsiteX8-263" fmla="*/ 3447393 w 3731172"/>
                    <a:gd name="connsiteY8-264" fmla="*/ 1408386 h 1418896"/>
                    <a:gd name="connsiteX9-265" fmla="*/ 1870841 w 3731172"/>
                    <a:gd name="connsiteY9-266" fmla="*/ 746234 h 1418896"/>
                    <a:gd name="connsiteX10-267" fmla="*/ 262758 w 3731172"/>
                    <a:gd name="connsiteY10-268" fmla="*/ 1418896 h 1418896"/>
                    <a:gd name="connsiteX11-269" fmla="*/ 0 w 3731172"/>
                    <a:gd name="connsiteY11-270" fmla="*/ 1324303 h 1418896"/>
                    <a:gd name="connsiteX12-271" fmla="*/ 1145627 w 3731172"/>
                    <a:gd name="connsiteY12-272" fmla="*/ 882869 h 1418896"/>
                    <a:gd name="connsiteX13-273" fmla="*/ 1145626 w 3731172"/>
                    <a:gd name="connsiteY13-274" fmla="*/ 451945 h 1418896"/>
                    <a:gd name="connsiteX14-275" fmla="*/ 189185 w 3731172"/>
                    <a:gd name="connsiteY14-276" fmla="*/ 84081 h 1418896"/>
                    <a:gd name="connsiteX15-277" fmla="*/ 168165 w 3731172"/>
                    <a:gd name="connsiteY15-278" fmla="*/ 73572 h 1418896"/>
                    <a:gd name="connsiteX0-279" fmla="*/ 168165 w 3731172"/>
                    <a:gd name="connsiteY0-280" fmla="*/ 73572 h 1418896"/>
                    <a:gd name="connsiteX1-281" fmla="*/ 451945 w 3731172"/>
                    <a:gd name="connsiteY1-282" fmla="*/ 0 h 1418896"/>
                    <a:gd name="connsiteX2-283" fmla="*/ 1881352 w 3731172"/>
                    <a:gd name="connsiteY2-284" fmla="*/ 599089 h 1418896"/>
                    <a:gd name="connsiteX3-285" fmla="*/ 3363310 w 3731172"/>
                    <a:gd name="connsiteY3-286" fmla="*/ 0 h 1418896"/>
                    <a:gd name="connsiteX4-287" fmla="*/ 3584027 w 3731172"/>
                    <a:gd name="connsiteY4-288" fmla="*/ 73572 h 1418896"/>
                    <a:gd name="connsiteX5-289" fmla="*/ 2627586 w 3731172"/>
                    <a:gd name="connsiteY5-290" fmla="*/ 441434 h 1418896"/>
                    <a:gd name="connsiteX6-291" fmla="*/ 2596055 w 3731172"/>
                    <a:gd name="connsiteY6-292" fmla="*/ 914400 h 1418896"/>
                    <a:gd name="connsiteX7-293" fmla="*/ 3731172 w 3731172"/>
                    <a:gd name="connsiteY7-294" fmla="*/ 1345324 h 1418896"/>
                    <a:gd name="connsiteX8-295" fmla="*/ 3447393 w 3731172"/>
                    <a:gd name="connsiteY8-296" fmla="*/ 1408386 h 1418896"/>
                    <a:gd name="connsiteX9-297" fmla="*/ 1870841 w 3731172"/>
                    <a:gd name="connsiteY9-298" fmla="*/ 746234 h 1418896"/>
                    <a:gd name="connsiteX10-299" fmla="*/ 262758 w 3731172"/>
                    <a:gd name="connsiteY10-300" fmla="*/ 1418896 h 1418896"/>
                    <a:gd name="connsiteX11-301" fmla="*/ 0 w 3731172"/>
                    <a:gd name="connsiteY11-302" fmla="*/ 1324303 h 1418896"/>
                    <a:gd name="connsiteX12-303" fmla="*/ 1145627 w 3731172"/>
                    <a:gd name="connsiteY12-304" fmla="*/ 903890 h 1418896"/>
                    <a:gd name="connsiteX13-305" fmla="*/ 1145626 w 3731172"/>
                    <a:gd name="connsiteY13-306" fmla="*/ 451945 h 1418896"/>
                    <a:gd name="connsiteX14-307" fmla="*/ 189185 w 3731172"/>
                    <a:gd name="connsiteY14-308" fmla="*/ 84081 h 1418896"/>
                    <a:gd name="connsiteX15-309" fmla="*/ 168165 w 3731172"/>
                    <a:gd name="connsiteY15-310" fmla="*/ 73572 h 1418896"/>
                    <a:gd name="connsiteX0-311" fmla="*/ 147144 w 3710151"/>
                    <a:gd name="connsiteY0-312" fmla="*/ 73572 h 1418896"/>
                    <a:gd name="connsiteX1-313" fmla="*/ 430924 w 3710151"/>
                    <a:gd name="connsiteY1-314" fmla="*/ 0 h 1418896"/>
                    <a:gd name="connsiteX2-315" fmla="*/ 1860331 w 3710151"/>
                    <a:gd name="connsiteY2-316" fmla="*/ 599089 h 1418896"/>
                    <a:gd name="connsiteX3-317" fmla="*/ 3342289 w 3710151"/>
                    <a:gd name="connsiteY3-318" fmla="*/ 0 h 1418896"/>
                    <a:gd name="connsiteX4-319" fmla="*/ 3563006 w 3710151"/>
                    <a:gd name="connsiteY4-320" fmla="*/ 73572 h 1418896"/>
                    <a:gd name="connsiteX5-321" fmla="*/ 2606565 w 3710151"/>
                    <a:gd name="connsiteY5-322" fmla="*/ 441434 h 1418896"/>
                    <a:gd name="connsiteX6-323" fmla="*/ 2575034 w 3710151"/>
                    <a:gd name="connsiteY6-324" fmla="*/ 914400 h 1418896"/>
                    <a:gd name="connsiteX7-325" fmla="*/ 3710151 w 3710151"/>
                    <a:gd name="connsiteY7-326" fmla="*/ 1345324 h 1418896"/>
                    <a:gd name="connsiteX8-327" fmla="*/ 3426372 w 3710151"/>
                    <a:gd name="connsiteY8-328" fmla="*/ 1408386 h 1418896"/>
                    <a:gd name="connsiteX9-329" fmla="*/ 1849820 w 3710151"/>
                    <a:gd name="connsiteY9-330" fmla="*/ 746234 h 1418896"/>
                    <a:gd name="connsiteX10-331" fmla="*/ 241737 w 3710151"/>
                    <a:gd name="connsiteY10-332" fmla="*/ 1418896 h 1418896"/>
                    <a:gd name="connsiteX11-333" fmla="*/ 0 w 3710151"/>
                    <a:gd name="connsiteY11-334" fmla="*/ 1334814 h 1418896"/>
                    <a:gd name="connsiteX12-335" fmla="*/ 1124606 w 3710151"/>
                    <a:gd name="connsiteY12-336" fmla="*/ 903890 h 1418896"/>
                    <a:gd name="connsiteX13-337" fmla="*/ 1124605 w 3710151"/>
                    <a:gd name="connsiteY13-338" fmla="*/ 451945 h 1418896"/>
                    <a:gd name="connsiteX14-339" fmla="*/ 168164 w 3710151"/>
                    <a:gd name="connsiteY14-340" fmla="*/ 84081 h 1418896"/>
                    <a:gd name="connsiteX15-341" fmla="*/ 147144 w 3710151"/>
                    <a:gd name="connsiteY15-342" fmla="*/ 73572 h 1418896"/>
                    <a:gd name="connsiteX0-343" fmla="*/ 147144 w 3710151"/>
                    <a:gd name="connsiteY0-344" fmla="*/ 73572 h 1418896"/>
                    <a:gd name="connsiteX1-345" fmla="*/ 430924 w 3710151"/>
                    <a:gd name="connsiteY1-346" fmla="*/ 0 h 1418896"/>
                    <a:gd name="connsiteX2-347" fmla="*/ 1860331 w 3710151"/>
                    <a:gd name="connsiteY2-348" fmla="*/ 599089 h 1418896"/>
                    <a:gd name="connsiteX3-349" fmla="*/ 3342289 w 3710151"/>
                    <a:gd name="connsiteY3-350" fmla="*/ 0 h 1418896"/>
                    <a:gd name="connsiteX4-351" fmla="*/ 3563006 w 3710151"/>
                    <a:gd name="connsiteY4-352" fmla="*/ 73572 h 1418896"/>
                    <a:gd name="connsiteX5-353" fmla="*/ 2606565 w 3710151"/>
                    <a:gd name="connsiteY5-354" fmla="*/ 441434 h 1418896"/>
                    <a:gd name="connsiteX6-355" fmla="*/ 2606565 w 3710151"/>
                    <a:gd name="connsiteY6-356" fmla="*/ 924910 h 1418896"/>
                    <a:gd name="connsiteX7-357" fmla="*/ 3710151 w 3710151"/>
                    <a:gd name="connsiteY7-358" fmla="*/ 1345324 h 1418896"/>
                    <a:gd name="connsiteX8-359" fmla="*/ 3426372 w 3710151"/>
                    <a:gd name="connsiteY8-360" fmla="*/ 1408386 h 1418896"/>
                    <a:gd name="connsiteX9-361" fmla="*/ 1849820 w 3710151"/>
                    <a:gd name="connsiteY9-362" fmla="*/ 746234 h 1418896"/>
                    <a:gd name="connsiteX10-363" fmla="*/ 241737 w 3710151"/>
                    <a:gd name="connsiteY10-364" fmla="*/ 1418896 h 1418896"/>
                    <a:gd name="connsiteX11-365" fmla="*/ 0 w 3710151"/>
                    <a:gd name="connsiteY11-366" fmla="*/ 1334814 h 1418896"/>
                    <a:gd name="connsiteX12-367" fmla="*/ 1124606 w 3710151"/>
                    <a:gd name="connsiteY12-368" fmla="*/ 903890 h 1418896"/>
                    <a:gd name="connsiteX13-369" fmla="*/ 1124605 w 3710151"/>
                    <a:gd name="connsiteY13-370" fmla="*/ 451945 h 1418896"/>
                    <a:gd name="connsiteX14-371" fmla="*/ 168164 w 3710151"/>
                    <a:gd name="connsiteY14-372" fmla="*/ 84081 h 1418896"/>
                    <a:gd name="connsiteX15-373" fmla="*/ 147144 w 3710151"/>
                    <a:gd name="connsiteY15-374" fmla="*/ 73572 h 1418896"/>
                    <a:gd name="connsiteX0-375" fmla="*/ 147144 w 3710151"/>
                    <a:gd name="connsiteY0-376" fmla="*/ 73572 h 1418896"/>
                    <a:gd name="connsiteX1-377" fmla="*/ 430924 w 3710151"/>
                    <a:gd name="connsiteY1-378" fmla="*/ 0 h 1418896"/>
                    <a:gd name="connsiteX2-379" fmla="*/ 1860331 w 3710151"/>
                    <a:gd name="connsiteY2-380" fmla="*/ 599089 h 1418896"/>
                    <a:gd name="connsiteX3-381" fmla="*/ 3342289 w 3710151"/>
                    <a:gd name="connsiteY3-382" fmla="*/ 0 h 1418896"/>
                    <a:gd name="connsiteX4-383" fmla="*/ 3563006 w 3710151"/>
                    <a:gd name="connsiteY4-384" fmla="*/ 73572 h 1418896"/>
                    <a:gd name="connsiteX5-385" fmla="*/ 2606565 w 3710151"/>
                    <a:gd name="connsiteY5-386" fmla="*/ 441434 h 1418896"/>
                    <a:gd name="connsiteX6-387" fmla="*/ 2610282 w 3710151"/>
                    <a:gd name="connsiteY6-388" fmla="*/ 902607 h 1418896"/>
                    <a:gd name="connsiteX7-389" fmla="*/ 3710151 w 3710151"/>
                    <a:gd name="connsiteY7-390" fmla="*/ 1345324 h 1418896"/>
                    <a:gd name="connsiteX8-391" fmla="*/ 3426372 w 3710151"/>
                    <a:gd name="connsiteY8-392" fmla="*/ 1408386 h 1418896"/>
                    <a:gd name="connsiteX9-393" fmla="*/ 1849820 w 3710151"/>
                    <a:gd name="connsiteY9-394" fmla="*/ 746234 h 1418896"/>
                    <a:gd name="connsiteX10-395" fmla="*/ 241737 w 3710151"/>
                    <a:gd name="connsiteY10-396" fmla="*/ 1418896 h 1418896"/>
                    <a:gd name="connsiteX11-397" fmla="*/ 0 w 3710151"/>
                    <a:gd name="connsiteY11-398" fmla="*/ 1334814 h 1418896"/>
                    <a:gd name="connsiteX12-399" fmla="*/ 1124606 w 3710151"/>
                    <a:gd name="connsiteY12-400" fmla="*/ 903890 h 1418896"/>
                    <a:gd name="connsiteX13-401" fmla="*/ 1124605 w 3710151"/>
                    <a:gd name="connsiteY13-402" fmla="*/ 451945 h 1418896"/>
                    <a:gd name="connsiteX14-403" fmla="*/ 168164 w 3710151"/>
                    <a:gd name="connsiteY14-404" fmla="*/ 84081 h 1418896"/>
                    <a:gd name="connsiteX15-405" fmla="*/ 147144 w 3710151"/>
                    <a:gd name="connsiteY15-406" fmla="*/ 73572 h 1418896"/>
                    <a:gd name="connsiteX0-407" fmla="*/ 147144 w 3710151"/>
                    <a:gd name="connsiteY0-408" fmla="*/ 73572 h 1418896"/>
                    <a:gd name="connsiteX1-409" fmla="*/ 430924 w 3710151"/>
                    <a:gd name="connsiteY1-410" fmla="*/ 0 h 1418896"/>
                    <a:gd name="connsiteX2-411" fmla="*/ 1860331 w 3710151"/>
                    <a:gd name="connsiteY2-412" fmla="*/ 599089 h 1418896"/>
                    <a:gd name="connsiteX3-413" fmla="*/ 3342289 w 3710151"/>
                    <a:gd name="connsiteY3-414" fmla="*/ 0 h 1418896"/>
                    <a:gd name="connsiteX4-415" fmla="*/ 3563006 w 3710151"/>
                    <a:gd name="connsiteY4-416" fmla="*/ 73572 h 1418896"/>
                    <a:gd name="connsiteX5-417" fmla="*/ 2617717 w 3710151"/>
                    <a:gd name="connsiteY5-418" fmla="*/ 445151 h 1418896"/>
                    <a:gd name="connsiteX6-419" fmla="*/ 2610282 w 3710151"/>
                    <a:gd name="connsiteY6-420" fmla="*/ 902607 h 1418896"/>
                    <a:gd name="connsiteX7-421" fmla="*/ 3710151 w 3710151"/>
                    <a:gd name="connsiteY7-422" fmla="*/ 1345324 h 1418896"/>
                    <a:gd name="connsiteX8-423" fmla="*/ 3426372 w 3710151"/>
                    <a:gd name="connsiteY8-424" fmla="*/ 1408386 h 1418896"/>
                    <a:gd name="connsiteX9-425" fmla="*/ 1849820 w 3710151"/>
                    <a:gd name="connsiteY9-426" fmla="*/ 746234 h 1418896"/>
                    <a:gd name="connsiteX10-427" fmla="*/ 241737 w 3710151"/>
                    <a:gd name="connsiteY10-428" fmla="*/ 1418896 h 1418896"/>
                    <a:gd name="connsiteX11-429" fmla="*/ 0 w 3710151"/>
                    <a:gd name="connsiteY11-430" fmla="*/ 1334814 h 1418896"/>
                    <a:gd name="connsiteX12-431" fmla="*/ 1124606 w 3710151"/>
                    <a:gd name="connsiteY12-432" fmla="*/ 903890 h 1418896"/>
                    <a:gd name="connsiteX13-433" fmla="*/ 1124605 w 3710151"/>
                    <a:gd name="connsiteY13-434" fmla="*/ 451945 h 1418896"/>
                    <a:gd name="connsiteX14-435" fmla="*/ 168164 w 3710151"/>
                    <a:gd name="connsiteY14-436" fmla="*/ 84081 h 1418896"/>
                    <a:gd name="connsiteX15-437" fmla="*/ 147144 w 3710151"/>
                    <a:gd name="connsiteY15-438" fmla="*/ 73572 h 1418896"/>
                    <a:gd name="connsiteX0-439" fmla="*/ 147144 w 3710151"/>
                    <a:gd name="connsiteY0-440" fmla="*/ 73572 h 1418896"/>
                    <a:gd name="connsiteX1-441" fmla="*/ 430924 w 3710151"/>
                    <a:gd name="connsiteY1-442" fmla="*/ 0 h 1418896"/>
                    <a:gd name="connsiteX2-443" fmla="*/ 1860331 w 3710151"/>
                    <a:gd name="connsiteY2-444" fmla="*/ 599089 h 1418896"/>
                    <a:gd name="connsiteX3-445" fmla="*/ 3342289 w 3710151"/>
                    <a:gd name="connsiteY3-446" fmla="*/ 0 h 1418896"/>
                    <a:gd name="connsiteX4-447" fmla="*/ 3563006 w 3710151"/>
                    <a:gd name="connsiteY4-448" fmla="*/ 73572 h 1418896"/>
                    <a:gd name="connsiteX5-449" fmla="*/ 2617717 w 3710151"/>
                    <a:gd name="connsiteY5-450" fmla="*/ 448868 h 1418896"/>
                    <a:gd name="connsiteX6-451" fmla="*/ 2610282 w 3710151"/>
                    <a:gd name="connsiteY6-452" fmla="*/ 902607 h 1418896"/>
                    <a:gd name="connsiteX7-453" fmla="*/ 3710151 w 3710151"/>
                    <a:gd name="connsiteY7-454" fmla="*/ 1345324 h 1418896"/>
                    <a:gd name="connsiteX8-455" fmla="*/ 3426372 w 3710151"/>
                    <a:gd name="connsiteY8-456" fmla="*/ 1408386 h 1418896"/>
                    <a:gd name="connsiteX9-457" fmla="*/ 1849820 w 3710151"/>
                    <a:gd name="connsiteY9-458" fmla="*/ 746234 h 1418896"/>
                    <a:gd name="connsiteX10-459" fmla="*/ 241737 w 3710151"/>
                    <a:gd name="connsiteY10-460" fmla="*/ 1418896 h 1418896"/>
                    <a:gd name="connsiteX11-461" fmla="*/ 0 w 3710151"/>
                    <a:gd name="connsiteY11-462" fmla="*/ 1334814 h 1418896"/>
                    <a:gd name="connsiteX12-463" fmla="*/ 1124606 w 3710151"/>
                    <a:gd name="connsiteY12-464" fmla="*/ 903890 h 1418896"/>
                    <a:gd name="connsiteX13-465" fmla="*/ 1124605 w 3710151"/>
                    <a:gd name="connsiteY13-466" fmla="*/ 451945 h 1418896"/>
                    <a:gd name="connsiteX14-467" fmla="*/ 168164 w 3710151"/>
                    <a:gd name="connsiteY14-468" fmla="*/ 84081 h 1418896"/>
                    <a:gd name="connsiteX15-469" fmla="*/ 147144 w 3710151"/>
                    <a:gd name="connsiteY15-470" fmla="*/ 73572 h 1418896"/>
                    <a:gd name="connsiteX0-471" fmla="*/ 147144 w 3710151"/>
                    <a:gd name="connsiteY0-472" fmla="*/ 73572 h 1418896"/>
                    <a:gd name="connsiteX1-473" fmla="*/ 430924 w 3710151"/>
                    <a:gd name="connsiteY1-474" fmla="*/ 0 h 1418896"/>
                    <a:gd name="connsiteX2-475" fmla="*/ 1838028 w 3710151"/>
                    <a:gd name="connsiteY2-476" fmla="*/ 591655 h 1418896"/>
                    <a:gd name="connsiteX3-477" fmla="*/ 3342289 w 3710151"/>
                    <a:gd name="connsiteY3-478" fmla="*/ 0 h 1418896"/>
                    <a:gd name="connsiteX4-479" fmla="*/ 3563006 w 3710151"/>
                    <a:gd name="connsiteY4-480" fmla="*/ 73572 h 1418896"/>
                    <a:gd name="connsiteX5-481" fmla="*/ 2617717 w 3710151"/>
                    <a:gd name="connsiteY5-482" fmla="*/ 448868 h 1418896"/>
                    <a:gd name="connsiteX6-483" fmla="*/ 2610282 w 3710151"/>
                    <a:gd name="connsiteY6-484" fmla="*/ 902607 h 1418896"/>
                    <a:gd name="connsiteX7-485" fmla="*/ 3710151 w 3710151"/>
                    <a:gd name="connsiteY7-486" fmla="*/ 1345324 h 1418896"/>
                    <a:gd name="connsiteX8-487" fmla="*/ 3426372 w 3710151"/>
                    <a:gd name="connsiteY8-488" fmla="*/ 1408386 h 1418896"/>
                    <a:gd name="connsiteX9-489" fmla="*/ 1849820 w 3710151"/>
                    <a:gd name="connsiteY9-490" fmla="*/ 746234 h 1418896"/>
                    <a:gd name="connsiteX10-491" fmla="*/ 241737 w 3710151"/>
                    <a:gd name="connsiteY10-492" fmla="*/ 1418896 h 1418896"/>
                    <a:gd name="connsiteX11-493" fmla="*/ 0 w 3710151"/>
                    <a:gd name="connsiteY11-494" fmla="*/ 1334814 h 1418896"/>
                    <a:gd name="connsiteX12-495" fmla="*/ 1124606 w 3710151"/>
                    <a:gd name="connsiteY12-496" fmla="*/ 903890 h 1418896"/>
                    <a:gd name="connsiteX13-497" fmla="*/ 1124605 w 3710151"/>
                    <a:gd name="connsiteY13-498" fmla="*/ 451945 h 1418896"/>
                    <a:gd name="connsiteX14-499" fmla="*/ 168164 w 3710151"/>
                    <a:gd name="connsiteY14-500" fmla="*/ 84081 h 1418896"/>
                    <a:gd name="connsiteX15-501" fmla="*/ 147144 w 3710151"/>
                    <a:gd name="connsiteY15-502" fmla="*/ 73572 h 1418896"/>
                    <a:gd name="connsiteX0-503" fmla="*/ 147144 w 3710151"/>
                    <a:gd name="connsiteY0-504" fmla="*/ 73572 h 1418896"/>
                    <a:gd name="connsiteX1-505" fmla="*/ 430924 w 3710151"/>
                    <a:gd name="connsiteY1-506" fmla="*/ 0 h 1418896"/>
                    <a:gd name="connsiteX2-507" fmla="*/ 1838028 w 3710151"/>
                    <a:gd name="connsiteY2-508" fmla="*/ 591655 h 1418896"/>
                    <a:gd name="connsiteX3-509" fmla="*/ 3342289 w 3710151"/>
                    <a:gd name="connsiteY3-510" fmla="*/ 0 h 1418896"/>
                    <a:gd name="connsiteX4-511" fmla="*/ 3563006 w 3710151"/>
                    <a:gd name="connsiteY4-512" fmla="*/ 73572 h 1418896"/>
                    <a:gd name="connsiteX5-513" fmla="*/ 2617717 w 3710151"/>
                    <a:gd name="connsiteY5-514" fmla="*/ 448868 h 1418896"/>
                    <a:gd name="connsiteX6-515" fmla="*/ 2610282 w 3710151"/>
                    <a:gd name="connsiteY6-516" fmla="*/ 902607 h 1418896"/>
                    <a:gd name="connsiteX7-517" fmla="*/ 3710151 w 3710151"/>
                    <a:gd name="connsiteY7-518" fmla="*/ 1345324 h 1418896"/>
                    <a:gd name="connsiteX8-519" fmla="*/ 3426372 w 3710151"/>
                    <a:gd name="connsiteY8-520" fmla="*/ 1408386 h 1418896"/>
                    <a:gd name="connsiteX9-521" fmla="*/ 1849820 w 3710151"/>
                    <a:gd name="connsiteY9-522" fmla="*/ 746234 h 1418896"/>
                    <a:gd name="connsiteX10-523" fmla="*/ 241737 w 3710151"/>
                    <a:gd name="connsiteY10-524" fmla="*/ 1418896 h 1418896"/>
                    <a:gd name="connsiteX11-525" fmla="*/ 0 w 3710151"/>
                    <a:gd name="connsiteY11-526" fmla="*/ 1334814 h 1418896"/>
                    <a:gd name="connsiteX12-527" fmla="*/ 1124606 w 3710151"/>
                    <a:gd name="connsiteY12-528" fmla="*/ 903890 h 1418896"/>
                    <a:gd name="connsiteX13-529" fmla="*/ 1087434 w 3710151"/>
                    <a:gd name="connsiteY13-530" fmla="*/ 451945 h 1418896"/>
                    <a:gd name="connsiteX14-531" fmla="*/ 168164 w 3710151"/>
                    <a:gd name="connsiteY14-532" fmla="*/ 84081 h 1418896"/>
                    <a:gd name="connsiteX15-533" fmla="*/ 147144 w 3710151"/>
                    <a:gd name="connsiteY15-534" fmla="*/ 73572 h 1418896"/>
                    <a:gd name="connsiteX0-535" fmla="*/ 147144 w 3710151"/>
                    <a:gd name="connsiteY0-536" fmla="*/ 73572 h 1418896"/>
                    <a:gd name="connsiteX1-537" fmla="*/ 430924 w 3710151"/>
                    <a:gd name="connsiteY1-538" fmla="*/ 0 h 1418896"/>
                    <a:gd name="connsiteX2-539" fmla="*/ 1838028 w 3710151"/>
                    <a:gd name="connsiteY2-540" fmla="*/ 591655 h 1418896"/>
                    <a:gd name="connsiteX3-541" fmla="*/ 3342289 w 3710151"/>
                    <a:gd name="connsiteY3-542" fmla="*/ 0 h 1418896"/>
                    <a:gd name="connsiteX4-543" fmla="*/ 3563006 w 3710151"/>
                    <a:gd name="connsiteY4-544" fmla="*/ 73572 h 1418896"/>
                    <a:gd name="connsiteX5-545" fmla="*/ 2617717 w 3710151"/>
                    <a:gd name="connsiteY5-546" fmla="*/ 448868 h 1418896"/>
                    <a:gd name="connsiteX6-547" fmla="*/ 2610282 w 3710151"/>
                    <a:gd name="connsiteY6-548" fmla="*/ 902607 h 1418896"/>
                    <a:gd name="connsiteX7-549" fmla="*/ 3710151 w 3710151"/>
                    <a:gd name="connsiteY7-550" fmla="*/ 1345324 h 1418896"/>
                    <a:gd name="connsiteX8-551" fmla="*/ 3426372 w 3710151"/>
                    <a:gd name="connsiteY8-552" fmla="*/ 1408386 h 1418896"/>
                    <a:gd name="connsiteX9-553" fmla="*/ 1849820 w 3710151"/>
                    <a:gd name="connsiteY9-554" fmla="*/ 746234 h 1418896"/>
                    <a:gd name="connsiteX10-555" fmla="*/ 241737 w 3710151"/>
                    <a:gd name="connsiteY10-556" fmla="*/ 1418896 h 1418896"/>
                    <a:gd name="connsiteX11-557" fmla="*/ 0 w 3710151"/>
                    <a:gd name="connsiteY11-558" fmla="*/ 1334814 h 1418896"/>
                    <a:gd name="connsiteX12-559" fmla="*/ 1098586 w 3710151"/>
                    <a:gd name="connsiteY12-560" fmla="*/ 903890 h 1418896"/>
                    <a:gd name="connsiteX13-561" fmla="*/ 1087434 w 3710151"/>
                    <a:gd name="connsiteY13-562" fmla="*/ 451945 h 1418896"/>
                    <a:gd name="connsiteX14-563" fmla="*/ 168164 w 3710151"/>
                    <a:gd name="connsiteY14-564" fmla="*/ 84081 h 1418896"/>
                    <a:gd name="connsiteX15-565" fmla="*/ 147144 w 3710151"/>
                    <a:gd name="connsiteY15-566" fmla="*/ 73572 h 1418896"/>
                    <a:gd name="connsiteX0-567" fmla="*/ 162012 w 3725019"/>
                    <a:gd name="connsiteY0-568" fmla="*/ 73572 h 1418896"/>
                    <a:gd name="connsiteX1-569" fmla="*/ 445792 w 3725019"/>
                    <a:gd name="connsiteY1-570" fmla="*/ 0 h 1418896"/>
                    <a:gd name="connsiteX2-571" fmla="*/ 1852896 w 3725019"/>
                    <a:gd name="connsiteY2-572" fmla="*/ 591655 h 1418896"/>
                    <a:gd name="connsiteX3-573" fmla="*/ 3357157 w 3725019"/>
                    <a:gd name="connsiteY3-574" fmla="*/ 0 h 1418896"/>
                    <a:gd name="connsiteX4-575" fmla="*/ 3577874 w 3725019"/>
                    <a:gd name="connsiteY4-576" fmla="*/ 73572 h 1418896"/>
                    <a:gd name="connsiteX5-577" fmla="*/ 2632585 w 3725019"/>
                    <a:gd name="connsiteY5-578" fmla="*/ 448868 h 1418896"/>
                    <a:gd name="connsiteX6-579" fmla="*/ 2625150 w 3725019"/>
                    <a:gd name="connsiteY6-580" fmla="*/ 902607 h 1418896"/>
                    <a:gd name="connsiteX7-581" fmla="*/ 3725019 w 3725019"/>
                    <a:gd name="connsiteY7-582" fmla="*/ 1345324 h 1418896"/>
                    <a:gd name="connsiteX8-583" fmla="*/ 3441240 w 3725019"/>
                    <a:gd name="connsiteY8-584" fmla="*/ 1408386 h 1418896"/>
                    <a:gd name="connsiteX9-585" fmla="*/ 1864688 w 3725019"/>
                    <a:gd name="connsiteY9-586" fmla="*/ 746234 h 1418896"/>
                    <a:gd name="connsiteX10-587" fmla="*/ 256605 w 3725019"/>
                    <a:gd name="connsiteY10-588" fmla="*/ 1418896 h 1418896"/>
                    <a:gd name="connsiteX11-589" fmla="*/ 0 w 3725019"/>
                    <a:gd name="connsiteY11-590" fmla="*/ 1331097 h 1418896"/>
                    <a:gd name="connsiteX12-591" fmla="*/ 1113454 w 3725019"/>
                    <a:gd name="connsiteY12-592" fmla="*/ 903890 h 1418896"/>
                    <a:gd name="connsiteX13-593" fmla="*/ 1102302 w 3725019"/>
                    <a:gd name="connsiteY13-594" fmla="*/ 451945 h 1418896"/>
                    <a:gd name="connsiteX14-595" fmla="*/ 183032 w 3725019"/>
                    <a:gd name="connsiteY14-596" fmla="*/ 84081 h 1418896"/>
                    <a:gd name="connsiteX15-597" fmla="*/ 162012 w 3725019"/>
                    <a:gd name="connsiteY15-598" fmla="*/ 73572 h 1418896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  <a:cxn ang="0">
                      <a:pos x="connsiteX9-19" y="connsiteY9-20"/>
                    </a:cxn>
                    <a:cxn ang="0">
                      <a:pos x="connsiteX10-21" y="connsiteY10-22"/>
                    </a:cxn>
                    <a:cxn ang="0">
                      <a:pos x="connsiteX11-23" y="connsiteY11-24"/>
                    </a:cxn>
                    <a:cxn ang="0">
                      <a:pos x="connsiteX12-25" y="connsiteY12-26"/>
                    </a:cxn>
                    <a:cxn ang="0">
                      <a:pos x="connsiteX13-27" y="connsiteY13-28"/>
                    </a:cxn>
                    <a:cxn ang="0">
                      <a:pos x="connsiteX14-29" y="connsiteY14-30"/>
                    </a:cxn>
                    <a:cxn ang="0">
                      <a:pos x="connsiteX15-31" y="connsiteY15-32"/>
                    </a:cxn>
                  </a:cxnLst>
                  <a:rect l="l" t="t" r="r" b="b"/>
                  <a:pathLst>
                    <a:path w="3725019" h="1418896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chemeClr val="accent1">
                    <a:lumMod val="60000"/>
                    <a:lumOff val="40000"/>
                  </a:schemeClr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40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p:grpSp>
        </p:grpSp>
      </p:grpSp>
      <p:grpSp>
        <p:nvGrpSpPr>
          <p:cNvPr id="57" name="Group 89"/>
          <p:cNvGrpSpPr/>
          <p:nvPr/>
        </p:nvGrpSpPr>
        <p:grpSpPr bwMode="auto">
          <a:xfrm>
            <a:off x="632859" y="3094833"/>
            <a:ext cx="619062" cy="543086"/>
            <a:chOff x="-44" y="1473"/>
            <a:chExt cx="981" cy="1105"/>
          </a:xfrm>
        </p:grpSpPr>
        <p:pic>
          <p:nvPicPr>
            <p:cNvPr id="58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60" name="Group 89"/>
          <p:cNvGrpSpPr/>
          <p:nvPr/>
        </p:nvGrpSpPr>
        <p:grpSpPr bwMode="auto">
          <a:xfrm>
            <a:off x="7872398" y="3094833"/>
            <a:ext cx="619062" cy="543086"/>
            <a:chOff x="-44" y="1473"/>
            <a:chExt cx="981" cy="1105"/>
          </a:xfrm>
        </p:grpSpPr>
        <p:pic>
          <p:nvPicPr>
            <p:cNvPr id="61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2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5595 w 356"/>
                <a:gd name="T3" fmla="*/ 341 h 368"/>
                <a:gd name="T4" fmla="*/ 6638 w 356"/>
                <a:gd name="T5" fmla="*/ 7113 h 368"/>
                <a:gd name="T6" fmla="*/ 1463 w 356"/>
                <a:gd name="T7" fmla="*/ 8895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 algn="ctr"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1200" kern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aphicFrame>
        <p:nvGraphicFramePr>
          <p:cNvPr id="63" name="表格 141"/>
          <p:cNvGraphicFramePr>
            <a:graphicFrameLocks noGrp="1"/>
          </p:cNvGraphicFramePr>
          <p:nvPr/>
        </p:nvGraphicFramePr>
        <p:xfrm>
          <a:off x="4085168" y="4813776"/>
          <a:ext cx="2159000" cy="3045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78297"/>
                <a:gridCol w="1080703"/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</a:t>
                      </a:r>
                      <a:r>
                        <a:rPr lang="en-US" altLang="zh-CN" sz="1400" baseline="0" dirty="0"/>
                        <a:t> Header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 Data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</a:tr>
            </a:tbl>
          </a:graphicData>
        </a:graphic>
      </p:graphicFrame>
      <p:graphicFrame>
        <p:nvGraphicFramePr>
          <p:cNvPr id="64" name="表格 141"/>
          <p:cNvGraphicFramePr>
            <a:graphicFrameLocks noGrp="1"/>
          </p:cNvGraphicFramePr>
          <p:nvPr/>
        </p:nvGraphicFramePr>
        <p:xfrm>
          <a:off x="6095051" y="4278641"/>
          <a:ext cx="2159000" cy="30458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078297"/>
                <a:gridCol w="1080703"/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</a:t>
                      </a:r>
                      <a:r>
                        <a:rPr lang="en-US" altLang="zh-CN" sz="1400" baseline="0" dirty="0"/>
                        <a:t> Header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IPv6 Data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388" marR="91388" marT="45610" marB="45610" anchor="ctr"/>
                </a:tc>
              </a:tr>
            </a:tbl>
          </a:graphicData>
        </a:graphic>
      </p:graphicFrame>
      <p:graphicFrame>
        <p:nvGraphicFramePr>
          <p:cNvPr id="65" name="表格 143"/>
          <p:cNvGraphicFramePr>
            <a:graphicFrameLocks noGrp="1"/>
          </p:cNvGraphicFramePr>
          <p:nvPr/>
        </p:nvGraphicFramePr>
        <p:xfrm>
          <a:off x="3009613" y="4813776"/>
          <a:ext cx="1075555" cy="3045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75555"/>
              </a:tblGrid>
              <a:tr h="287338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IPv4 Header</a:t>
                      </a:r>
                      <a:endParaRPr lang="zh-CN" altLang="en-US" sz="1400" b="0" dirty="0">
                        <a:solidFill>
                          <a:schemeClr val="tx1"/>
                        </a:solidFill>
                        <a:latin typeface="微软雅黑" panose="020B0502040204020203" charset="-122"/>
                        <a:ea typeface="微软雅黑" panose="020B0502040204020203" charset="-122"/>
                      </a:endParaRPr>
                    </a:p>
                  </a:txBody>
                  <a:tcPr marL="91417" marR="91417" marT="45610" marB="45610" anchor="ctr"/>
                </a:tc>
              </a:tr>
            </a:tbl>
          </a:graphicData>
        </a:graphic>
      </p:graphicFrame>
      <p:sp>
        <p:nvSpPr>
          <p:cNvPr id="66" name="TextBox 65"/>
          <p:cNvSpPr txBox="1"/>
          <p:nvPr/>
        </p:nvSpPr>
        <p:spPr>
          <a:xfrm>
            <a:off x="2718098" y="2763934"/>
            <a:ext cx="755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x.x.x.x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5653397" y="2765757"/>
            <a:ext cx="7030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y.y.y.y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2614460" y="5125262"/>
            <a:ext cx="1865860" cy="1041959"/>
            <a:chOff x="2614460" y="5125262"/>
            <a:chExt cx="1865860" cy="1041959"/>
          </a:xfrm>
        </p:grpSpPr>
        <p:sp>
          <p:nvSpPr>
            <p:cNvPr id="69" name="Trapezoid 68"/>
            <p:cNvSpPr/>
            <p:nvPr/>
          </p:nvSpPr>
          <p:spPr>
            <a:xfrm>
              <a:off x="2743178" y="5125262"/>
              <a:ext cx="1608937" cy="1041959"/>
            </a:xfrm>
            <a:prstGeom prst="trapezoid">
              <a:avLst>
                <a:gd name="adj" fmla="val 23552"/>
              </a:avLst>
            </a:prstGeom>
            <a:gradFill flip="none" rotWithShape="1">
              <a:gsLst>
                <a:gs pos="0">
                  <a:schemeClr val="bg1"/>
                </a:gs>
                <a:gs pos="100000">
                  <a:schemeClr val="accent3">
                    <a:lumMod val="20000"/>
                    <a:lumOff val="80000"/>
                  </a:schemeClr>
                </a:gs>
              </a:gsLst>
              <a:lin ang="16200000" scaled="1"/>
              <a:tileRect/>
            </a:gra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70" name="Rectangle 69"/>
            <p:cNvSpPr/>
            <p:nvPr/>
          </p:nvSpPr>
          <p:spPr>
            <a:xfrm>
              <a:off x="2614460" y="5305447"/>
              <a:ext cx="1865860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</a:rPr>
                <a:t>填</a:t>
              </a: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源地址：</a:t>
              </a:r>
              <a:r>
                <a:rPr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x.x.x.x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 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目的地址：</a:t>
              </a:r>
              <a:r>
                <a:rPr lang="en-US" altLang="zh-CN" sz="1600" dirty="0" err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y.y.y.y</a:t>
              </a:r>
              <a:endPara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上层协议：</a:t>
              </a:r>
              <a:r>
                <a:rPr lang="en-US" altLang="zh-CN" sz="1600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41 (IPv6)</a:t>
              </a:r>
              <a:endParaRPr lang="en-US" sz="16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实验介绍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zh-CN" altLang="en-US" dirty="0"/>
              <a:t>本实验要求实现</a:t>
            </a:r>
            <a:r>
              <a:rPr lang="en-US" altLang="zh-CN" dirty="0"/>
              <a:t>IPv6 over IPv4</a:t>
            </a:r>
            <a:r>
              <a:rPr lang="zh-CN" altLang="en-US" dirty="0"/>
              <a:t>的手工隧道配置。实验过程将包括：</a:t>
            </a:r>
            <a:endParaRPr lang="en-US" altLang="zh-CN" dirty="0"/>
          </a:p>
          <a:p>
            <a:pPr marL="841375" lvl="2" indent="-457200">
              <a:buFont typeface="+mj-lt"/>
              <a:buAutoNum type="arabicParenR"/>
            </a:pPr>
            <a:r>
              <a:rPr lang="zh-CN" altLang="en-US" dirty="0"/>
              <a:t>搭建</a:t>
            </a:r>
            <a:r>
              <a:rPr lang="en-US" altLang="zh-CN" dirty="0"/>
              <a:t>IPv4</a:t>
            </a:r>
            <a:r>
              <a:rPr lang="zh-CN" altLang="en-US" dirty="0"/>
              <a:t>的网络</a:t>
            </a:r>
            <a:endParaRPr lang="en-US" altLang="zh-CN" dirty="0"/>
          </a:p>
          <a:p>
            <a:pPr marL="841375" lvl="2" indent="-457200">
              <a:buFont typeface="+mj-lt"/>
              <a:buAutoNum type="arabicParenR"/>
            </a:pPr>
            <a:r>
              <a:rPr lang="zh-CN" altLang="en-US" dirty="0"/>
              <a:t>配置</a:t>
            </a:r>
            <a:r>
              <a:rPr lang="en-US" altLang="zh-CN" dirty="0"/>
              <a:t>IPv4</a:t>
            </a:r>
            <a:r>
              <a:rPr lang="zh-CN" altLang="en-US" dirty="0"/>
              <a:t>的路由</a:t>
            </a:r>
            <a:endParaRPr lang="en-US" altLang="zh-CN" dirty="0"/>
          </a:p>
          <a:p>
            <a:pPr marL="841375" lvl="2" indent="-457200">
              <a:buFont typeface="+mj-lt"/>
              <a:buAutoNum type="arabicParenR"/>
            </a:pPr>
            <a:r>
              <a:rPr lang="zh-CN" altLang="en-US" dirty="0"/>
              <a:t>配置</a:t>
            </a:r>
            <a:r>
              <a:rPr lang="en-US" altLang="zh-CN" dirty="0"/>
              <a:t>IPv6 over IPv4</a:t>
            </a:r>
            <a:r>
              <a:rPr lang="zh-CN" altLang="en-US" dirty="0"/>
              <a:t>隧道</a:t>
            </a:r>
            <a:endParaRPr lang="en-US" altLang="zh-CN" dirty="0"/>
          </a:p>
          <a:p>
            <a:pPr marL="841375" lvl="2" indent="-457200">
              <a:buFont typeface="+mj-lt"/>
              <a:buAutoNum type="arabicParenR"/>
            </a:pPr>
            <a:r>
              <a:rPr lang="zh-CN" altLang="en-US" dirty="0"/>
              <a:t>配置虚连接以测试隧道</a:t>
            </a:r>
            <a:endParaRPr lang="en-US" altLang="zh-CN" dirty="0"/>
          </a:p>
          <a:p>
            <a:pPr lvl="2"/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007" y="5333920"/>
            <a:ext cx="6851985" cy="96945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 </a:t>
            </a:r>
            <a:r>
              <a:rPr lang="en-US" altLang="zh-CN" dirty="0" err="1"/>
              <a:t>eNSP</a:t>
            </a:r>
            <a:r>
              <a:rPr lang="zh-CN" altLang="en-US" dirty="0"/>
              <a:t>介绍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 err="1"/>
              <a:t>eNSP</a:t>
            </a:r>
            <a:r>
              <a:rPr lang="en-US" altLang="zh-CN" dirty="0"/>
              <a:t>(Enterprise Network Simulation Platform)</a:t>
            </a:r>
            <a:r>
              <a:rPr lang="zh-CN" altLang="en-US" dirty="0"/>
              <a:t>是一款由华为提供的免费的、可扩展的、图形化的网络设备仿真平台。</a:t>
            </a:r>
            <a:endParaRPr lang="en-US" altLang="zh-CN" dirty="0"/>
          </a:p>
          <a:p>
            <a:pPr lvl="1"/>
            <a:r>
              <a:rPr lang="zh-CN" altLang="en-US" dirty="0"/>
              <a:t>主要对企业网路由器、交换机、</a:t>
            </a:r>
            <a:r>
              <a:rPr lang="en-US" altLang="zh-CN" dirty="0"/>
              <a:t>WLAN</a:t>
            </a:r>
            <a:r>
              <a:rPr lang="zh-CN" altLang="en-US" dirty="0"/>
              <a:t>等设备进行软件仿真，支持大型网络模拟。</a:t>
            </a:r>
            <a:endParaRPr lang="en-US" altLang="zh-CN" dirty="0"/>
          </a:p>
          <a:p>
            <a:pPr lvl="1"/>
            <a:r>
              <a:rPr lang="zh-CN" altLang="en-US" dirty="0"/>
              <a:t>让你有机会在没有真实设备的情况下也能够开展实验测试，学习网络技术。</a:t>
            </a:r>
            <a:endParaRPr lang="zh-CN" alt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9954" y="3252050"/>
            <a:ext cx="1695450" cy="15049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关于</a:t>
            </a:r>
            <a:r>
              <a:rPr lang="en-US" altLang="zh-CN" dirty="0" err="1"/>
              <a:t>eNSP</a:t>
            </a:r>
            <a:r>
              <a:rPr lang="zh-CN" altLang="en-US" dirty="0"/>
              <a:t>的使用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zh-CN" dirty="0" err="1"/>
              <a:t>eNSP</a:t>
            </a:r>
            <a:r>
              <a:rPr lang="zh-CN" altLang="en-US" dirty="0"/>
              <a:t>软件提供了软件使用帮助。</a:t>
            </a:r>
            <a:endParaRPr lang="en-US" altLang="zh-CN" dirty="0"/>
          </a:p>
          <a:p>
            <a:pPr lvl="1"/>
            <a:r>
              <a:rPr lang="zh-CN" altLang="en-US" dirty="0"/>
              <a:t>打开软件以后，点击右上角的帮助图标即可打开。</a:t>
            </a:r>
            <a:endParaRPr lang="en-US" altLang="zh-CN" dirty="0"/>
          </a:p>
          <a:p>
            <a:pPr lvl="1"/>
            <a:r>
              <a:rPr lang="zh-CN" altLang="en-US" b="1" i="1" u="sng" dirty="0">
                <a:solidFill>
                  <a:srgbClr val="C00000"/>
                </a:solidFill>
              </a:rPr>
              <a:t>“墙裂”建议</a:t>
            </a:r>
            <a:r>
              <a:rPr lang="zh-CN" altLang="en-US" dirty="0"/>
              <a:t>同学们在实验之前浏览一下帮助里的一下内容（只需要十分钟）：</a:t>
            </a:r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6012" y="3202684"/>
            <a:ext cx="1762125" cy="2533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实验内容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建立三路由拓扑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dirty="0"/>
              <a:t>OSPF</a:t>
            </a:r>
            <a:r>
              <a:rPr lang="zh-CN" altLang="en-US" dirty="0"/>
              <a:t>路由配置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创建虚接口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创建</a:t>
            </a:r>
            <a:r>
              <a:rPr lang="en-US" altLang="zh-CN" dirty="0"/>
              <a:t>IPv6</a:t>
            </a:r>
            <a:r>
              <a:rPr lang="zh-CN" altLang="en-US" dirty="0"/>
              <a:t>虚接口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创建</a:t>
            </a:r>
            <a:r>
              <a:rPr lang="en-US" altLang="zh-CN" dirty="0"/>
              <a:t>IPv6 over IPv4</a:t>
            </a:r>
            <a:r>
              <a:rPr lang="zh-CN" altLang="en-US" dirty="0"/>
              <a:t>隧道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dirty="0"/>
              <a:t>配置</a:t>
            </a:r>
            <a:r>
              <a:rPr lang="en-US" altLang="zh-CN" dirty="0"/>
              <a:t>IPv6</a:t>
            </a:r>
            <a:r>
              <a:rPr lang="zh-CN" altLang="en-US" dirty="0"/>
              <a:t>静态路由</a:t>
            </a:r>
            <a:endParaRPr lang="en-US" altLang="zh-CN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建立三路由器拓扑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6575" lvl="1" indent="-336550">
              <a:buFont typeface="+mj-lt"/>
              <a:buAutoNum type="arabicParenR"/>
            </a:pPr>
            <a:r>
              <a:rPr lang="zh-CN" altLang="en-US" sz="2400" dirty="0"/>
              <a:t>选用</a:t>
            </a:r>
            <a:r>
              <a:rPr lang="en-US" altLang="zh-CN" sz="2400" dirty="0"/>
              <a:t>AR1220</a:t>
            </a:r>
            <a:r>
              <a:rPr lang="zh-CN" altLang="en-US" sz="2400" dirty="0"/>
              <a:t>型号路由器。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/>
            </a:pPr>
            <a:r>
              <a:rPr lang="zh-CN" altLang="en-US" sz="2400" dirty="0"/>
              <a:t>选择</a:t>
            </a:r>
            <a:r>
              <a:rPr lang="en-US" altLang="zh-CN" sz="2400" dirty="0"/>
              <a:t>Copper</a:t>
            </a:r>
            <a:r>
              <a:rPr lang="zh-CN" altLang="en-US" sz="2400" dirty="0"/>
              <a:t>型号线，即以太网线。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/>
            </a:pPr>
            <a:r>
              <a:rPr lang="zh-CN" altLang="en-US" sz="2400" dirty="0"/>
              <a:t>按照下图所示的接口建立拓扑。</a:t>
            </a:r>
            <a:endParaRPr lang="zh-CN" altLang="en-US" sz="2400" dirty="0"/>
          </a:p>
          <a:p>
            <a:pPr marL="536575" lvl="1" indent="-336550">
              <a:buFont typeface="+mj-lt"/>
              <a:buAutoNum type="arabicParenR"/>
            </a:pPr>
            <a:r>
              <a:rPr lang="zh-CN" altLang="en-US" sz="2400" dirty="0"/>
              <a:t>为了便于分析，建议按照下图重命名路由器。</a:t>
            </a:r>
            <a:endParaRPr lang="en-US" altLang="zh-CN" sz="2400" dirty="0"/>
          </a:p>
          <a:p>
            <a:pPr marL="536575" lvl="1" indent="-336550"/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[Huawei]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sysname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R1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67055" lvl="3" indent="0">
              <a:buNone/>
            </a:pPr>
            <a:endParaRPr lang="en-US" altLang="zh-CN" sz="1800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537" y="5450874"/>
            <a:ext cx="6578925" cy="836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建立三路由器拓扑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6575" lvl="1" indent="-336550">
              <a:buFont typeface="+mj-lt"/>
              <a:buAutoNum type="arabicParenR" startAt="5"/>
            </a:pPr>
            <a:r>
              <a:rPr lang="zh-CN" altLang="en-US" sz="2400" dirty="0"/>
              <a:t>为</a:t>
            </a:r>
            <a:r>
              <a:rPr lang="zh-CN" altLang="en-US" sz="2400" dirty="0">
                <a:solidFill>
                  <a:srgbClr val="C00000"/>
                </a:solidFill>
              </a:rPr>
              <a:t>每个</a:t>
            </a:r>
            <a:r>
              <a:rPr lang="zh-CN" altLang="en-US" sz="2400" dirty="0"/>
              <a:t>路由器配置</a:t>
            </a:r>
            <a:r>
              <a:rPr lang="en-US" altLang="zh-CN" sz="2400" dirty="0"/>
              <a:t>IPv4</a:t>
            </a:r>
            <a:r>
              <a:rPr lang="zh-CN" altLang="en-US" sz="2400" dirty="0"/>
              <a:t>地址。</a:t>
            </a:r>
            <a:endParaRPr lang="en-US" altLang="zh-CN" sz="2400" dirty="0"/>
          </a:p>
          <a:p>
            <a:pPr marL="536575" lvl="1" indent="-336550"/>
            <a:r>
              <a:rPr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双击一个路由器就会弹出命令行界面，操作方法与实验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5</a:t>
            </a:r>
            <a:r>
              <a:rPr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和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6</a:t>
            </a:r>
            <a:r>
              <a:rPr lang="zh-CN" altLang="en-US" sz="2000" dirty="0">
                <a:solidFill>
                  <a:srgbClr val="000000">
                    <a:lumMod val="75000"/>
                    <a:lumOff val="25000"/>
                  </a:srgbClr>
                </a:solidFill>
              </a:rPr>
              <a:t>相同，举例如下。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</a:endParaRPr>
          </a:p>
          <a:p>
            <a:pPr marL="536575" lvl="1" indent="-336550"/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[R1]interface </a:t>
            </a:r>
            <a:r>
              <a:rPr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0/0/0</a:t>
            </a:r>
            <a:endParaRPr lang="zh-CN" altLang="en-US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/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[R1-GigabitEthernet0/0/0]</a:t>
            </a:r>
            <a:r>
              <a:rPr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address 12.1.1.1 255.255.255.0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6"/>
            </a:pPr>
            <a:endParaRPr lang="en-US" altLang="zh-CN" sz="2400" dirty="0"/>
          </a:p>
          <a:p>
            <a:pPr marL="536575" lvl="1" indent="-336550">
              <a:buFont typeface="+mj-lt"/>
              <a:buAutoNum type="arabicParenR" startAt="6"/>
            </a:pPr>
            <a:r>
              <a:rPr lang="en-US" altLang="zh-CN" sz="2400" dirty="0"/>
              <a:t>ping R1</a:t>
            </a:r>
            <a:r>
              <a:rPr lang="zh-CN" altLang="en-US" sz="2400" dirty="0"/>
              <a:t>和</a:t>
            </a:r>
            <a:r>
              <a:rPr lang="en-US" altLang="zh-CN" sz="2400" dirty="0"/>
              <a:t>R2</a:t>
            </a:r>
            <a:r>
              <a:rPr lang="zh-CN" altLang="en-US" sz="2400" dirty="0"/>
              <a:t>，观察是否能通？想想为什么？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6"/>
            </a:pPr>
            <a:r>
              <a:rPr lang="en-US" altLang="zh-CN" sz="2400" dirty="0"/>
              <a:t>ping R1</a:t>
            </a:r>
            <a:r>
              <a:rPr lang="zh-CN" altLang="en-US" sz="2400" dirty="0"/>
              <a:t>和</a:t>
            </a:r>
            <a:r>
              <a:rPr lang="en-US" altLang="zh-CN" sz="2400" dirty="0"/>
              <a:t>R3</a:t>
            </a:r>
            <a:r>
              <a:rPr lang="zh-CN" altLang="en-US" sz="2400" dirty="0"/>
              <a:t>，观察是否能通？想想为什么？</a:t>
            </a:r>
            <a:endParaRPr lang="en-US" altLang="zh-CN" sz="24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537" y="5450874"/>
            <a:ext cx="6578925" cy="8364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 </a:t>
            </a:r>
            <a:r>
              <a:rPr lang="zh-CN" altLang="en-US" dirty="0"/>
              <a:t>建立三路由器拓扑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altLang="zh-CN" sz="2400" dirty="0"/>
              <a:t>R1</a:t>
            </a:r>
            <a:r>
              <a:rPr lang="zh-CN" altLang="en-US" sz="2400" dirty="0"/>
              <a:t>和</a:t>
            </a:r>
            <a:r>
              <a:rPr lang="en-US" altLang="zh-CN" sz="2400" dirty="0"/>
              <a:t>R3</a:t>
            </a:r>
            <a:r>
              <a:rPr lang="zh-CN" altLang="en-US" sz="2400" dirty="0"/>
              <a:t>应该是</a:t>
            </a:r>
            <a:r>
              <a:rPr lang="en-US" altLang="zh-CN" sz="2400" dirty="0"/>
              <a:t>ping</a:t>
            </a:r>
            <a:r>
              <a:rPr lang="zh-CN" altLang="en-US" sz="2400" dirty="0"/>
              <a:t>不通的，因为它们分属于两个不同的网络。</a:t>
            </a:r>
            <a:endParaRPr lang="en-US" altLang="zh-CN" sz="2400" dirty="0"/>
          </a:p>
          <a:p>
            <a:pPr lvl="1"/>
            <a:r>
              <a:rPr lang="zh-CN" altLang="en-US" sz="2400" dirty="0"/>
              <a:t>所以，为了使它们互通，我们应该来配置路由。</a:t>
            </a:r>
            <a:endParaRPr lang="en-US" altLang="zh-CN" sz="2400" dirty="0"/>
          </a:p>
          <a:p>
            <a:pPr lvl="1"/>
            <a:r>
              <a:rPr lang="zh-CN" altLang="en-US" sz="2400" dirty="0"/>
              <a:t>请在我们开始配置之前，用下述指令打印路由表来看看。</a:t>
            </a:r>
            <a:endParaRPr lang="en-US" altLang="zh-CN" sz="2400" dirty="0"/>
          </a:p>
          <a:p>
            <a:pPr lvl="1"/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[R1]display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routing-table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537" y="5450874"/>
            <a:ext cx="6578925" cy="8364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OSPF</a:t>
            </a:r>
            <a:r>
              <a:rPr lang="zh-CN" altLang="en-US" dirty="0"/>
              <a:t>路由配置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>
              <a:buFont typeface="+mj-lt"/>
              <a:buAutoNum type="arabicParenR"/>
            </a:pPr>
            <a:r>
              <a:rPr lang="en-US" altLang="zh-CN" sz="2400" dirty="0" err="1"/>
              <a:t>ospf</a:t>
            </a:r>
            <a:r>
              <a:rPr lang="zh-CN" altLang="en-US" sz="2400" dirty="0"/>
              <a:t>命令用来创建并运行</a:t>
            </a:r>
            <a:r>
              <a:rPr lang="en-US" altLang="zh-CN" sz="2400" dirty="0"/>
              <a:t>OSPF</a:t>
            </a:r>
            <a:r>
              <a:rPr lang="zh-CN" altLang="en-US" sz="2400" dirty="0"/>
              <a:t>进程。</a:t>
            </a:r>
            <a:r>
              <a:rPr lang="en-US" altLang="zh-CN" sz="2400" dirty="0"/>
              <a:t>(9.4.70)</a:t>
            </a:r>
            <a:endParaRPr lang="en-US" altLang="zh-CN" sz="2400" dirty="0"/>
          </a:p>
          <a:p>
            <a:pPr marL="536575" lvl="1" indent="-336550"/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[R1]</a:t>
            </a:r>
            <a:r>
              <a:rPr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2"/>
            </a:pPr>
            <a:endParaRPr lang="en-US" altLang="zh-CN" sz="2400" dirty="0"/>
          </a:p>
          <a:p>
            <a:pPr marL="536575" lvl="1" indent="-336550">
              <a:buFont typeface="+mj-lt"/>
              <a:buAutoNum type="arabicParenR" startAt="2"/>
            </a:pPr>
            <a:r>
              <a:rPr lang="zh-CN" altLang="en-US" sz="2400" dirty="0"/>
              <a:t>请先打印</a:t>
            </a:r>
            <a:r>
              <a:rPr lang="en-US" altLang="zh-CN" sz="2400" dirty="0"/>
              <a:t>OSPF 2</a:t>
            </a:r>
            <a:r>
              <a:rPr lang="zh-CN" altLang="en-US" sz="2400" dirty="0"/>
              <a:t>的路由表看看。</a:t>
            </a:r>
            <a:r>
              <a:rPr lang="en-US" altLang="zh-CN" sz="2400" dirty="0"/>
              <a:t>(9.4.30)</a:t>
            </a:r>
            <a:endParaRPr lang="en-US" altLang="zh-CN" sz="2400" dirty="0"/>
          </a:p>
          <a:p>
            <a:pPr marL="536575" lvl="1" indent="-336550"/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[R1-ospf-2]display </a:t>
            </a:r>
            <a:r>
              <a:rPr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routing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3"/>
            </a:pPr>
            <a:endParaRPr lang="en-US" altLang="zh-CN" sz="2400" dirty="0"/>
          </a:p>
          <a:p>
            <a:pPr marL="536575" lvl="1" indent="-336550">
              <a:buFont typeface="+mj-lt"/>
              <a:buAutoNum type="arabicParenR" startAt="3"/>
            </a:pPr>
            <a:r>
              <a:rPr lang="en-US" altLang="zh-CN" sz="2400" dirty="0"/>
              <a:t>area</a:t>
            </a:r>
            <a:r>
              <a:rPr lang="zh-CN" altLang="en-US" sz="2400" dirty="0"/>
              <a:t>命令用来创建</a:t>
            </a:r>
            <a:r>
              <a:rPr lang="en-US" altLang="zh-CN" sz="2400" dirty="0"/>
              <a:t>OSPF</a:t>
            </a:r>
            <a:r>
              <a:rPr lang="zh-CN" altLang="en-US" sz="2400" dirty="0"/>
              <a:t>区域，并进入</a:t>
            </a:r>
            <a:r>
              <a:rPr lang="en-US" altLang="zh-CN" sz="2400" dirty="0"/>
              <a:t>OSPF</a:t>
            </a:r>
            <a:r>
              <a:rPr lang="zh-CN" altLang="en-US" sz="2400" dirty="0"/>
              <a:t>区域视图。</a:t>
            </a:r>
            <a:r>
              <a:rPr lang="en-US" altLang="zh-CN" sz="2400" dirty="0"/>
              <a:t>(9.4.2)</a:t>
            </a:r>
            <a:endParaRPr lang="en-US" altLang="zh-CN" sz="2400" dirty="0"/>
          </a:p>
          <a:p>
            <a:pPr marL="536575" lvl="1" indent="-336550"/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[R1-ospf-2]area 0</a:t>
            </a:r>
            <a:endParaRPr lang="en-US" altLang="zh-C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537" y="5450874"/>
            <a:ext cx="6578925" cy="8364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OSPF</a:t>
            </a:r>
            <a:r>
              <a:rPr lang="zh-CN" altLang="en-US" dirty="0"/>
              <a:t>路由配置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>
              <a:buFont typeface="+mj-lt"/>
              <a:buAutoNum type="arabicParenR" startAt="4"/>
            </a:pPr>
            <a:r>
              <a:rPr lang="en-US" altLang="zh-CN" sz="2400" dirty="0"/>
              <a:t>network</a:t>
            </a:r>
            <a:r>
              <a:rPr lang="zh-CN" altLang="en-US" sz="2400" dirty="0"/>
              <a:t>命令用来指定运行</a:t>
            </a:r>
            <a:r>
              <a:rPr lang="en-US" altLang="zh-CN" sz="2400" dirty="0"/>
              <a:t>OSPF</a:t>
            </a:r>
            <a:r>
              <a:rPr lang="zh-CN" altLang="en-US" sz="2400" dirty="0"/>
              <a:t>协议的接口和接口所属的区域。</a:t>
            </a:r>
            <a:r>
              <a:rPr lang="en-US" altLang="zh-CN" sz="2400" dirty="0"/>
              <a:t>(9.4.66)</a:t>
            </a:r>
            <a:endParaRPr lang="en-US" altLang="zh-CN" sz="2400" dirty="0"/>
          </a:p>
          <a:p>
            <a:pPr marL="536575" lvl="1" indent="-336550"/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[R1-ospf-2-area-0.0.0.0]network 12.1.1.0 0.0.0.255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/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/>
            <a:r>
              <a:rPr lang="zh-CN" altLang="en-US" sz="2000" dirty="0"/>
              <a:t>含义：指定运行</a:t>
            </a:r>
            <a:r>
              <a:rPr lang="en-US" altLang="zh-CN" sz="2000" dirty="0"/>
              <a:t>OSPF</a:t>
            </a:r>
            <a:r>
              <a:rPr lang="zh-CN" altLang="en-US" sz="2000" dirty="0"/>
              <a:t>协议的接口，主</a:t>
            </a:r>
            <a:r>
              <a:rPr lang="en-US" altLang="zh-CN" sz="2000" dirty="0"/>
              <a:t>IP</a:t>
            </a:r>
            <a:r>
              <a:rPr lang="zh-CN" altLang="en-US" sz="2000" dirty="0"/>
              <a:t>地址位于网段</a:t>
            </a:r>
            <a:r>
              <a:rPr lang="en-US" altLang="zh-CN" sz="2000" dirty="0"/>
              <a:t>12.1.1.0/24</a:t>
            </a:r>
            <a:r>
              <a:rPr lang="zh-CN" altLang="en-US" sz="2000" dirty="0"/>
              <a:t>，接口所在的</a:t>
            </a:r>
            <a:r>
              <a:rPr lang="en-US" altLang="zh-CN" sz="2000" dirty="0"/>
              <a:t>Area ID</a:t>
            </a:r>
            <a:r>
              <a:rPr lang="zh-CN" altLang="en-US" sz="2000" dirty="0"/>
              <a:t>为</a:t>
            </a:r>
            <a:r>
              <a:rPr lang="en-US" altLang="zh-CN" sz="2000" dirty="0"/>
              <a:t>0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536575" lvl="1" indent="-336550"/>
            <a:r>
              <a:rPr lang="zh-CN" altLang="en-US" sz="2000" dirty="0"/>
              <a:t>注意：</a:t>
            </a:r>
            <a:r>
              <a:rPr lang="en-US" altLang="zh-CN" sz="2000" dirty="0"/>
              <a:t>0.0.0.255</a:t>
            </a:r>
            <a:r>
              <a:rPr lang="zh-CN" altLang="en-US" sz="2000" dirty="0"/>
              <a:t>是将网络地址</a:t>
            </a:r>
            <a:r>
              <a:rPr lang="en-US" altLang="zh-CN" sz="2000" dirty="0"/>
              <a:t>12.1.1.0</a:t>
            </a:r>
            <a:r>
              <a:rPr lang="zh-CN" altLang="en-US" sz="2000" dirty="0"/>
              <a:t>的掩码反转的结果（</a:t>
            </a:r>
            <a:r>
              <a:rPr lang="en-US" altLang="zh-CN" sz="2000" dirty="0"/>
              <a:t>0</a:t>
            </a:r>
            <a:r>
              <a:rPr lang="zh-CN" altLang="en-US" sz="2000" dirty="0"/>
              <a:t>变</a:t>
            </a:r>
            <a:r>
              <a:rPr lang="en-US" altLang="zh-CN" sz="2000" dirty="0"/>
              <a:t>1,1</a:t>
            </a:r>
            <a:r>
              <a:rPr lang="zh-CN" altLang="en-US" sz="2000" dirty="0"/>
              <a:t>变</a:t>
            </a:r>
            <a:r>
              <a:rPr lang="en-US" altLang="zh-CN" sz="2000" dirty="0"/>
              <a:t>0</a:t>
            </a:r>
            <a:r>
              <a:rPr lang="zh-CN" altLang="en-US" sz="2000" dirty="0"/>
              <a:t>），表示掩码长度是</a:t>
            </a:r>
            <a:r>
              <a:rPr lang="en-US" altLang="zh-CN" sz="2000" dirty="0"/>
              <a:t>24</a:t>
            </a:r>
            <a:r>
              <a:rPr lang="zh-CN" altLang="en-US" sz="2000" dirty="0"/>
              <a:t>位。</a:t>
            </a:r>
            <a:endParaRPr lang="en-US" altLang="zh-C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537" y="5450874"/>
            <a:ext cx="6578925" cy="8364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OSPF</a:t>
            </a:r>
            <a:r>
              <a:rPr lang="zh-CN" altLang="en-US" dirty="0"/>
              <a:t>路由配置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41655" lvl="1" indent="-341630">
              <a:buFont typeface="+mj-lt"/>
              <a:buAutoNum type="arabicParenR" startAt="5"/>
            </a:pPr>
            <a:r>
              <a:rPr lang="zh-CN" altLang="en-US" sz="2400" dirty="0"/>
              <a:t>接下来，按照上述方法配置</a:t>
            </a:r>
            <a:r>
              <a:rPr lang="en-US" altLang="zh-CN" sz="2400" dirty="0"/>
              <a:t>R2</a:t>
            </a:r>
            <a:r>
              <a:rPr lang="zh-CN" altLang="en-US" sz="2400" dirty="0"/>
              <a:t>和</a:t>
            </a:r>
            <a:r>
              <a:rPr lang="en-US" altLang="zh-CN" sz="2400" dirty="0"/>
              <a:t>R3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541655" lvl="1" indent="-34163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[R2]ospf 2</a:t>
            </a:r>
            <a:endParaRPr lang="pt-BR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1655" lvl="1" indent="-34163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[R2-ospf-2]area 0</a:t>
            </a:r>
            <a:endParaRPr lang="pt-BR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1655" lvl="1" indent="-34163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[R2-ospf-2-area-0.0.0.0]network 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12.1.1.0 0.0.0.255</a:t>
            </a:r>
            <a:endParaRPr lang="pt-BR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1655" lvl="1" indent="-34163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[R2-ospf-2-area-0.0.0.0]network 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23.1.1.0 0.0.0.255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1655" lvl="1" indent="-34163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]ospf 2</a:t>
            </a:r>
            <a:endParaRPr lang="pt-BR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1655" lvl="1" indent="-34163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-ospf-2]area 0</a:t>
            </a:r>
            <a:endParaRPr lang="pt-BR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41655" lvl="1" indent="-34163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-ospf-2-area-0.0.0.0]network 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23.1.1.0 0.0.0.255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537" y="5450874"/>
            <a:ext cx="6578925" cy="836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 OSPF</a:t>
            </a:r>
            <a:r>
              <a:rPr lang="zh-CN" altLang="en-US" dirty="0"/>
              <a:t>路由配置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>
              <a:buFont typeface="+mj-lt"/>
              <a:buAutoNum type="arabicParenR" startAt="6"/>
            </a:pPr>
            <a:r>
              <a:rPr lang="zh-CN" altLang="en-US" sz="2400" dirty="0"/>
              <a:t>用下面的指令分别查看三个路由器上</a:t>
            </a:r>
            <a:r>
              <a:rPr lang="en-US" altLang="zh-CN" sz="2400" dirty="0"/>
              <a:t>OSPF2</a:t>
            </a:r>
            <a:r>
              <a:rPr lang="zh-CN" altLang="en-US" sz="2400" dirty="0"/>
              <a:t>的路由表，有没有变化？</a:t>
            </a:r>
            <a:endParaRPr lang="en-US" altLang="zh-CN" sz="2400" dirty="0"/>
          </a:p>
          <a:p>
            <a:pPr marL="536575" lvl="1" indent="-336550"/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 </a:t>
            </a:r>
            <a:r>
              <a:rPr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ospf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2 routing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5"/>
            </a:pPr>
            <a:endParaRPr lang="en-US" altLang="zh-CN" sz="2400" dirty="0"/>
          </a:p>
          <a:p>
            <a:pPr marL="536575" lvl="1" indent="-336550">
              <a:buFont typeface="+mj-lt"/>
              <a:buAutoNum type="arabicParenR" startAt="7"/>
            </a:pPr>
            <a:r>
              <a:rPr lang="zh-CN" altLang="en-US" sz="2400" dirty="0"/>
              <a:t>再次</a:t>
            </a:r>
            <a:r>
              <a:rPr lang="en-US" altLang="zh-CN" sz="2400" dirty="0"/>
              <a:t>ping R1</a:t>
            </a:r>
            <a:r>
              <a:rPr lang="zh-CN" altLang="en-US" sz="2400" dirty="0"/>
              <a:t>和</a:t>
            </a:r>
            <a:r>
              <a:rPr lang="en-US" altLang="zh-CN" sz="2400" dirty="0"/>
              <a:t>R3</a:t>
            </a:r>
            <a:r>
              <a:rPr lang="zh-CN" altLang="en-US" sz="2400" dirty="0"/>
              <a:t>，能不能</a:t>
            </a:r>
            <a:r>
              <a:rPr lang="en-US" altLang="zh-CN" sz="2400" dirty="0"/>
              <a:t>ping</a:t>
            </a:r>
            <a:r>
              <a:rPr lang="zh-CN" altLang="en-US" sz="2400" dirty="0"/>
              <a:t>通呢？</a:t>
            </a:r>
            <a:endParaRPr lang="en-US" altLang="zh-CN" sz="24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537" y="5450874"/>
            <a:ext cx="6578925" cy="8364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CN" altLang="en-US" dirty="0"/>
              <a:t>创建虚接口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zh-CN" altLang="en-US" sz="2400" dirty="0"/>
              <a:t>为了创建隧道，我们在边界路由器（</a:t>
            </a:r>
            <a:r>
              <a:rPr lang="en-US" altLang="zh-CN" sz="2400" dirty="0"/>
              <a:t>R1</a:t>
            </a:r>
            <a:r>
              <a:rPr lang="zh-CN" altLang="en-US" sz="2400" dirty="0"/>
              <a:t>和</a:t>
            </a:r>
            <a:r>
              <a:rPr lang="en-US" altLang="zh-CN" sz="2400" dirty="0"/>
              <a:t>R3</a:t>
            </a:r>
            <a:r>
              <a:rPr lang="zh-CN" altLang="en-US" sz="2400" dirty="0"/>
              <a:t>）处创建虚拟接口，即</a:t>
            </a:r>
            <a:r>
              <a:rPr lang="en-US" altLang="zh-CN" sz="2400" dirty="0" err="1"/>
              <a:t>LoopBack</a:t>
            </a:r>
            <a:r>
              <a:rPr lang="zh-CN" altLang="en-US" sz="2400" dirty="0"/>
              <a:t>类型的接口。</a:t>
            </a:r>
            <a:endParaRPr lang="en-US" altLang="zh-CN" sz="2400" dirty="0"/>
          </a:p>
          <a:p>
            <a:pPr lvl="1"/>
            <a:r>
              <a:rPr lang="zh-CN" altLang="en-US" sz="2400" dirty="0"/>
              <a:t>此类接口状态永远是</a:t>
            </a:r>
            <a:r>
              <a:rPr lang="en-US" altLang="zh-CN" sz="2400" dirty="0"/>
              <a:t>UP</a:t>
            </a:r>
            <a:r>
              <a:rPr lang="zh-CN" altLang="en-US" sz="2400" dirty="0"/>
              <a:t>，所以非常适合做隧道的源地址。</a:t>
            </a:r>
            <a:endParaRPr lang="en-US" altLang="zh-CN" sz="2400" dirty="0"/>
          </a:p>
          <a:p>
            <a:pPr lvl="1"/>
            <a:r>
              <a:rPr lang="zh-CN" altLang="en-US" sz="2400" dirty="0"/>
              <a:t>该类型的接口也经常被用于管理路由器。</a:t>
            </a:r>
            <a:endParaRPr lang="en-US" altLang="zh-CN" sz="2400" dirty="0"/>
          </a:p>
          <a:p>
            <a:pPr lvl="1"/>
            <a:r>
              <a:rPr lang="zh-CN" altLang="en-US" sz="2400" dirty="0"/>
              <a:t>此类接口的掩码经常设为</a:t>
            </a:r>
            <a:r>
              <a:rPr lang="en-US" altLang="zh-CN" sz="2400" dirty="0"/>
              <a:t>32</a:t>
            </a:r>
            <a:r>
              <a:rPr lang="zh-CN" altLang="en-US" sz="2400" dirty="0"/>
              <a:t>位，因为没有连接子网的需求。</a:t>
            </a:r>
            <a:endParaRPr lang="en-US" altLang="zh-CN" sz="2400" dirty="0"/>
          </a:p>
          <a:p>
            <a:pPr lvl="1"/>
            <a:endParaRPr lang="en-US" sz="2400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582" y="5411395"/>
            <a:ext cx="8114836" cy="7648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CN" altLang="en-US" dirty="0"/>
              <a:t>创建虚接口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000" y="1121666"/>
            <a:ext cx="8208546" cy="4747428"/>
          </a:xfrm>
        </p:spPr>
        <p:txBody>
          <a:bodyPr/>
          <a:lstStyle/>
          <a:p>
            <a:pPr marL="536575" lvl="1" indent="-336550">
              <a:buFont typeface="+mj-lt"/>
              <a:buAutoNum type="arabicParenR"/>
            </a:pPr>
            <a:r>
              <a:rPr lang="zh-CN" altLang="en-US" sz="2400" dirty="0"/>
              <a:t>按照图示，创建</a:t>
            </a:r>
            <a:r>
              <a:rPr lang="en-US" altLang="zh-CN" sz="2400" dirty="0" err="1"/>
              <a:t>LoopBack</a:t>
            </a:r>
            <a:r>
              <a:rPr lang="zh-CN" altLang="en-US" sz="2400" dirty="0"/>
              <a:t>虚接口并分配</a:t>
            </a:r>
            <a:r>
              <a:rPr lang="en-US" altLang="zh-CN" sz="2400" dirty="0"/>
              <a:t>IP</a:t>
            </a:r>
            <a:r>
              <a:rPr lang="zh-CN" altLang="en-US" sz="2400" dirty="0"/>
              <a:t>地址。</a:t>
            </a:r>
            <a:endParaRPr lang="en-US" altLang="zh-CN" sz="2400" dirty="0"/>
          </a:p>
          <a:p>
            <a:pPr marL="536575" lvl="1" indent="-336550"/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[R1] interface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LoopBack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/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[R1-LoopBack0] </a:t>
            </a:r>
            <a:r>
              <a:rPr lang="en-US" altLang="zh-CN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altLang="zh-CN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address 1.1.1.1 255.255.255.255</a:t>
            </a:r>
            <a:endParaRPr lang="en-US" altLang="zh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/>
            </a:pPr>
            <a:endParaRPr lang="en-US" altLang="zh-CN" sz="2400" dirty="0"/>
          </a:p>
          <a:p>
            <a:pPr marL="536575" lvl="1" indent="-336550">
              <a:buFont typeface="+mj-lt"/>
              <a:buAutoNum type="arabicParenR" startAt="2"/>
            </a:pPr>
            <a:r>
              <a:rPr lang="zh-CN" altLang="en-US" sz="2400" dirty="0"/>
              <a:t>对</a:t>
            </a:r>
            <a:r>
              <a:rPr lang="en-US" altLang="zh-CN" sz="2400" dirty="0"/>
              <a:t>R3</a:t>
            </a:r>
            <a:r>
              <a:rPr lang="zh-CN" altLang="en-US" sz="2400" dirty="0"/>
              <a:t>做类似的操作。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2"/>
            </a:pPr>
            <a:r>
              <a:rPr lang="zh-CN" altLang="en-US" sz="2400" dirty="0"/>
              <a:t>在</a:t>
            </a:r>
            <a:r>
              <a:rPr lang="en-US" altLang="zh-CN" sz="2400" dirty="0"/>
              <a:t>R1</a:t>
            </a:r>
            <a:r>
              <a:rPr lang="zh-CN" altLang="en-US" sz="2400" dirty="0"/>
              <a:t> </a:t>
            </a:r>
            <a:r>
              <a:rPr lang="en-US" altLang="zh-CN" sz="2400" dirty="0"/>
              <a:t>ping R3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LoopBack</a:t>
            </a:r>
            <a:r>
              <a:rPr lang="en-US" altLang="zh-CN" sz="2400" dirty="0"/>
              <a:t> 0</a:t>
            </a:r>
            <a:r>
              <a:rPr lang="zh-CN" altLang="en-US" sz="2400" dirty="0"/>
              <a:t>接口，能不能通呢？</a:t>
            </a:r>
            <a:endParaRPr lang="zh-CN" altLang="en-US" sz="2400" dirty="0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582" y="5411395"/>
            <a:ext cx="8114836" cy="76486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</a:t>
            </a:r>
            <a:r>
              <a:rPr lang="zh-CN" altLang="en-US" dirty="0"/>
              <a:t>创建虚接口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36575" lvl="1" indent="-336550">
              <a:buFont typeface="+mj-lt"/>
              <a:buAutoNum type="arabicParenR" startAt="4"/>
            </a:pPr>
            <a:r>
              <a:rPr lang="zh-CN" altLang="en-US" sz="2400" dirty="0"/>
              <a:t>应该不通，为了互通，我们需要配置</a:t>
            </a:r>
            <a:r>
              <a:rPr lang="en-US" altLang="zh-CN" sz="2400" dirty="0"/>
              <a:t>OSPF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536575" lvl="1" indent="-33655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[R1]ospf 2</a:t>
            </a:r>
            <a:endParaRPr lang="pt-BR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[R1-ospf-2]area 0</a:t>
            </a:r>
            <a:endParaRPr lang="pt-BR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/>
            <a:r>
              <a:rPr lang="pt-BR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[R1-ospf-2-area-0.0.0.0]network 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1.1.1.1 0.0.0.0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5"/>
            </a:pPr>
            <a:r>
              <a:rPr lang="zh-CN" altLang="en-US" sz="2400" dirty="0"/>
              <a:t>用类似的方法配置</a:t>
            </a:r>
            <a:r>
              <a:rPr lang="en-US" altLang="zh-CN" sz="2400" dirty="0"/>
              <a:t>R3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5"/>
            </a:pPr>
            <a:r>
              <a:rPr lang="zh-CN" altLang="en-US" sz="2400" dirty="0"/>
              <a:t>再次试试两个</a:t>
            </a:r>
            <a:r>
              <a:rPr lang="en-US" altLang="zh-CN" sz="2400" dirty="0" err="1"/>
              <a:t>LoopBack</a:t>
            </a:r>
            <a:r>
              <a:rPr lang="zh-CN" altLang="en-US" sz="2400" dirty="0"/>
              <a:t>接口之间能否</a:t>
            </a:r>
            <a:r>
              <a:rPr lang="en-US" altLang="zh-CN" sz="2400" dirty="0"/>
              <a:t>ping</a:t>
            </a:r>
            <a:r>
              <a:rPr lang="zh-CN" altLang="en-US" sz="2400" dirty="0"/>
              <a:t>通？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5"/>
            </a:pPr>
            <a:r>
              <a:rPr lang="zh-CN" altLang="en-US" sz="2400" dirty="0"/>
              <a:t>打印</a:t>
            </a:r>
            <a:r>
              <a:rPr lang="en-US" altLang="zh-CN" sz="2400" dirty="0"/>
              <a:t>OSPF 2</a:t>
            </a:r>
            <a:r>
              <a:rPr lang="zh-CN" altLang="en-US" sz="2400" dirty="0"/>
              <a:t>的路由表看看。</a:t>
            </a:r>
            <a:endParaRPr lang="en-US" altLang="zh-CN" sz="2400" dirty="0"/>
          </a:p>
          <a:p>
            <a:pPr marL="536575" lvl="1" indent="-336550"/>
            <a:endParaRPr lang="en-US" altLang="zh-CN" sz="24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/>
            <a:endParaRPr lang="pt-BR" altLang="zh-CN" sz="24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582" y="5411395"/>
            <a:ext cx="8114836" cy="76486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US" dirty="0"/>
              <a:t>. </a:t>
            </a:r>
            <a:r>
              <a:rPr lang="zh-CN" altLang="en-US" dirty="0"/>
              <a:t>创建</a:t>
            </a:r>
            <a:r>
              <a:rPr lang="en-US" altLang="zh-CN" dirty="0"/>
              <a:t>IPv6</a:t>
            </a:r>
            <a:r>
              <a:rPr lang="zh-CN" altLang="en-US" dirty="0"/>
              <a:t>虚接口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6575" lvl="1" indent="-336550"/>
            <a:r>
              <a:rPr lang="zh-CN" altLang="en-US" sz="2400" dirty="0"/>
              <a:t>我们创建</a:t>
            </a:r>
            <a:r>
              <a:rPr lang="en-US" altLang="zh-CN" sz="2400" dirty="0"/>
              <a:t>IPv6</a:t>
            </a:r>
            <a:r>
              <a:rPr lang="zh-CN" altLang="en-US" sz="2400" dirty="0"/>
              <a:t>虚接口是为了测试</a:t>
            </a:r>
            <a:r>
              <a:rPr lang="en-US" altLang="zh-CN" sz="2400" dirty="0"/>
              <a:t>R1</a:t>
            </a:r>
            <a:r>
              <a:rPr lang="zh-CN" altLang="en-US" sz="2400" dirty="0"/>
              <a:t>和</a:t>
            </a:r>
            <a:r>
              <a:rPr lang="en-US" altLang="zh-CN" sz="2400" dirty="0"/>
              <a:t>R3</a:t>
            </a:r>
            <a:r>
              <a:rPr lang="zh-CN" altLang="en-US" sz="2400" dirty="0"/>
              <a:t>之间</a:t>
            </a:r>
            <a:r>
              <a:rPr lang="en-US" altLang="zh-CN" sz="2400" dirty="0"/>
              <a:t>IPv6</a:t>
            </a:r>
            <a:r>
              <a:rPr lang="zh-CN" altLang="en-US" sz="2400" dirty="0"/>
              <a:t>的连通性，下面以</a:t>
            </a:r>
            <a:r>
              <a:rPr lang="en-US" altLang="zh-CN" sz="2400" dirty="0"/>
              <a:t>R1</a:t>
            </a:r>
            <a:r>
              <a:rPr lang="zh-CN" altLang="en-US" sz="2400" dirty="0"/>
              <a:t>为例介绍操作。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/>
            </a:pPr>
            <a:r>
              <a:rPr lang="en-US" altLang="zh-CN" sz="2400" dirty="0"/>
              <a:t>ipv6</a:t>
            </a:r>
            <a:r>
              <a:rPr lang="zh-CN" altLang="en-US" sz="2400" dirty="0"/>
              <a:t>命令用来使能设备转发</a:t>
            </a:r>
            <a:r>
              <a:rPr lang="en-US" altLang="zh-CN" sz="2400" dirty="0"/>
              <a:t>IPv6</a:t>
            </a:r>
            <a:r>
              <a:rPr lang="zh-CN" altLang="en-US" sz="2400" dirty="0"/>
              <a:t>单播报文，包括本地</a:t>
            </a:r>
            <a:r>
              <a:rPr lang="en-US" altLang="zh-CN" sz="2400" dirty="0"/>
              <a:t>IPv6</a:t>
            </a:r>
            <a:r>
              <a:rPr lang="zh-CN" altLang="en-US" sz="2400" dirty="0"/>
              <a:t>报文的发送与接收。</a:t>
            </a:r>
            <a:r>
              <a:rPr lang="en-US" altLang="zh-CN" sz="2400" dirty="0"/>
              <a:t>(8.8.20)</a:t>
            </a:r>
            <a:endParaRPr lang="en-US" altLang="zh-CN" sz="2400" dirty="0"/>
          </a:p>
          <a:p>
            <a:pPr marL="536575" lvl="1" indent="-336550">
              <a:lnSpc>
                <a:spcPct val="100000"/>
              </a:lnSpc>
            </a:pP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[R1] ipv6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2"/>
            </a:pPr>
            <a:r>
              <a:rPr lang="zh-CN" altLang="en-US" sz="2400" dirty="0"/>
              <a:t>创建虚接口</a:t>
            </a:r>
            <a:r>
              <a:rPr lang="en-US" altLang="zh-CN" sz="2400" dirty="0" err="1"/>
              <a:t>LoopBack</a:t>
            </a:r>
            <a:r>
              <a:rPr lang="en-US" altLang="zh-CN" sz="2400" dirty="0"/>
              <a:t> 1</a:t>
            </a:r>
            <a:endParaRPr lang="en-US" altLang="zh-CN" sz="2400" dirty="0"/>
          </a:p>
          <a:p>
            <a:pPr marL="536575" lvl="1" indent="-336550">
              <a:lnSpc>
                <a:spcPct val="110000"/>
              </a:lnSpc>
            </a:pP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[R1] interface </a:t>
            </a:r>
            <a:r>
              <a:rPr lang="en-US" altLang="zh-CN" sz="20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LoopBack</a:t>
            </a: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3"/>
            </a:pPr>
            <a:r>
              <a:rPr lang="zh-CN" altLang="en-US" sz="2400" dirty="0"/>
              <a:t>在接口上使能</a:t>
            </a:r>
            <a:r>
              <a:rPr lang="en-US" altLang="zh-CN" sz="2400" dirty="0"/>
              <a:t>IPv6</a:t>
            </a:r>
            <a:r>
              <a:rPr lang="zh-CN" altLang="en-US" sz="2400" dirty="0"/>
              <a:t>功能。</a:t>
            </a:r>
            <a:r>
              <a:rPr lang="en-US" altLang="zh-CN" sz="2400" dirty="0"/>
              <a:t>(8.8.28)</a:t>
            </a:r>
            <a:endParaRPr lang="en-US" altLang="zh-CN" sz="2400" dirty="0"/>
          </a:p>
          <a:p>
            <a:pPr marL="536575" lvl="1" indent="-336550">
              <a:lnSpc>
                <a:spcPct val="120000"/>
              </a:lnSpc>
            </a:pP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[R1-LoopBack1] ipv6 enable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4"/>
            </a:pPr>
            <a:r>
              <a:rPr lang="zh-CN" altLang="en-US" sz="2400" dirty="0"/>
              <a:t>配置接口的全球单播地址。</a:t>
            </a:r>
            <a:r>
              <a:rPr lang="en-US" altLang="zh-CN" sz="2400" dirty="0"/>
              <a:t>(8.8.21)</a:t>
            </a:r>
            <a:endParaRPr lang="en-US" altLang="zh-CN" sz="2400" dirty="0"/>
          </a:p>
          <a:p>
            <a:pPr marL="536575" lvl="1" indent="-336550">
              <a:lnSpc>
                <a:spcPct val="130000"/>
              </a:lnSpc>
            </a:pPr>
            <a:r>
              <a:rPr lang="en-US" altLang="zh-CN" sz="20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[R1-LoopBack1] ipv6 address 2001:1::1 64</a:t>
            </a:r>
            <a:endParaRPr lang="en-US" altLang="zh-CN" sz="20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382" y="5704592"/>
            <a:ext cx="5671660" cy="5606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en-US" dirty="0"/>
              <a:t>. </a:t>
            </a:r>
            <a:r>
              <a:rPr lang="zh-CN" altLang="en-US" dirty="0"/>
              <a:t>创建</a:t>
            </a:r>
            <a:r>
              <a:rPr lang="en-US" altLang="zh-CN" dirty="0"/>
              <a:t>IPv6</a:t>
            </a:r>
            <a:r>
              <a:rPr lang="zh-CN" altLang="en-US" dirty="0"/>
              <a:t>虚接口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6575" lvl="1" indent="-336550">
              <a:buFont typeface="+mj-lt"/>
              <a:buAutoNum type="arabicParenR" startAt="5"/>
            </a:pPr>
            <a:r>
              <a:rPr lang="zh-CN" altLang="en-US" sz="2400" dirty="0"/>
              <a:t>用下面的指令看看接口配置对吗？</a:t>
            </a:r>
            <a:endParaRPr lang="en-US" altLang="zh-CN" sz="2400" dirty="0"/>
          </a:p>
          <a:p>
            <a:pPr marL="536575" lvl="1" indent="-336550">
              <a:lnSpc>
                <a:spcPct val="100000"/>
              </a:lnSpc>
            </a:pPr>
            <a:r>
              <a:rPr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[R1-LoopBack1] display ipv6 interface</a:t>
            </a:r>
            <a:endParaRPr lang="en-US" altLang="zh-CN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/>
            </a:pPr>
            <a:endParaRPr lang="en-US" altLang="zh-CN" sz="2400" dirty="0"/>
          </a:p>
          <a:p>
            <a:pPr marL="536575" lvl="1" indent="-336550">
              <a:buFont typeface="+mj-lt"/>
              <a:buAutoNum type="arabicParenR" startAt="6"/>
            </a:pPr>
            <a:r>
              <a:rPr lang="zh-CN" altLang="en-US" sz="2400" dirty="0"/>
              <a:t>用同样的方法配置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 err="1"/>
              <a:t>LoopBack</a:t>
            </a:r>
            <a:r>
              <a:rPr lang="en-US" altLang="zh-CN" sz="2400" dirty="0"/>
              <a:t> 1</a:t>
            </a:r>
            <a:r>
              <a:rPr lang="zh-CN" altLang="en-US" sz="2400" dirty="0"/>
              <a:t>。</a:t>
            </a:r>
            <a:r>
              <a:rPr lang="en-US" altLang="zh-CN" sz="2400" dirty="0"/>
              <a:t> 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6"/>
            </a:pPr>
            <a:r>
              <a:rPr lang="en-US" altLang="zh-CN" sz="2400" dirty="0"/>
              <a:t>R1</a:t>
            </a:r>
            <a:r>
              <a:rPr lang="zh-CN" altLang="en-US" sz="2400" dirty="0"/>
              <a:t>能</a:t>
            </a:r>
            <a:r>
              <a:rPr lang="en-US" altLang="zh-CN" sz="2400" dirty="0"/>
              <a:t>ping</a:t>
            </a:r>
            <a:r>
              <a:rPr lang="zh-CN" altLang="en-US" sz="2400" dirty="0"/>
              <a:t>通自己的</a:t>
            </a:r>
            <a:r>
              <a:rPr lang="en-US" altLang="zh-CN" sz="2400" dirty="0"/>
              <a:t>LoopBack1</a:t>
            </a:r>
            <a:r>
              <a:rPr lang="zh-CN" altLang="en-US" sz="2400" dirty="0"/>
              <a:t>吗？不通的话，说明刚刚的</a:t>
            </a:r>
            <a:r>
              <a:rPr lang="en-US" altLang="zh-CN" sz="2400" dirty="0"/>
              <a:t>IPv6</a:t>
            </a:r>
            <a:r>
              <a:rPr lang="zh-CN" altLang="en-US" sz="2400" dirty="0"/>
              <a:t>配置一定有问题。</a:t>
            </a:r>
            <a:endParaRPr lang="en-US" altLang="zh-CN" sz="2400" dirty="0"/>
          </a:p>
          <a:p>
            <a:pPr marL="536575" lvl="1" indent="-336550"/>
            <a:r>
              <a:rPr lang="zh-CN" altLang="en-US" sz="2400" dirty="0">
                <a:solidFill>
                  <a:srgbClr val="C00000"/>
                </a:solidFill>
              </a:rPr>
              <a:t>注意</a:t>
            </a:r>
            <a:r>
              <a:rPr lang="en-US" altLang="zh-CN" sz="2400" dirty="0"/>
              <a:t>IPv6</a:t>
            </a:r>
            <a:r>
              <a:rPr lang="zh-CN" altLang="en-US" sz="2400" dirty="0"/>
              <a:t>地址之间</a:t>
            </a:r>
            <a:r>
              <a:rPr lang="en-US" altLang="zh-CN" sz="2400" dirty="0"/>
              <a:t>ping</a:t>
            </a:r>
            <a:r>
              <a:rPr lang="zh-CN" altLang="en-US" sz="2400" dirty="0"/>
              <a:t>指令为：</a:t>
            </a:r>
            <a:r>
              <a:rPr lang="en-US" altLang="zh-CN" sz="2400" dirty="0"/>
              <a:t>ping ipv6 2001:1::1</a:t>
            </a:r>
            <a:endParaRPr lang="en-US" altLang="zh-CN" sz="2400" dirty="0"/>
          </a:p>
          <a:p>
            <a:pPr marL="657225" lvl="1" indent="-457200">
              <a:buFont typeface="+mj-lt"/>
              <a:buAutoNum type="arabicParenR" startAt="8"/>
            </a:pPr>
            <a:r>
              <a:rPr lang="en-US" altLang="zh-CN" sz="2400" dirty="0"/>
              <a:t>R1</a:t>
            </a:r>
            <a:r>
              <a:rPr lang="zh-CN" altLang="en-US" sz="2400" dirty="0"/>
              <a:t>能</a:t>
            </a:r>
            <a:r>
              <a:rPr lang="en-US" altLang="zh-CN" sz="2400" dirty="0"/>
              <a:t>ping</a:t>
            </a:r>
            <a:r>
              <a:rPr lang="zh-CN" altLang="en-US" sz="2400" dirty="0"/>
              <a:t>通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/>
              <a:t>LoopBack1</a:t>
            </a:r>
            <a:r>
              <a:rPr lang="zh-CN" altLang="en-US" sz="2400" dirty="0"/>
              <a:t>吗？为什么？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8"/>
            </a:pPr>
            <a:endParaRPr lang="en-US" sz="2400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2382" y="5704592"/>
            <a:ext cx="5671660" cy="56065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zh-CN" altLang="en-US" dirty="0"/>
              <a:t>创建</a:t>
            </a:r>
            <a:r>
              <a:rPr lang="en-US" altLang="zh-CN" dirty="0"/>
              <a:t>IPv6 over IPv4</a:t>
            </a:r>
            <a:r>
              <a:rPr lang="zh-CN" altLang="en-US" dirty="0"/>
              <a:t>隧道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/>
            <a:r>
              <a:rPr lang="en-US" altLang="zh-CN" sz="2400" dirty="0"/>
              <a:t>R1</a:t>
            </a:r>
            <a:r>
              <a:rPr lang="zh-CN" altLang="en-US" sz="2400" dirty="0"/>
              <a:t>应该</a:t>
            </a:r>
            <a:r>
              <a:rPr lang="en-US" altLang="zh-CN" sz="2400" dirty="0"/>
              <a:t>ping</a:t>
            </a:r>
            <a:r>
              <a:rPr lang="zh-CN" altLang="en-US" sz="2400" dirty="0"/>
              <a:t>不通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/>
              <a:t>IPv6</a:t>
            </a:r>
            <a:r>
              <a:rPr lang="zh-CN" altLang="en-US" sz="2400" dirty="0"/>
              <a:t>地址，这就是为什么我们要建</a:t>
            </a:r>
            <a:r>
              <a:rPr lang="en-US" altLang="zh-CN" sz="2400" dirty="0"/>
              <a:t>IPv6 over IPv4</a:t>
            </a:r>
            <a:r>
              <a:rPr lang="zh-CN" altLang="en-US" sz="2400" dirty="0"/>
              <a:t>隧道，下面以</a:t>
            </a:r>
            <a:r>
              <a:rPr lang="en-US" altLang="zh-CN" sz="2400" dirty="0"/>
              <a:t>R1</a:t>
            </a:r>
            <a:r>
              <a:rPr lang="zh-CN" altLang="en-US" sz="2400" dirty="0"/>
              <a:t>为例介绍操作。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/>
            </a:pPr>
            <a:r>
              <a:rPr lang="zh-CN" altLang="en-US" sz="2400" dirty="0"/>
              <a:t>创建并进入</a:t>
            </a:r>
            <a:r>
              <a:rPr lang="en-US" altLang="zh-CN" sz="2400" dirty="0"/>
              <a:t>Tunnel</a:t>
            </a:r>
            <a:r>
              <a:rPr lang="zh-CN" altLang="en-US" sz="2400" dirty="0"/>
              <a:t>接口视图。</a:t>
            </a:r>
            <a:r>
              <a:rPr lang="en-US" altLang="zh-CN" sz="2400" dirty="0"/>
              <a:t>(8.11.2)</a:t>
            </a:r>
            <a:endParaRPr lang="en-US" altLang="zh-CN" sz="2400" dirty="0"/>
          </a:p>
          <a:p>
            <a:pPr marL="536575" lvl="1" indent="-336550"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[R1] interface tunnel 0/0/0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2"/>
            </a:pPr>
            <a:r>
              <a:rPr lang="zh-CN" altLang="en-US" sz="2400" dirty="0"/>
              <a:t>配置</a:t>
            </a:r>
            <a:r>
              <a:rPr lang="en-US" altLang="zh-CN" sz="2400" dirty="0"/>
              <a:t>IPv6</a:t>
            </a:r>
            <a:r>
              <a:rPr lang="zh-CN" altLang="en-US" sz="2400" dirty="0"/>
              <a:t>地址。</a:t>
            </a:r>
            <a:endParaRPr lang="en-US" sz="2400" dirty="0"/>
          </a:p>
          <a:p>
            <a:pPr marL="536575" lvl="1" indent="-336550"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[R1-Tunnel0/0/0] ipv6 enable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[R1-Tunnel0/0/0] ipv6 address 2001:13::1 64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/>
            <a:endParaRPr lang="en-US" sz="24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007" y="5333920"/>
            <a:ext cx="6851985" cy="96945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</a:t>
            </a:r>
            <a:r>
              <a:rPr lang="zh-CN" altLang="en-US" dirty="0"/>
              <a:t>创建</a:t>
            </a:r>
            <a:r>
              <a:rPr lang="en-US" altLang="zh-CN" dirty="0"/>
              <a:t>IPv6 over IPv4</a:t>
            </a:r>
            <a:r>
              <a:rPr lang="zh-CN" altLang="en-US" dirty="0"/>
              <a:t>隧道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>
              <a:buFont typeface="+mj-lt"/>
              <a:buAutoNum type="arabicParenR" startAt="3"/>
            </a:pPr>
            <a:r>
              <a:rPr lang="zh-CN" altLang="en-US" sz="2400" dirty="0"/>
              <a:t>配置</a:t>
            </a:r>
            <a:r>
              <a:rPr lang="en-US" sz="2400" dirty="0"/>
              <a:t>Tunnel</a:t>
            </a:r>
            <a:r>
              <a:rPr lang="zh-CN" altLang="en-US" sz="2400" dirty="0"/>
              <a:t>接口的隧道协议。</a:t>
            </a:r>
            <a:r>
              <a:rPr lang="en-US" altLang="zh-CN" sz="2400" dirty="0"/>
              <a:t>(8.11.4)</a:t>
            </a:r>
            <a:endParaRPr lang="en-US" sz="2400" dirty="0"/>
          </a:p>
          <a:p>
            <a:pPr marL="536575" lvl="1" indent="-336550"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[R1-Tunnel0/0/0] tunnel-protocol ipv6-ipv4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4"/>
            </a:pPr>
            <a:r>
              <a:rPr lang="zh-CN" altLang="en-US" sz="2400" dirty="0"/>
              <a:t>配置</a:t>
            </a:r>
            <a:r>
              <a:rPr lang="en-US" sz="2400" dirty="0"/>
              <a:t>Tunnel</a:t>
            </a:r>
            <a:r>
              <a:rPr lang="zh-CN" altLang="en-US" sz="2400" dirty="0"/>
              <a:t>源地址或源接口。</a:t>
            </a:r>
            <a:r>
              <a:rPr lang="en-US" altLang="zh-CN" sz="2400" dirty="0"/>
              <a:t>(8.11.3)</a:t>
            </a:r>
            <a:endParaRPr lang="en-US" sz="2400" dirty="0"/>
          </a:p>
          <a:p>
            <a:pPr marL="536575" lvl="1" indent="-336550"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[R1-Tunnel0/0/0] source </a:t>
            </a:r>
            <a:r>
              <a:rPr lang="en-US" sz="1800" dirty="0" err="1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LoopBack</a:t>
            </a: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5"/>
            </a:pPr>
            <a:r>
              <a:rPr lang="zh-CN" altLang="en-US" sz="2400" dirty="0"/>
              <a:t>指定</a:t>
            </a:r>
            <a:r>
              <a:rPr lang="en-US" sz="2400" dirty="0"/>
              <a:t>Tunnel</a:t>
            </a:r>
            <a:r>
              <a:rPr lang="zh-CN" altLang="en-US" sz="2400" dirty="0"/>
              <a:t>接口的目的地址。</a:t>
            </a:r>
            <a:r>
              <a:rPr lang="en-US" altLang="zh-CN" sz="2400" dirty="0"/>
              <a:t>(8.11.1)</a:t>
            </a:r>
            <a:endParaRPr lang="en-US" sz="2400" dirty="0"/>
          </a:p>
          <a:p>
            <a:pPr marL="536575" lvl="1" indent="-336550"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[R1-Tunnel0/0/0] destination 3.3.3.3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6"/>
            </a:pPr>
            <a:r>
              <a:rPr lang="zh-CN" altLang="en-US" sz="2400" dirty="0"/>
              <a:t>按照类似的方法配置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/>
              <a:t>Tunnel0/0/0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6"/>
            </a:pPr>
            <a:r>
              <a:rPr lang="en-US" altLang="zh-CN" sz="2400" dirty="0"/>
              <a:t>R1</a:t>
            </a:r>
            <a:r>
              <a:rPr lang="zh-CN" altLang="en-US" sz="2400" dirty="0"/>
              <a:t>能</a:t>
            </a:r>
            <a:r>
              <a:rPr lang="en-US" altLang="zh-CN" sz="2400" dirty="0"/>
              <a:t>ping</a:t>
            </a:r>
            <a:r>
              <a:rPr lang="zh-CN" altLang="en-US" sz="2400" dirty="0"/>
              <a:t>通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/>
              <a:t>Tunnel0/0/0</a:t>
            </a:r>
            <a:r>
              <a:rPr lang="zh-CN" altLang="en-US" sz="2400" dirty="0"/>
              <a:t>吗？若不能，说明隧</a:t>
            </a:r>
            <a:r>
              <a:rPr lang="zh-CN" altLang="en-US" sz="2400"/>
              <a:t>道不通，</a:t>
            </a:r>
            <a:r>
              <a:rPr lang="zh-CN" altLang="en-US" sz="2400" dirty="0"/>
              <a:t>配置有问题。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6"/>
            </a:pPr>
            <a:r>
              <a:rPr lang="en-US" altLang="zh-CN" sz="2400" dirty="0"/>
              <a:t>R1</a:t>
            </a:r>
            <a:r>
              <a:rPr lang="zh-CN" altLang="en-US" sz="2400" dirty="0"/>
              <a:t>能</a:t>
            </a:r>
            <a:r>
              <a:rPr lang="en-US" altLang="zh-CN" sz="2400" dirty="0"/>
              <a:t>ping</a:t>
            </a:r>
            <a:r>
              <a:rPr lang="zh-CN" altLang="en-US" sz="2400" dirty="0"/>
              <a:t>通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/>
              <a:t>LoopBack1</a:t>
            </a:r>
            <a:r>
              <a:rPr lang="zh-CN" altLang="en-US" sz="2400" dirty="0"/>
              <a:t>吗？为什么？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007" y="5333920"/>
            <a:ext cx="6851985" cy="96945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en-US" dirty="0"/>
              <a:t>. </a:t>
            </a:r>
            <a:r>
              <a:rPr lang="zh-CN" altLang="en-US" dirty="0"/>
              <a:t>配置</a:t>
            </a:r>
            <a:r>
              <a:rPr lang="en-US" altLang="zh-CN" dirty="0"/>
              <a:t>IPv6</a:t>
            </a:r>
            <a:r>
              <a:rPr lang="zh-CN" altLang="en-US" dirty="0"/>
              <a:t>静态路由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/>
            <a:r>
              <a:rPr lang="en-US" altLang="zh-CN" sz="2400" dirty="0"/>
              <a:t>R1</a:t>
            </a:r>
            <a:r>
              <a:rPr lang="zh-CN" altLang="en-US" sz="2400" dirty="0"/>
              <a:t>应该</a:t>
            </a:r>
            <a:r>
              <a:rPr lang="en-US" altLang="zh-CN" sz="2400" dirty="0"/>
              <a:t>ping</a:t>
            </a:r>
            <a:r>
              <a:rPr lang="zh-CN" altLang="en-US" sz="2400" dirty="0"/>
              <a:t>不通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/>
              <a:t>LoopBack1</a:t>
            </a:r>
            <a:r>
              <a:rPr lang="zh-CN" altLang="en-US" sz="2400" dirty="0"/>
              <a:t>接口，因为路由器不知道怎么转发去往</a:t>
            </a:r>
            <a:r>
              <a:rPr lang="en-US" altLang="zh-CN" sz="2400" dirty="0"/>
              <a:t>R3</a:t>
            </a:r>
            <a:r>
              <a:rPr lang="zh-CN" altLang="en-US" sz="2400" dirty="0"/>
              <a:t> </a:t>
            </a:r>
            <a:r>
              <a:rPr lang="en-US" altLang="zh-CN" sz="2400" dirty="0"/>
              <a:t>LoopBack1</a:t>
            </a:r>
            <a:r>
              <a:rPr lang="zh-CN" altLang="en-US" sz="2400" dirty="0"/>
              <a:t>的分组。这就需要配置</a:t>
            </a:r>
            <a:r>
              <a:rPr lang="en-US" altLang="zh-CN" sz="2400" dirty="0"/>
              <a:t>IPv6</a:t>
            </a:r>
            <a:r>
              <a:rPr lang="zh-CN" altLang="en-US" sz="2400" dirty="0"/>
              <a:t>的路由。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/>
            </a:pPr>
            <a:r>
              <a:rPr lang="zh-CN" altLang="en-US" sz="2400" dirty="0"/>
              <a:t>配置静态路由。</a:t>
            </a:r>
            <a:r>
              <a:rPr lang="en-US" altLang="zh-CN" sz="2400" dirty="0"/>
              <a:t>(9.1.7 )</a:t>
            </a:r>
            <a:endParaRPr lang="en-US" altLang="zh-CN" sz="2400" dirty="0"/>
          </a:p>
          <a:p>
            <a:pPr marL="536575" lvl="1" indent="-336550"/>
            <a:r>
              <a:rPr lang="zh-CN" altLang="en-US" sz="2400" dirty="0"/>
              <a:t>网络</a:t>
            </a:r>
            <a:r>
              <a:rPr lang="en-US" altLang="zh-CN" sz="2400" dirty="0"/>
              <a:t>2001:3::</a:t>
            </a:r>
            <a:r>
              <a:rPr lang="zh-CN" altLang="en-US" sz="2400" dirty="0"/>
              <a:t>，前缀长度为</a:t>
            </a:r>
            <a:r>
              <a:rPr lang="en-US" altLang="zh-CN" sz="2400" dirty="0"/>
              <a:t>64</a:t>
            </a:r>
            <a:r>
              <a:rPr lang="zh-CN" altLang="en-US" sz="2400" dirty="0"/>
              <a:t>，通过接口</a:t>
            </a:r>
            <a:r>
              <a:rPr lang="en-US" altLang="zh-CN" sz="2400" dirty="0"/>
              <a:t>Tunnel0/0/0</a:t>
            </a:r>
            <a:r>
              <a:rPr lang="zh-CN" altLang="en-US" sz="2400" dirty="0"/>
              <a:t>转发。</a:t>
            </a:r>
            <a:endParaRPr lang="en-US" altLang="zh-CN" sz="2400" dirty="0"/>
          </a:p>
          <a:p>
            <a:pPr marL="536575" lvl="1" indent="-336550"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[R1] ipv6 route-static 2001:3:: 64 Tunnel0/0/0 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2"/>
            </a:pPr>
            <a:r>
              <a:rPr lang="zh-CN" altLang="en-US" sz="2400" dirty="0"/>
              <a:t>再次试试</a:t>
            </a:r>
            <a:r>
              <a:rPr lang="en-US" altLang="zh-CN" sz="2400" dirty="0"/>
              <a:t>R1</a:t>
            </a:r>
            <a:r>
              <a:rPr lang="zh-CN" altLang="en-US" sz="2400" dirty="0"/>
              <a:t>能</a:t>
            </a:r>
            <a:r>
              <a:rPr lang="en-US" altLang="zh-CN" sz="2400" dirty="0"/>
              <a:t>ping</a:t>
            </a:r>
            <a:r>
              <a:rPr lang="zh-CN" altLang="en-US" sz="2400" dirty="0"/>
              <a:t>通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/>
              <a:t>LoopBack1</a:t>
            </a:r>
            <a:r>
              <a:rPr lang="zh-CN" altLang="en-US" sz="2400" dirty="0"/>
              <a:t>吗？</a:t>
            </a:r>
            <a:endParaRPr lang="en-US" altLang="zh-CN" sz="2400" dirty="0"/>
          </a:p>
          <a:p>
            <a:pPr marL="536575" lvl="1" indent="-336550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007" y="5333920"/>
            <a:ext cx="6851985" cy="96945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</a:t>
            </a:r>
            <a:r>
              <a:rPr lang="en-US" dirty="0"/>
              <a:t>. </a:t>
            </a:r>
            <a:r>
              <a:rPr lang="zh-CN" altLang="en-US" dirty="0"/>
              <a:t>配置</a:t>
            </a:r>
            <a:r>
              <a:rPr lang="en-US" altLang="zh-CN" dirty="0"/>
              <a:t>IPv6</a:t>
            </a:r>
            <a:r>
              <a:rPr lang="zh-CN" altLang="en-US" dirty="0"/>
              <a:t>静态路由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36575" lvl="1" indent="-336550">
              <a:buFont typeface="+mj-lt"/>
              <a:buAutoNum type="arabicParenR" startAt="3"/>
            </a:pPr>
            <a:r>
              <a:rPr lang="zh-CN" altLang="en-US" sz="2400" dirty="0"/>
              <a:t>试试</a:t>
            </a:r>
            <a:r>
              <a:rPr lang="en-US" altLang="zh-CN" sz="2400" dirty="0"/>
              <a:t>R3</a:t>
            </a:r>
            <a:r>
              <a:rPr lang="zh-CN" altLang="en-US" sz="2400" dirty="0"/>
              <a:t>能</a:t>
            </a:r>
            <a:r>
              <a:rPr lang="en-US" altLang="zh-CN" sz="2400" dirty="0"/>
              <a:t>ping</a:t>
            </a:r>
            <a:r>
              <a:rPr lang="zh-CN" altLang="en-US" sz="2400" dirty="0"/>
              <a:t>通</a:t>
            </a:r>
            <a:r>
              <a:rPr lang="en-US" altLang="zh-CN" sz="2400" dirty="0"/>
              <a:t>R1</a:t>
            </a:r>
            <a:r>
              <a:rPr lang="zh-CN" altLang="en-US" sz="2400" dirty="0"/>
              <a:t>的</a:t>
            </a:r>
            <a:r>
              <a:rPr lang="en-US" altLang="zh-CN" sz="2400" dirty="0"/>
              <a:t>LoopBack1</a:t>
            </a:r>
            <a:r>
              <a:rPr lang="zh-CN" altLang="en-US" sz="2400" dirty="0"/>
              <a:t>吗？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3"/>
            </a:pPr>
            <a:r>
              <a:rPr lang="zh-CN" altLang="en-US" sz="2400" dirty="0"/>
              <a:t>应该不能，需要用类似的方法配置</a:t>
            </a:r>
            <a:r>
              <a:rPr lang="en-US" altLang="zh-CN" sz="2400" dirty="0"/>
              <a:t>R3</a:t>
            </a:r>
            <a:r>
              <a:rPr lang="zh-CN" altLang="en-US" sz="2400" dirty="0"/>
              <a:t>的静态路由。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3"/>
            </a:pPr>
            <a:r>
              <a:rPr lang="zh-CN" altLang="en-US" sz="2400" dirty="0"/>
              <a:t>如果</a:t>
            </a:r>
            <a:r>
              <a:rPr lang="en-US" altLang="zh-CN" sz="2400" dirty="0"/>
              <a:t>R1</a:t>
            </a:r>
            <a:r>
              <a:rPr lang="zh-CN" altLang="en-US" sz="2400" dirty="0"/>
              <a:t>和</a:t>
            </a:r>
            <a:r>
              <a:rPr lang="en-US" altLang="zh-CN" sz="2400" dirty="0"/>
              <a:t>R3</a:t>
            </a:r>
            <a:r>
              <a:rPr lang="zh-CN" altLang="en-US" sz="2400" dirty="0"/>
              <a:t>的</a:t>
            </a:r>
            <a:r>
              <a:rPr lang="en-US" altLang="zh-CN" sz="2400" dirty="0"/>
              <a:t>LoopBack1</a:t>
            </a:r>
            <a:r>
              <a:rPr lang="zh-CN" altLang="en-US" sz="2400" dirty="0"/>
              <a:t>之间能相互</a:t>
            </a:r>
            <a:r>
              <a:rPr lang="en-US" altLang="zh-CN" sz="2400" dirty="0"/>
              <a:t>ping</a:t>
            </a:r>
            <a:r>
              <a:rPr lang="zh-CN" altLang="en-US" sz="2400" dirty="0"/>
              <a:t>通，说明实验成功。</a:t>
            </a:r>
            <a:endParaRPr lang="en-US" altLang="zh-CN" sz="2400" dirty="0"/>
          </a:p>
          <a:p>
            <a:pPr marL="536575" lvl="1" indent="-336550">
              <a:buFont typeface="+mj-lt"/>
              <a:buAutoNum type="arabicParenR" startAt="3"/>
            </a:pPr>
            <a:r>
              <a:rPr lang="zh-CN" altLang="en-US" sz="2400" dirty="0"/>
              <a:t>可以用下面的指令查看</a:t>
            </a:r>
            <a:r>
              <a:rPr lang="en-US" altLang="zh-CN" sz="2400" dirty="0"/>
              <a:t>IPv6</a:t>
            </a:r>
            <a:r>
              <a:rPr lang="zh-CN" altLang="en-US" sz="2400" dirty="0"/>
              <a:t>的路由表。</a:t>
            </a:r>
            <a:endParaRPr lang="en-US" altLang="zh-CN" sz="2400" dirty="0"/>
          </a:p>
          <a:p>
            <a:pPr marL="536575" lvl="1" indent="-336550">
              <a:lnSpc>
                <a:spcPct val="100000"/>
              </a:lnSpc>
            </a:pP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[R1] </a:t>
            </a:r>
            <a:r>
              <a:rPr lang="en-US" altLang="zh-CN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display ipv6 routing</a:t>
            </a:r>
            <a:r>
              <a:rPr lang="en-US" sz="1800" dirty="0">
                <a:solidFill>
                  <a:srgbClr val="000000">
                    <a:lumMod val="75000"/>
                    <a:lumOff val="25000"/>
                  </a:srgb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sz="1800" dirty="0">
              <a:solidFill>
                <a:srgbClr val="000000">
                  <a:lumMod val="75000"/>
                  <a:lumOff val="25000"/>
                </a:srgbClr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6575" lvl="1" indent="-336550">
              <a:buFont typeface="+mj-lt"/>
              <a:buAutoNum type="arabicParenR" startAt="3"/>
            </a:pPr>
            <a:endParaRPr lang="en-US" altLang="zh-CN" sz="2400" dirty="0"/>
          </a:p>
          <a:p>
            <a:pPr marL="536575" lvl="1" indent="-336550"/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2/28/2020</a:t>
            </a:r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计算机网络实验</a:t>
            </a:r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C1DFD-7A37-4EF0-B9EF-5509F1B78000}" type="slidenum">
              <a:rPr lang="en-US" smtClean="0"/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007" y="5333920"/>
            <a:ext cx="6851985" cy="96945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puter-network">
  <a:themeElements>
    <a:clrScheme name="Custom 10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3DA3ED"/>
      </a:accent1>
      <a:accent2>
        <a:srgbClr val="00B4A6"/>
      </a:accent2>
      <a:accent3>
        <a:srgbClr val="E81588"/>
      </a:accent3>
      <a:accent4>
        <a:srgbClr val="008222"/>
      </a:accent4>
      <a:accent5>
        <a:srgbClr val="F1B61E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3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computer-network</Template>
  <TotalTime>0</TotalTime>
  <Words>5197</Words>
  <Application>WPS 演示</Application>
  <PresentationFormat>On-screen Show (4:3)</PresentationFormat>
  <Paragraphs>591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2" baseType="lpstr">
      <vt:lpstr>Arial</vt:lpstr>
      <vt:lpstr>宋体</vt:lpstr>
      <vt:lpstr>Wingdings</vt:lpstr>
      <vt:lpstr>Calibri</vt:lpstr>
      <vt:lpstr>华文楷体</vt:lpstr>
      <vt:lpstr>楷体</vt:lpstr>
      <vt:lpstr>微软雅黑</vt:lpstr>
      <vt:lpstr>Arial Unicode MS</vt:lpstr>
      <vt:lpstr>等线</vt:lpstr>
      <vt:lpstr>DaunPenh</vt:lpstr>
      <vt:lpstr>Courier New</vt:lpstr>
      <vt:lpstr>computer-network</vt:lpstr>
      <vt:lpstr>计算机网络  实验七 IPv6隧道</vt:lpstr>
      <vt:lpstr>实验七 IPv6隧道</vt:lpstr>
      <vt:lpstr>实验内容</vt:lpstr>
      <vt:lpstr>实验任务要求</vt:lpstr>
      <vt:lpstr>实验报告撰写要求</vt:lpstr>
      <vt:lpstr>实验准备</vt:lpstr>
      <vt:lpstr>1. IPv6 over IPv4 隧道技术</vt:lpstr>
      <vt:lpstr>1. IPv6 over IPv4 隧道技术</vt:lpstr>
      <vt:lpstr>1. IPv6 over IPv4 隧道技术</vt:lpstr>
      <vt:lpstr>2. IPv6 over IPv4 手动隧道</vt:lpstr>
      <vt:lpstr>3. 实验介绍</vt:lpstr>
      <vt:lpstr>4. eNSP介绍</vt:lpstr>
      <vt:lpstr>5. 关于eNSP的使用</vt:lpstr>
      <vt:lpstr>实验内容</vt:lpstr>
      <vt:lpstr>1. 建立三路由器拓扑</vt:lpstr>
      <vt:lpstr>1. 建立三路由器拓扑</vt:lpstr>
      <vt:lpstr>1. 建立三路由器拓扑</vt:lpstr>
      <vt:lpstr>2. OSPF路由配置</vt:lpstr>
      <vt:lpstr>2. OSPF路由配置</vt:lpstr>
      <vt:lpstr>2. OSPF路由配置</vt:lpstr>
      <vt:lpstr>2. OSPF路由配置</vt:lpstr>
      <vt:lpstr>3. 创建虚接口</vt:lpstr>
      <vt:lpstr>3. 创建虚接口</vt:lpstr>
      <vt:lpstr>3. 创建虚接口</vt:lpstr>
      <vt:lpstr>4. 创建IPv6虚接口</vt:lpstr>
      <vt:lpstr>4. 创建IPv6虚接口</vt:lpstr>
      <vt:lpstr>5. 创建IPv6 over IPv4隧道</vt:lpstr>
      <vt:lpstr>5. 创建IPv6 over IPv4隧道</vt:lpstr>
      <vt:lpstr>6. 配置IPv6静态路由</vt:lpstr>
      <vt:lpstr>6. 配置IPv6静态路由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谢瑞桃</dc:creator>
  <cp:lastModifiedBy>yse00</cp:lastModifiedBy>
  <cp:revision>445</cp:revision>
  <dcterms:created xsi:type="dcterms:W3CDTF">2023-05-25T13:35:32Z</dcterms:created>
  <dcterms:modified xsi:type="dcterms:W3CDTF">2023-05-25T13:35:32Z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2052-11.1.0.11698</vt:lpwstr>
  </property>
</Properties>
</file>