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2" r:id="rId3"/>
    <p:sldId id="282" r:id="rId4"/>
    <p:sldId id="291" r:id="rId5"/>
    <p:sldId id="318" r:id="rId6"/>
    <p:sldId id="319" r:id="rId7"/>
    <p:sldId id="320" r:id="rId8"/>
    <p:sldId id="321" r:id="rId9"/>
    <p:sldId id="322" r:id="rId10"/>
    <p:sldId id="324" r:id="rId11"/>
    <p:sldId id="325" r:id="rId12"/>
    <p:sldId id="326" r:id="rId13"/>
    <p:sldId id="323" r:id="rId14"/>
    <p:sldId id="327" r:id="rId15"/>
    <p:sldId id="328" r:id="rId16"/>
    <p:sldId id="329" r:id="rId17"/>
    <p:sldId id="317" r:id="rId1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37" d="100"/>
          <a:sy n="37" d="100"/>
        </p:scale>
        <p:origin x="1302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90" y="791570"/>
            <a:ext cx="7949821" cy="3297872"/>
          </a:xfr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6854" y="4199913"/>
            <a:ext cx="7970292" cy="1398708"/>
          </a:xfrm>
        </p:spPr>
        <p:txBody>
          <a:bodyPr lIns="91440" rIns="9144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95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894" y="1121666"/>
            <a:ext cx="7964424" cy="5086142"/>
          </a:xfrm>
        </p:spPr>
        <p:txBody>
          <a:bodyPr>
            <a:normAutofit/>
          </a:bodyPr>
          <a:lstStyle>
            <a:lvl1pPr>
              <a:defRPr sz="2800"/>
            </a:lvl1pPr>
            <a:lvl2pPr marL="444500" indent="-263525">
              <a:buFont typeface="Wingdings" panose="05000000000000000000" pitchFamily="2" charset="2"/>
              <a:buChar char="§"/>
              <a:defRPr sz="2400"/>
            </a:lvl2pPr>
            <a:lvl3pPr marL="627380" indent="-269875">
              <a:buFont typeface="Wingdings" panose="05000000000000000000" pitchFamily="2" charset="2"/>
              <a:buChar char="§"/>
              <a:defRPr sz="2400"/>
            </a:lvl3pPr>
            <a:lvl4pPr marL="808355" indent="-269875">
              <a:buFont typeface="Wingdings" panose="05000000000000000000" pitchFamily="2" charset="2"/>
              <a:buChar char="§"/>
              <a:defRPr sz="2000"/>
            </a:lvl4pPr>
            <a:lvl5pPr marL="982980" indent="-262255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854" y="758952"/>
            <a:ext cx="7970292" cy="3330494"/>
          </a:xfrm>
        </p:spPr>
        <p:txBody>
          <a:bodyPr anchor="ctr" anchorCtr="0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kern="120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854" y="4212451"/>
            <a:ext cx="7970292" cy="1383678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8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313" y="1108368"/>
            <a:ext cx="3922704" cy="497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177" y="1108368"/>
            <a:ext cx="3876984" cy="4981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72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313" y="1123676"/>
            <a:ext cx="392270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313" y="1977309"/>
            <a:ext cx="392270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7177" y="1123676"/>
            <a:ext cx="387698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7177" y="1977309"/>
            <a:ext cx="387698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264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200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6000" y="1121666"/>
            <a:ext cx="7964424" cy="474742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14781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1" y="286605"/>
            <a:ext cx="7964423" cy="7192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121666"/>
            <a:ext cx="7964424" cy="50935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cap="all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8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4500" marR="0" indent="-26352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defRPr sz="2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380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8355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980" marR="0" indent="-26225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计算机网络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实验四 FTP服务器</a:t>
            </a:r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计算机与软件学院</a:t>
            </a:r>
            <a:endParaRPr lang="zh-CN" altLang="en-US"/>
          </a:p>
          <a:p>
            <a:r>
              <a:rPr lang="zh-CN" altLang="en-US"/>
              <a:t>深圳大学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实验</a:t>
            </a:r>
            <a:r>
              <a:rPr lang="en-US" altLang="zh-CN"/>
              <a:t>4 FTP</a:t>
            </a:r>
            <a:r>
              <a:rPr lang="zh-CN" altLang="en-US"/>
              <a:t>服务器</a:t>
            </a:r>
            <a:endParaRPr lang="zh-CN" altLang="en-US"/>
          </a:p>
        </p:txBody>
      </p:sp>
      <p:sp>
        <p:nvSpPr>
          <p:cNvPr id="2051" name="Rectangle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实验目的</a:t>
            </a:r>
            <a:endParaRPr lang="zh-CN" altLang="en-US"/>
          </a:p>
          <a:p>
            <a:pPr lvl="1"/>
            <a:r>
              <a:rPr lang="zh-CN" altLang="en-US"/>
              <a:t>学习安装、使用</a:t>
            </a:r>
            <a:r>
              <a:rPr lang="en-US" altLang="zh-CN"/>
              <a:t>FTP</a:t>
            </a:r>
            <a:r>
              <a:rPr lang="zh-CN" altLang="en-US"/>
              <a:t>服务器软件和</a:t>
            </a:r>
            <a:r>
              <a:rPr lang="en-US" altLang="zh-CN"/>
              <a:t>FTP</a:t>
            </a:r>
            <a:r>
              <a:rPr lang="zh-CN" altLang="en-US"/>
              <a:t>客户端软件，掌握基本的</a:t>
            </a:r>
            <a:r>
              <a:rPr lang="en-US" altLang="zh-CN"/>
              <a:t>FTP</a:t>
            </a:r>
            <a:r>
              <a:rPr lang="zh-CN" altLang="en-US"/>
              <a:t>传输数据的控制方式，能对</a:t>
            </a:r>
            <a:r>
              <a:rPr lang="en-US" altLang="zh-CN"/>
              <a:t>FTP</a:t>
            </a:r>
            <a:r>
              <a:rPr lang="zh-CN" altLang="en-US"/>
              <a:t>协议数据包抓取并进行分析。 </a:t>
            </a:r>
            <a:endParaRPr lang="zh-CN" altLang="en-US"/>
          </a:p>
          <a:p>
            <a:r>
              <a:rPr lang="zh-CN" altLang="en-US"/>
              <a:t>实验内容</a:t>
            </a:r>
            <a:endParaRPr lang="zh-CN" altLang="en-US"/>
          </a:p>
          <a:p>
            <a:pPr lvl="1"/>
            <a:r>
              <a:rPr lang="en-US" altLang="zh-CN"/>
              <a:t>FTP</a:t>
            </a:r>
            <a:r>
              <a:rPr lang="zh-CN" altLang="en-US"/>
              <a:t>服务器软件和客户端软件的安装和使用、掌握</a:t>
            </a:r>
            <a:r>
              <a:rPr lang="en-US" altLang="zh-CN"/>
              <a:t>FTP</a:t>
            </a:r>
            <a:r>
              <a:rPr lang="zh-CN" altLang="en-US"/>
              <a:t>传输控制方式、抓取</a:t>
            </a:r>
            <a:r>
              <a:rPr lang="en-US" altLang="zh-CN"/>
              <a:t>FTP</a:t>
            </a:r>
            <a:r>
              <a:rPr lang="zh-CN" altLang="en-US"/>
              <a:t>协议数据包并对数据包进行分析</a:t>
            </a:r>
            <a:endParaRPr lang="zh-CN" altLang="en-US"/>
          </a:p>
          <a:p>
            <a:r>
              <a:rPr lang="zh-CN" altLang="en-US"/>
              <a:t>实验环境和要求</a:t>
            </a:r>
            <a:endParaRPr lang="zh-CN" altLang="en-US"/>
          </a:p>
          <a:p>
            <a:pPr lvl="1"/>
            <a:r>
              <a:rPr lang="zh-CN" altLang="en-US"/>
              <a:t>使用</a:t>
            </a:r>
            <a:r>
              <a:rPr lang="en-US" altLang="zh-CN"/>
              <a:t>Windows</a:t>
            </a:r>
            <a:r>
              <a:rPr lang="zh-CN" altLang="en-US"/>
              <a:t>操作系统；</a:t>
            </a:r>
            <a:r>
              <a:rPr lang="en-US" altLang="zh-CN"/>
              <a:t>Internet</a:t>
            </a:r>
            <a:r>
              <a:rPr lang="zh-CN" altLang="en-US"/>
              <a:t>连接</a:t>
            </a:r>
            <a:endParaRPr lang="en-US" altLang="zh-CN"/>
          </a:p>
          <a:p>
            <a:pPr lvl="1"/>
            <a:r>
              <a:rPr lang="en-US" altLang="zh-CN"/>
              <a:t>FTP</a:t>
            </a:r>
            <a:r>
              <a:rPr lang="zh-CN" altLang="en-US"/>
              <a:t>服务器软件 </a:t>
            </a:r>
            <a:r>
              <a:rPr lang="en-US" altLang="zh-CN"/>
              <a:t>Xlight</a:t>
            </a:r>
            <a:endParaRPr lang="en-US" altLang="zh-CN"/>
          </a:p>
          <a:p>
            <a:pPr lvl="1"/>
            <a:r>
              <a:rPr lang="en-US" altLang="zh-CN"/>
              <a:t>FTP</a:t>
            </a:r>
            <a:r>
              <a:rPr lang="zh-CN" altLang="en-US"/>
              <a:t>客户端软件 </a:t>
            </a:r>
            <a:r>
              <a:rPr lang="en-US" altLang="zh-CN"/>
              <a:t>FlashFXP</a:t>
            </a:r>
            <a:endParaRPr lang="en-US" altLang="zh-CN"/>
          </a:p>
          <a:p>
            <a:pPr lvl="1"/>
            <a:r>
              <a:rPr lang="zh-CN" altLang="en-US"/>
              <a:t>抓包软件</a:t>
            </a:r>
            <a:r>
              <a:rPr lang="en-US" altLang="zh-CN"/>
              <a:t>Wireshark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服务器软件 </a:t>
            </a:r>
            <a:r>
              <a:rPr lang="en-US" altLang="zh-CN" dirty="0"/>
              <a:t>Xlight </a:t>
            </a:r>
            <a:r>
              <a:rPr lang="zh-CN" altLang="en-US" dirty="0"/>
              <a:t>安装</a:t>
            </a:r>
            <a:endParaRPr lang="en-US" altLang="zh-CN" dirty="0"/>
          </a:p>
        </p:txBody>
      </p:sp>
      <p:pic>
        <p:nvPicPr>
          <p:cNvPr id="307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989455"/>
            <a:ext cx="4606925" cy="3311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755" y="1989138"/>
            <a:ext cx="4327525" cy="32908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服务器软件 </a:t>
            </a:r>
            <a:r>
              <a:rPr lang="en-US" altLang="zh-CN" dirty="0"/>
              <a:t>Xlight </a:t>
            </a:r>
            <a:r>
              <a:rPr lang="zh-CN" altLang="en-US" dirty="0"/>
              <a:t>运行</a:t>
            </a:r>
            <a:endParaRPr lang="en-US" altLang="zh-CN" dirty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管理员身份启动运行</a:t>
            </a:r>
            <a:endParaRPr lang="zh-CN" altLang="en-US" dirty="0"/>
          </a:p>
        </p:txBody>
      </p:sp>
      <p:pic>
        <p:nvPicPr>
          <p:cNvPr id="410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075" y="1844675"/>
            <a:ext cx="4968875" cy="39798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服务器软件 </a:t>
            </a:r>
            <a:r>
              <a:rPr lang="en-US" altLang="zh-CN" dirty="0"/>
              <a:t>Xlight 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建立虚拟</a:t>
            </a:r>
            <a:r>
              <a:rPr lang="en-US" altLang="zh-CN" dirty="0"/>
              <a:t>FTP</a:t>
            </a:r>
            <a:r>
              <a:rPr lang="zh-CN" altLang="en-US" dirty="0"/>
              <a:t>服务器</a:t>
            </a:r>
            <a:endParaRPr lang="zh-CN" altLang="en-US" dirty="0"/>
          </a:p>
        </p:txBody>
      </p:sp>
      <p:pic>
        <p:nvPicPr>
          <p:cNvPr id="512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2060575"/>
            <a:ext cx="4325938" cy="3413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60575"/>
            <a:ext cx="4305300" cy="3413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服务器软件 </a:t>
            </a:r>
            <a:r>
              <a:rPr lang="en-US" altLang="zh-CN" dirty="0"/>
              <a:t>Xlight 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启动</a:t>
            </a:r>
            <a:r>
              <a:rPr lang="en-US" altLang="zh-CN" dirty="0"/>
              <a:t>FTP</a:t>
            </a:r>
            <a:r>
              <a:rPr lang="zh-CN" altLang="en-US" dirty="0"/>
              <a:t>服务器</a:t>
            </a:r>
            <a:endParaRPr lang="zh-CN" altLang="en-US" dirty="0"/>
          </a:p>
        </p:txBody>
      </p:sp>
      <p:pic>
        <p:nvPicPr>
          <p:cNvPr id="614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2272030"/>
            <a:ext cx="4219575" cy="3384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035" y="2276475"/>
            <a:ext cx="4217988" cy="3379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107950" y="3862388"/>
            <a:ext cx="287338" cy="358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服务器软件 </a:t>
            </a:r>
            <a:r>
              <a:rPr lang="en-US" altLang="zh-CN" dirty="0"/>
              <a:t>Xlight 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配置修改服务器</a:t>
            </a:r>
            <a:endParaRPr lang="zh-CN" altLang="en-US" dirty="0"/>
          </a:p>
        </p:txBody>
      </p:sp>
      <p:pic>
        <p:nvPicPr>
          <p:cNvPr id="717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05038"/>
            <a:ext cx="4217988" cy="3378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 flipH="1">
            <a:off x="971550" y="2420938"/>
            <a:ext cx="287338" cy="357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338" y="2130425"/>
            <a:ext cx="4138612" cy="3527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配置修改服务器</a:t>
            </a:r>
            <a:endParaRPr lang="zh-CN" altLang="en-US" dirty="0"/>
          </a:p>
        </p:txBody>
      </p:sp>
      <p:pic>
        <p:nvPicPr>
          <p:cNvPr id="819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2205038"/>
            <a:ext cx="4897438" cy="4176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服务器软件 </a:t>
            </a:r>
            <a:r>
              <a:rPr lang="en-US" altLang="zh-CN" dirty="0"/>
              <a:t>Xlight 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 flipH="1">
            <a:off x="107950" y="2636838"/>
            <a:ext cx="801688" cy="287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198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13" y="2147888"/>
            <a:ext cx="4895850" cy="4160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2157413"/>
            <a:ext cx="4897438" cy="4224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服务器软件 </a:t>
            </a:r>
            <a:r>
              <a:rPr lang="en-US" altLang="zh-CN" dirty="0"/>
              <a:t>Xlight 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建立用户</a:t>
            </a:r>
            <a:endParaRPr lang="zh-CN" altLang="en-US" dirty="0"/>
          </a:p>
        </p:txBody>
      </p:sp>
      <p:pic>
        <p:nvPicPr>
          <p:cNvPr id="922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2204403"/>
            <a:ext cx="4217988" cy="3378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 flipH="1">
            <a:off x="1258888" y="2420938"/>
            <a:ext cx="288925" cy="357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2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2133600"/>
            <a:ext cx="3889375" cy="3521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3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490" y="2133600"/>
            <a:ext cx="4035425" cy="3449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用户权限修改</a:t>
            </a:r>
            <a:endParaRPr lang="zh-CN" altLang="en-US" dirty="0"/>
          </a:p>
        </p:txBody>
      </p:sp>
      <p:pic>
        <p:nvPicPr>
          <p:cNvPr id="1024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2349500"/>
            <a:ext cx="4035425" cy="3449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服务器软件 </a:t>
            </a:r>
            <a:r>
              <a:rPr lang="en-US" altLang="zh-CN" dirty="0"/>
              <a:t>Xlight 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 flipH="1">
            <a:off x="3635375" y="2927350"/>
            <a:ext cx="288925" cy="357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663" y="2122488"/>
            <a:ext cx="4606925" cy="3903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客户端软件 </a:t>
            </a:r>
            <a:r>
              <a:rPr lang="en-US" altLang="zh-CN" dirty="0"/>
              <a:t>FlashFXP </a:t>
            </a:r>
            <a:r>
              <a:rPr lang="zh-CN" altLang="en-US" dirty="0"/>
              <a:t>安装</a:t>
            </a:r>
            <a:endParaRPr lang="en-US" altLang="zh-CN" dirty="0"/>
          </a:p>
        </p:txBody>
      </p:sp>
      <p:pic>
        <p:nvPicPr>
          <p:cNvPr id="1126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13" y="1917065"/>
            <a:ext cx="4857750" cy="3505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客户端软件 </a:t>
            </a:r>
            <a:r>
              <a:rPr lang="en-US" altLang="zh-CN" dirty="0"/>
              <a:t>FlashFXP </a:t>
            </a:r>
            <a:r>
              <a:rPr lang="zh-CN" altLang="en-US" dirty="0"/>
              <a:t>安装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启动界面</a:t>
            </a:r>
            <a:endParaRPr lang="zh-CN" altLang="en-US" dirty="0"/>
          </a:p>
        </p:txBody>
      </p:sp>
      <p:pic>
        <p:nvPicPr>
          <p:cNvPr id="1229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575" y="1603058"/>
            <a:ext cx="8128000" cy="4824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 flipH="1">
            <a:off x="4575175" y="1774508"/>
            <a:ext cx="288925" cy="357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客户端软件 </a:t>
            </a:r>
            <a:r>
              <a:rPr lang="en-US" altLang="zh-CN" dirty="0"/>
              <a:t>FlashFXP </a:t>
            </a:r>
            <a:r>
              <a:rPr lang="zh-CN" altLang="en-US" dirty="0"/>
              <a:t>安装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建立连接</a:t>
            </a:r>
            <a:endParaRPr lang="zh-CN" altLang="en-US" dirty="0"/>
          </a:p>
        </p:txBody>
      </p:sp>
      <p:pic>
        <p:nvPicPr>
          <p:cNvPr id="1331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2744788"/>
            <a:ext cx="4135437" cy="2952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563" y="2732088"/>
            <a:ext cx="3940175" cy="29987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FTP</a:t>
            </a:r>
            <a:r>
              <a:rPr lang="zh-CN" altLang="en-US" dirty="0"/>
              <a:t>客户端软件 </a:t>
            </a:r>
            <a:r>
              <a:rPr lang="en-US" altLang="zh-CN" dirty="0"/>
              <a:t>FlashFXP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434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195" y="1124268"/>
            <a:ext cx="4941888" cy="57578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1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10" y="1196975"/>
            <a:ext cx="4978400" cy="5424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Wireshark</a:t>
            </a:r>
            <a:r>
              <a:rPr lang="zh-CN" altLang="en-US" dirty="0"/>
              <a:t>抓包分析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5364" name="Picture 2" descr="http://img.blog.csdn.net/201306142220487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671638"/>
            <a:ext cx="8683625" cy="3486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问题？</a:t>
            </a:r>
            <a:endParaRPr lang="zh-CN" altLang="en-US" dirty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457200" lvl="0" indent="-457200">
              <a:buFontTx/>
              <a:buAutoNum type="arabicPeriod"/>
            </a:pPr>
            <a:r>
              <a:rPr lang="zh-CN" altLang="en-US" sz="2800" dirty="0"/>
              <a:t>使用</a:t>
            </a:r>
            <a:r>
              <a:rPr lang="en-US" altLang="zh-CN" sz="2800" dirty="0"/>
              <a:t>FTP</a:t>
            </a:r>
            <a:r>
              <a:rPr lang="zh-CN" altLang="en-US" sz="2800" dirty="0"/>
              <a:t>上传和下载文件</a:t>
            </a:r>
            <a:endParaRPr lang="en-US" altLang="zh-CN" sz="2800" dirty="0"/>
          </a:p>
          <a:p>
            <a:pPr marL="457200" lvl="0" indent="-457200">
              <a:buFontTx/>
              <a:buAutoNum type="arabicPeriod"/>
            </a:pPr>
            <a:r>
              <a:rPr lang="zh-CN" altLang="en-US" sz="2800" dirty="0"/>
              <a:t>通过</a:t>
            </a:r>
            <a:r>
              <a:rPr lang="en-US" altLang="zh-CN" sz="2800" dirty="0"/>
              <a:t>FTP</a:t>
            </a:r>
            <a:r>
              <a:rPr lang="zh-CN" altLang="en-US" sz="2800" dirty="0"/>
              <a:t>服务器端软件，改变权限和目录访问控制</a:t>
            </a:r>
            <a:endParaRPr lang="en-US" altLang="zh-CN" sz="2800" dirty="0"/>
          </a:p>
          <a:p>
            <a:pPr marL="457200" lvl="0" indent="-457200">
              <a:buFontTx/>
              <a:buAutoNum type="arabicPeriod"/>
            </a:pPr>
            <a:r>
              <a:rPr lang="zh-CN" altLang="en-US" sz="2800" dirty="0"/>
              <a:t>改变用户权限和目录访问控制</a:t>
            </a:r>
            <a:endParaRPr lang="en-US" altLang="zh-CN" sz="2800" dirty="0"/>
          </a:p>
          <a:p>
            <a:pPr marL="457200" lvl="0" indent="-457200">
              <a:buFontTx/>
              <a:buAutoNum type="arabicPeriod"/>
            </a:pPr>
            <a:r>
              <a:rPr lang="zh-CN" altLang="en-US" sz="2800" dirty="0"/>
              <a:t>抓包分析</a:t>
            </a:r>
            <a:r>
              <a:rPr lang="en-US" altLang="zh-CN" sz="2800" dirty="0"/>
              <a:t>FTP</a:t>
            </a:r>
            <a:r>
              <a:rPr lang="zh-CN" altLang="en-US" sz="2800" dirty="0"/>
              <a:t>协议，建立连接过程、用户名和密码、释放连接、传输端口</a:t>
            </a:r>
            <a:endParaRPr lang="en-US" altLang="zh-CN" sz="2800" dirty="0"/>
          </a:p>
          <a:p>
            <a:pPr>
              <a:buAutoNum type="arabicPeriod"/>
            </a:pP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-network">
  <a:themeElements>
    <a:clrScheme name="Custom 10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DA3ED"/>
      </a:accent1>
      <a:accent2>
        <a:srgbClr val="00B4A6"/>
      </a:accent2>
      <a:accent3>
        <a:srgbClr val="E81588"/>
      </a:accent3>
      <a:accent4>
        <a:srgbClr val="008222"/>
      </a:accent4>
      <a:accent5>
        <a:srgbClr val="F1B61E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3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WPS 演示</Application>
  <PresentationFormat>全屏显示(4:3)</PresentationFormat>
  <Paragraphs>69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等线</vt:lpstr>
      <vt:lpstr>黑体</vt:lpstr>
      <vt:lpstr>微软雅黑</vt:lpstr>
      <vt:lpstr>Arial Unicode MS</vt:lpstr>
      <vt:lpstr>Calibri</vt:lpstr>
      <vt:lpstr>华文楷体</vt:lpstr>
      <vt:lpstr>楷体</vt:lpstr>
      <vt:lpstr>computer-network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深圳大学计算机系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常用的网络命令</dc:title>
  <dc:creator>王小民</dc:creator>
  <cp:lastModifiedBy>yse00</cp:lastModifiedBy>
  <cp:revision>42</cp:revision>
  <dcterms:created xsi:type="dcterms:W3CDTF">2023-03-16T07:31:24Z</dcterms:created>
  <dcterms:modified xsi:type="dcterms:W3CDTF">2023-03-16T07:31:24Z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2052-11.1.0.11664</vt:lpwstr>
  </property>
</Properties>
</file>