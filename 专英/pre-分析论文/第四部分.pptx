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7" r:id="rId3"/>
    <p:sldId id="258" r:id="rId4"/>
    <p:sldId id="260" r:id="rId5"/>
    <p:sldId id="269" r:id="rId6"/>
    <p:sldId id="264" r:id="rId7"/>
    <p:sldId id="278" r:id="rId8"/>
    <p:sldId id="279" r:id="rId9"/>
    <p:sldId id="266" r:id="rId10"/>
    <p:sldId id="280" r:id="rId11"/>
    <p:sldId id="265" r:id="rId12"/>
    <p:sldId id="261" r:id="rId13"/>
    <p:sldId id="281" r:id="rId14"/>
    <p:sldId id="263" r:id="rId15"/>
  </p:sldIdLst>
  <p:sldSz cx="12192000" cy="6858000"/>
  <p:notesSz cx="6858000" cy="9144000"/>
  <p:custDataLst>
    <p:tags r:id="rId21"/>
  </p:custDataLst>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3" d="100"/>
          <a:sy n="93" d="100"/>
        </p:scale>
        <p:origin x="48" y="117"/>
      </p:cViewPr>
      <p:guideLst/>
    </p:cSldViewPr>
  </p:slideViewPr>
  <p:notesTextViewPr>
    <p:cViewPr>
      <p:scale>
        <a:sx n="1" d="1"/>
        <a:sy n="1" d="1"/>
      </p:scale>
      <p:origin x="0" y="0"/>
    </p:cViewPr>
  </p:notesTextViewPr>
  <p:notesViewPr>
    <p:cSldViewPr snapToGrid="0">
      <p:cViewPr varScale="1">
        <p:scale>
          <a:sx n="100" d="100"/>
          <a:sy n="100" d="100"/>
        </p:scale>
        <p:origin x="3552"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gs" Target="tags/tag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23A8DBB9-FF4D-4FDA-AD34-27FA86519578}" type="datetime1">
              <a:rPr lang="zh-CN" altLang="en-US" smtClean="0"/>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D92CB86-0DB9-4A70-B1CF-B23508471F6B}" type="slidenum">
              <a:rPr lang="en-US" smtClean="0"/>
            </a:fld>
            <a:endParaRPr lang="en-US"/>
          </a:p>
        </p:txBody>
      </p:sp>
    </p:spTree>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E1CCE20-FD2F-40C5-ABE3-3369F20AA0E6}" type="datetime1">
              <a:rPr lang="zh-CN" altLang="en-US" smtClean="0"/>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US"/>
              <a:t>单击此处编辑母版文本样式</a:t>
            </a:r>
            <a:endParaRPr lang="en-US"/>
          </a:p>
          <a:p>
            <a:pPr lvl="1" rtl="0"/>
            <a:r>
              <a:rPr lang="en-US"/>
              <a:t>第二级</a:t>
            </a:r>
            <a:endParaRPr lang="en-US"/>
          </a:p>
          <a:p>
            <a:pPr lvl="2" rtl="0"/>
            <a:r>
              <a:rPr lang="en-US"/>
              <a:t>第三级</a:t>
            </a:r>
            <a:endParaRPr lang="en-US"/>
          </a:p>
          <a:p>
            <a:pPr lvl="3" rtl="0"/>
            <a:r>
              <a:rPr lang="en-US"/>
              <a:t>第四级</a:t>
            </a:r>
            <a:endParaRPr lang="en-US"/>
          </a:p>
          <a:p>
            <a:pPr lvl="4" rtl="0"/>
            <a:r>
              <a:rPr 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2B151B-D7D1-48E5-8230-5AADBC794F88}" type="slidenum">
              <a:rPr lang="en-US" smtClean="0"/>
            </a:fld>
            <a:endParaRPr lang="en-US"/>
          </a:p>
        </p:txBody>
      </p:sp>
    </p:spTree>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0" name="长方形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ctrTitle"/>
          </p:nvPr>
        </p:nvSpPr>
        <p:spPr>
          <a:xfrm>
            <a:off x="1097280" y="758952"/>
            <a:ext cx="10058400" cy="3566160"/>
          </a:xfrm>
        </p:spPr>
        <p:txBody>
          <a:bodyPr rtlCol="0" anchor="b">
            <a:normAutofit/>
          </a:bodyPr>
          <a:lstStyle>
            <a:lvl1pPr algn="l">
              <a:lnSpc>
                <a:spcPct val="90000"/>
              </a:lnSpc>
              <a:defRPr sz="8000" spc="-50" baseline="0">
                <a:solidFill>
                  <a:schemeClr val="tx1">
                    <a:lumMod val="85000"/>
                    <a:lumOff val="15000"/>
                  </a:schemeClr>
                </a:solidFill>
              </a:defRPr>
            </a:lvl1pPr>
          </a:lstStyle>
          <a:p>
            <a:pPr rtl="0"/>
            <a:r>
              <a:rPr lang="zh-CN" altLang="en-US"/>
              <a:t>单击此处编辑母版标题样式</a:t>
            </a:r>
            <a:endParaRPr lang="en-US" dirty="0"/>
          </a:p>
        </p:txBody>
      </p:sp>
      <p:sp>
        <p:nvSpPr>
          <p:cNvPr id="3" name="副标题 2"/>
          <p:cNvSpPr>
            <a:spLocks noGrp="1"/>
          </p:cNvSpPr>
          <p:nvPr>
            <p:ph type="subTitle" idx="1"/>
          </p:nvPr>
        </p:nvSpPr>
        <p:spPr>
          <a:xfrm>
            <a:off x="1100051" y="4645152"/>
            <a:ext cx="10058400" cy="1143000"/>
          </a:xfrm>
        </p:spPr>
        <p:txBody>
          <a:bodyPr lIns="91440" rIns="91440" rtlCol="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zh-CN" altLang="en-US"/>
              <a:t>单击此处编辑母版副标题样式</a:t>
            </a:r>
            <a:endParaRPr lang="en-US" dirty="0"/>
          </a:p>
        </p:txBody>
      </p:sp>
      <p:cxnSp>
        <p:nvCxnSpPr>
          <p:cNvPr id="9" name="直接连接符​​(S)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日期占位符 3"/>
          <p:cNvSpPr>
            <a:spLocks noGrp="1"/>
          </p:cNvSpPr>
          <p:nvPr>
            <p:ph type="dt" sz="half" idx="10"/>
          </p:nvPr>
        </p:nvSpPr>
        <p:spPr/>
        <p:txBody>
          <a:bodyPr rtlCol="0"/>
          <a:lstStyle/>
          <a:p>
            <a:pPr rtl="0"/>
            <a:fld id="{E203234F-2943-4AD6-8E73-34C216403FC9}" type="datetime1">
              <a:rPr lang="zh-CN" altLang="en-US" smtClean="0"/>
            </a:fld>
            <a:endParaRPr lang="en-US" dirty="0"/>
          </a:p>
        </p:txBody>
      </p:sp>
      <p:sp>
        <p:nvSpPr>
          <p:cNvPr id="5" name="页脚占位符 4"/>
          <p:cNvSpPr>
            <a:spLocks noGrp="1"/>
          </p:cNvSpPr>
          <p:nvPr>
            <p:ph type="ftr" sz="quarter" idx="11"/>
          </p:nvPr>
        </p:nvSpPr>
        <p:spPr/>
        <p:txBody>
          <a:bodyPr rtlCol="0"/>
          <a:lstStyle/>
          <a:p>
            <a:pPr rtl="0"/>
            <a:endParaRPr lang="en-US" dirty="0"/>
          </a:p>
        </p:txBody>
      </p:sp>
      <p:sp>
        <p:nvSpPr>
          <p:cNvPr id="6" name="灯片编号占位符 5"/>
          <p:cNvSpPr>
            <a:spLocks noGrp="1"/>
          </p:cNvSpPr>
          <p:nvPr>
            <p:ph type="sldNum" sz="quarter" idx="12"/>
          </p:nvPr>
        </p:nvSpPr>
        <p:spPr/>
        <p:txBody>
          <a:bodyPr rtlCol="0"/>
          <a:lstStyle/>
          <a:p>
            <a:pPr rtl="0"/>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a:t>单击此处编辑母版标题样式</a:t>
            </a:r>
            <a:endParaRPr lang="en-US" dirty="0"/>
          </a:p>
        </p:txBody>
      </p:sp>
      <p:sp>
        <p:nvSpPr>
          <p:cNvPr id="3" name="内容占位符 2"/>
          <p:cNvSpPr>
            <a:spLocks noGrp="1"/>
          </p:cNvSpPr>
          <p:nvPr>
            <p:ph idx="1"/>
          </p:nvPr>
        </p:nvSpPr>
        <p:spPr/>
        <p:txBody>
          <a:bodyPr rtlCol="0"/>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en-US" dirty="0"/>
          </a:p>
        </p:txBody>
      </p:sp>
      <p:sp>
        <p:nvSpPr>
          <p:cNvPr id="7" name="日期占位符 6"/>
          <p:cNvSpPr>
            <a:spLocks noGrp="1"/>
          </p:cNvSpPr>
          <p:nvPr>
            <p:ph type="dt" sz="half" idx="10"/>
          </p:nvPr>
        </p:nvSpPr>
        <p:spPr/>
        <p:txBody>
          <a:bodyPr rtlCol="0"/>
          <a:lstStyle/>
          <a:p>
            <a:pPr rtl="0"/>
            <a:fld id="{A24A4C0A-F292-41BE-9CD1-530467B1B9F8}" type="datetime1">
              <a:rPr lang="zh-CN" altLang="en-US" smtClean="0"/>
            </a:fld>
            <a:endParaRPr lang="en-US" dirty="0"/>
          </a:p>
        </p:txBody>
      </p:sp>
      <p:sp>
        <p:nvSpPr>
          <p:cNvPr id="8" name="页脚占位符 7"/>
          <p:cNvSpPr>
            <a:spLocks noGrp="1"/>
          </p:cNvSpPr>
          <p:nvPr>
            <p:ph type="ftr" sz="quarter" idx="11"/>
          </p:nvPr>
        </p:nvSpPr>
        <p:spPr/>
        <p:txBody>
          <a:bodyPr rtlCol="0"/>
          <a:lstStyle/>
          <a:p>
            <a:pPr rtl="0"/>
            <a:endParaRPr lang="en-US" dirty="0"/>
          </a:p>
        </p:txBody>
      </p:sp>
      <p:sp>
        <p:nvSpPr>
          <p:cNvPr id="9" name="灯片编号占位符 8"/>
          <p:cNvSpPr>
            <a:spLocks noGrp="1"/>
          </p:cNvSpPr>
          <p:nvPr>
            <p:ph type="sldNum" sz="quarter" idx="12"/>
          </p:nvPr>
        </p:nvSpPr>
        <p:spPr/>
        <p:txBody>
          <a:bodyPr rtlCol="0"/>
          <a:lstStyle/>
          <a:p>
            <a:pPr rtl="0"/>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10" name="长方形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p:nvPr>
        </p:nvSpPr>
        <p:spPr>
          <a:xfrm>
            <a:off x="1097280" y="758952"/>
            <a:ext cx="10058400" cy="3566160"/>
          </a:xfrm>
        </p:spPr>
        <p:txBody>
          <a:bodyPr rtlCol="0" anchor="b" anchorCtr="0">
            <a:normAutofit/>
          </a:bodyPr>
          <a:lstStyle>
            <a:lvl1pPr>
              <a:lnSpc>
                <a:spcPct val="90000"/>
              </a:lnSpc>
              <a:defRPr sz="8000" b="0">
                <a:solidFill>
                  <a:schemeClr val="tx1">
                    <a:lumMod val="85000"/>
                    <a:lumOff val="15000"/>
                  </a:schemeClr>
                </a:solidFill>
              </a:defRPr>
            </a:lvl1pPr>
          </a:lstStyle>
          <a:p>
            <a:pPr rtl="0"/>
            <a:r>
              <a:rPr lang="zh-CN" altLang="en-US"/>
              <a:t>单击此处编辑母版标题样式</a:t>
            </a:r>
            <a:endParaRPr lang="en-US" dirty="0"/>
          </a:p>
        </p:txBody>
      </p:sp>
      <p:sp>
        <p:nvSpPr>
          <p:cNvPr id="3" name="文本占位符 2"/>
          <p:cNvSpPr>
            <a:spLocks noGrp="1"/>
          </p:cNvSpPr>
          <p:nvPr>
            <p:ph type="body" idx="1"/>
          </p:nvPr>
        </p:nvSpPr>
        <p:spPr>
          <a:xfrm>
            <a:off x="1097280" y="4663440"/>
            <a:ext cx="10058400" cy="1143000"/>
          </a:xfrm>
        </p:spPr>
        <p:txBody>
          <a:bodyPr lIns="91440" rIns="91440" rtlCol="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a:t>单击此处编辑母版文本样式</a:t>
            </a:r>
            <a:endParaRPr lang="zh-CN" altLang="en-US"/>
          </a:p>
        </p:txBody>
      </p:sp>
      <p:cxnSp>
        <p:nvCxnSpPr>
          <p:cNvPr id="9" name="直接连接符​​(S)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日期占位符 6"/>
          <p:cNvSpPr>
            <a:spLocks noGrp="1"/>
          </p:cNvSpPr>
          <p:nvPr>
            <p:ph type="dt" sz="half" idx="10"/>
          </p:nvPr>
        </p:nvSpPr>
        <p:spPr/>
        <p:txBody>
          <a:bodyPr rtlCol="0"/>
          <a:lstStyle/>
          <a:p>
            <a:pPr rtl="0"/>
            <a:fld id="{C31630FC-7090-4D1C-93D5-113C82941F4E}" type="datetime1">
              <a:rPr lang="zh-CN" altLang="en-US" smtClean="0"/>
            </a:fld>
            <a:endParaRPr lang="en-US" dirty="0"/>
          </a:p>
        </p:txBody>
      </p:sp>
      <p:sp>
        <p:nvSpPr>
          <p:cNvPr id="8" name="页脚占位符 7"/>
          <p:cNvSpPr>
            <a:spLocks noGrp="1"/>
          </p:cNvSpPr>
          <p:nvPr>
            <p:ph type="ftr" sz="quarter" idx="11"/>
          </p:nvPr>
        </p:nvSpPr>
        <p:spPr/>
        <p:txBody>
          <a:bodyPr rtlCol="0"/>
          <a:lstStyle/>
          <a:p>
            <a:pPr rtl="0"/>
            <a:endParaRPr lang="en-US" dirty="0"/>
          </a:p>
        </p:txBody>
      </p:sp>
      <p:sp>
        <p:nvSpPr>
          <p:cNvPr id="11" name="灯片编号占位符 10"/>
          <p:cNvSpPr>
            <a:spLocks noGrp="1"/>
          </p:cNvSpPr>
          <p:nvPr>
            <p:ph type="sldNum" sz="quarter" idx="12"/>
          </p:nvPr>
        </p:nvSpPr>
        <p:spPr/>
        <p:txBody>
          <a:bodyPr rtlCol="0"/>
          <a:lstStyle/>
          <a:p>
            <a:pPr rtl="0"/>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标题 7"/>
          <p:cNvSpPr>
            <a:spLocks noGrp="1"/>
          </p:cNvSpPr>
          <p:nvPr>
            <p:ph type="title"/>
          </p:nvPr>
        </p:nvSpPr>
        <p:spPr>
          <a:xfrm>
            <a:off x="1097280" y="286603"/>
            <a:ext cx="10058400" cy="1450757"/>
          </a:xfrm>
        </p:spPr>
        <p:txBody>
          <a:bodyPr rtlCol="0"/>
          <a:lstStyle/>
          <a:p>
            <a:pPr rtl="0"/>
            <a:r>
              <a:rPr lang="zh-CN" altLang="en-US"/>
              <a:t>单击此处编辑母版标题样式</a:t>
            </a:r>
            <a:endParaRPr lang="en-US" dirty="0"/>
          </a:p>
        </p:txBody>
      </p:sp>
      <p:sp>
        <p:nvSpPr>
          <p:cNvPr id="3" name="内容占位符 2"/>
          <p:cNvSpPr>
            <a:spLocks noGrp="1"/>
          </p:cNvSpPr>
          <p:nvPr>
            <p:ph sz="half" idx="1"/>
          </p:nvPr>
        </p:nvSpPr>
        <p:spPr>
          <a:xfrm>
            <a:off x="1097280" y="2120900"/>
            <a:ext cx="4639736" cy="3748193"/>
          </a:xfrm>
        </p:spPr>
        <p:txBody>
          <a:bodyPr rtlCol="0"/>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en-US" dirty="0"/>
          </a:p>
        </p:txBody>
      </p:sp>
      <p:sp>
        <p:nvSpPr>
          <p:cNvPr id="4" name="内容占位符 3"/>
          <p:cNvSpPr>
            <a:spLocks noGrp="1"/>
          </p:cNvSpPr>
          <p:nvPr>
            <p:ph sz="half" idx="2"/>
          </p:nvPr>
        </p:nvSpPr>
        <p:spPr>
          <a:xfrm>
            <a:off x="6515944" y="2120900"/>
            <a:ext cx="4639736" cy="3748194"/>
          </a:xfrm>
        </p:spPr>
        <p:txBody>
          <a:bodyPr rtlCol="0"/>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en-US" dirty="0"/>
          </a:p>
        </p:txBody>
      </p:sp>
      <p:sp>
        <p:nvSpPr>
          <p:cNvPr id="2" name="日期占位符 1"/>
          <p:cNvSpPr>
            <a:spLocks noGrp="1"/>
          </p:cNvSpPr>
          <p:nvPr>
            <p:ph type="dt" sz="half" idx="10"/>
          </p:nvPr>
        </p:nvSpPr>
        <p:spPr/>
        <p:txBody>
          <a:bodyPr rtlCol="0"/>
          <a:lstStyle/>
          <a:p>
            <a:pPr rtl="0"/>
            <a:fld id="{81EDFCFC-F8E9-4049-95DD-C79391CC7BFF}" type="datetime1">
              <a:rPr lang="zh-CN" altLang="en-US" smtClean="0"/>
            </a:fld>
            <a:endParaRPr lang="en-US" dirty="0"/>
          </a:p>
        </p:txBody>
      </p:sp>
      <p:sp>
        <p:nvSpPr>
          <p:cNvPr id="9" name="页脚占位符 8"/>
          <p:cNvSpPr>
            <a:spLocks noGrp="1"/>
          </p:cNvSpPr>
          <p:nvPr>
            <p:ph type="ftr" sz="quarter" idx="11"/>
          </p:nvPr>
        </p:nvSpPr>
        <p:spPr/>
        <p:txBody>
          <a:bodyPr rtlCol="0"/>
          <a:lstStyle/>
          <a:p>
            <a:pPr rtl="0"/>
            <a:endParaRPr lang="en-US" dirty="0"/>
          </a:p>
        </p:txBody>
      </p:sp>
      <p:sp>
        <p:nvSpPr>
          <p:cNvPr id="10" name="幻灯片编号占位符 9"/>
          <p:cNvSpPr>
            <a:spLocks noGrp="1"/>
          </p:cNvSpPr>
          <p:nvPr>
            <p:ph type="sldNum" sz="quarter" idx="12"/>
          </p:nvPr>
        </p:nvSpPr>
        <p:spPr/>
        <p:txBody>
          <a:bodyPr rtlCol="0"/>
          <a:lstStyle/>
          <a:p>
            <a:pPr rtl="0"/>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标题 9"/>
          <p:cNvSpPr>
            <a:spLocks noGrp="1"/>
          </p:cNvSpPr>
          <p:nvPr>
            <p:ph type="title"/>
          </p:nvPr>
        </p:nvSpPr>
        <p:spPr>
          <a:xfrm>
            <a:off x="1097280" y="286603"/>
            <a:ext cx="10058400" cy="1450757"/>
          </a:xfrm>
        </p:spPr>
        <p:txBody>
          <a:bodyPr rtlCol="0"/>
          <a:lstStyle/>
          <a:p>
            <a:pPr rtl="0"/>
            <a:r>
              <a:rPr lang="zh-CN" altLang="en-US"/>
              <a:t>单击此处编辑母版标题样式</a:t>
            </a:r>
            <a:endParaRPr lang="en-US" dirty="0"/>
          </a:p>
        </p:txBody>
      </p:sp>
      <p:sp>
        <p:nvSpPr>
          <p:cNvPr id="3" name="文本占位符 2"/>
          <p:cNvSpPr>
            <a:spLocks noGrp="1"/>
          </p:cNvSpPr>
          <p:nvPr>
            <p:ph type="body" idx="1"/>
          </p:nvPr>
        </p:nvSpPr>
        <p:spPr>
          <a:xfrm>
            <a:off x="1097280"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endParaRPr lang="zh-CN" altLang="en-US"/>
          </a:p>
        </p:txBody>
      </p:sp>
      <p:sp>
        <p:nvSpPr>
          <p:cNvPr id="4" name="内容占位符 3"/>
          <p:cNvSpPr>
            <a:spLocks noGrp="1"/>
          </p:cNvSpPr>
          <p:nvPr>
            <p:ph sz="half" idx="2"/>
          </p:nvPr>
        </p:nvSpPr>
        <p:spPr>
          <a:xfrm>
            <a:off x="1097280" y="2958274"/>
            <a:ext cx="4639736" cy="2910821"/>
          </a:xfrm>
        </p:spPr>
        <p:txBody>
          <a:bodyPr rtlCol="0"/>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en-US" dirty="0"/>
          </a:p>
        </p:txBody>
      </p:sp>
      <p:sp>
        <p:nvSpPr>
          <p:cNvPr id="5" name="文本占位符 4"/>
          <p:cNvSpPr>
            <a:spLocks noGrp="1"/>
          </p:cNvSpPr>
          <p:nvPr>
            <p:ph type="body" sz="quarter" idx="3"/>
          </p:nvPr>
        </p:nvSpPr>
        <p:spPr>
          <a:xfrm>
            <a:off x="6515944"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endParaRPr lang="zh-CN" altLang="en-US"/>
          </a:p>
        </p:txBody>
      </p:sp>
      <p:sp>
        <p:nvSpPr>
          <p:cNvPr id="6" name="内容占位符 5"/>
          <p:cNvSpPr>
            <a:spLocks noGrp="1"/>
          </p:cNvSpPr>
          <p:nvPr>
            <p:ph sz="quarter" idx="4"/>
          </p:nvPr>
        </p:nvSpPr>
        <p:spPr>
          <a:xfrm>
            <a:off x="6515944" y="2958273"/>
            <a:ext cx="4639736" cy="2910821"/>
          </a:xfrm>
        </p:spPr>
        <p:txBody>
          <a:bodyPr rtlCol="0"/>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en-US" dirty="0"/>
          </a:p>
        </p:txBody>
      </p:sp>
      <p:sp>
        <p:nvSpPr>
          <p:cNvPr id="2" name="日期占位符 1"/>
          <p:cNvSpPr>
            <a:spLocks noGrp="1"/>
          </p:cNvSpPr>
          <p:nvPr>
            <p:ph type="dt" sz="half" idx="10"/>
          </p:nvPr>
        </p:nvSpPr>
        <p:spPr/>
        <p:txBody>
          <a:bodyPr rtlCol="0"/>
          <a:lstStyle/>
          <a:p>
            <a:pPr rtl="0"/>
            <a:fld id="{EFBE5E81-E012-42C1-892B-1E2892457684}" type="datetime1">
              <a:rPr lang="zh-CN" altLang="en-US" smtClean="0"/>
            </a:fld>
            <a:endParaRPr lang="en-US" dirty="0"/>
          </a:p>
        </p:txBody>
      </p:sp>
      <p:sp>
        <p:nvSpPr>
          <p:cNvPr id="11" name="页脚占位符 10"/>
          <p:cNvSpPr>
            <a:spLocks noGrp="1"/>
          </p:cNvSpPr>
          <p:nvPr>
            <p:ph type="ftr" sz="quarter" idx="11"/>
          </p:nvPr>
        </p:nvSpPr>
        <p:spPr/>
        <p:txBody>
          <a:bodyPr rtlCol="0"/>
          <a:lstStyle/>
          <a:p>
            <a:pPr rtl="0"/>
            <a:endParaRPr lang="en-US" dirty="0"/>
          </a:p>
        </p:txBody>
      </p:sp>
      <p:sp>
        <p:nvSpPr>
          <p:cNvPr id="12" name="灯片编号占位符 11"/>
          <p:cNvSpPr>
            <a:spLocks noGrp="1"/>
          </p:cNvSpPr>
          <p:nvPr>
            <p:ph type="sldNum" sz="quarter" idx="12"/>
          </p:nvPr>
        </p:nvSpPr>
        <p:spPr/>
        <p:txBody>
          <a:bodyPr rtlCol="0"/>
          <a:lstStyle/>
          <a:p>
            <a:pPr rtl="0"/>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a:t>单击此处编辑母版标题样式</a:t>
            </a:r>
            <a:endParaRPr lang="en-US" dirty="0"/>
          </a:p>
        </p:txBody>
      </p:sp>
      <p:sp>
        <p:nvSpPr>
          <p:cNvPr id="6" name="日期占位符 5"/>
          <p:cNvSpPr>
            <a:spLocks noGrp="1"/>
          </p:cNvSpPr>
          <p:nvPr>
            <p:ph type="dt" sz="half" idx="10"/>
          </p:nvPr>
        </p:nvSpPr>
        <p:spPr/>
        <p:txBody>
          <a:bodyPr rtlCol="0"/>
          <a:lstStyle/>
          <a:p>
            <a:pPr rtl="0"/>
            <a:fld id="{DA05DBCF-E3D4-4FC7-9203-C0C05B2BAA55}" type="datetime1">
              <a:rPr lang="zh-CN" altLang="en-US" smtClean="0"/>
            </a:fld>
            <a:endParaRPr lang="en-US" dirty="0"/>
          </a:p>
        </p:txBody>
      </p:sp>
      <p:sp>
        <p:nvSpPr>
          <p:cNvPr id="7" name="页脚占位符 6"/>
          <p:cNvSpPr>
            <a:spLocks noGrp="1"/>
          </p:cNvSpPr>
          <p:nvPr>
            <p:ph type="ftr" sz="quarter" idx="11"/>
          </p:nvPr>
        </p:nvSpPr>
        <p:spPr/>
        <p:txBody>
          <a:bodyPr rtlCol="0"/>
          <a:lstStyle/>
          <a:p>
            <a:pPr rtl="0"/>
            <a:endParaRPr lang="en-US" dirty="0"/>
          </a:p>
        </p:txBody>
      </p:sp>
      <p:sp>
        <p:nvSpPr>
          <p:cNvPr id="8" name="灯片编号占位符 7"/>
          <p:cNvSpPr>
            <a:spLocks noGrp="1"/>
          </p:cNvSpPr>
          <p:nvPr>
            <p:ph type="sldNum" sz="quarter" idx="12"/>
          </p:nvPr>
        </p:nvSpPr>
        <p:spPr/>
        <p:txBody>
          <a:bodyPr rtlCol="0"/>
          <a:lstStyle/>
          <a:p>
            <a:pPr rtl="0"/>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10" name="长方形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日期占位符 1"/>
          <p:cNvSpPr>
            <a:spLocks noGrp="1"/>
          </p:cNvSpPr>
          <p:nvPr>
            <p:ph type="dt" sz="half" idx="10"/>
          </p:nvPr>
        </p:nvSpPr>
        <p:spPr/>
        <p:txBody>
          <a:bodyPr rtlCol="0"/>
          <a:lstStyle/>
          <a:p>
            <a:pPr rtl="0"/>
            <a:fld id="{4910A522-F0F5-43AE-870D-B1652467F5E7}" type="datetime1">
              <a:rPr lang="zh-CN" altLang="en-US" smtClean="0"/>
            </a:fld>
            <a:endParaRPr lang="en-US" dirty="0"/>
          </a:p>
        </p:txBody>
      </p:sp>
      <p:sp>
        <p:nvSpPr>
          <p:cNvPr id="3" name="页脚占位符 2"/>
          <p:cNvSpPr>
            <a:spLocks noGrp="1"/>
          </p:cNvSpPr>
          <p:nvPr>
            <p:ph type="ftr" sz="quarter" idx="11"/>
          </p:nvPr>
        </p:nvSpPr>
        <p:spPr/>
        <p:txBody>
          <a:bodyPr rtlCol="0"/>
          <a:lstStyle/>
          <a:p>
            <a:pPr rtl="0"/>
            <a:endParaRPr lang="en-US" dirty="0"/>
          </a:p>
        </p:txBody>
      </p:sp>
      <p:sp>
        <p:nvSpPr>
          <p:cNvPr id="4" name="灯片编号占位符 3"/>
          <p:cNvSpPr>
            <a:spLocks noGrp="1"/>
          </p:cNvSpPr>
          <p:nvPr>
            <p:ph type="sldNum" sz="quarter" idx="12"/>
          </p:nvPr>
        </p:nvSpPr>
        <p:spPr/>
        <p:txBody>
          <a:bodyPr rtlCol="0"/>
          <a:lstStyle/>
          <a:p>
            <a:pPr rtl="0"/>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带标题的内容">
    <p:spTree>
      <p:nvGrpSpPr>
        <p:cNvPr id="1" name=""/>
        <p:cNvGrpSpPr/>
        <p:nvPr/>
      </p:nvGrpSpPr>
      <p:grpSpPr>
        <a:xfrm>
          <a:off x="0" y="0"/>
          <a:ext cx="0" cy="0"/>
          <a:chOff x="0" y="0"/>
          <a:chExt cx="0" cy="0"/>
        </a:xfrm>
      </p:grpSpPr>
      <p:sp>
        <p:nvSpPr>
          <p:cNvPr id="8" name="矩形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p:nvPr>
        </p:nvSpPr>
        <p:spPr>
          <a:xfrm>
            <a:off x="643466" y="786383"/>
            <a:ext cx="3517567" cy="2093975"/>
          </a:xfrm>
        </p:spPr>
        <p:txBody>
          <a:bodyPr rtlCol="0" anchor="b">
            <a:normAutofit/>
          </a:bodyPr>
          <a:lstStyle>
            <a:lvl1pPr>
              <a:lnSpc>
                <a:spcPct val="90000"/>
              </a:lnSpc>
              <a:defRPr sz="3600" b="0">
                <a:solidFill>
                  <a:srgbClr val="FFFFFF"/>
                </a:solidFill>
              </a:defRPr>
            </a:lvl1pPr>
          </a:lstStyle>
          <a:p>
            <a:pPr rtl="0"/>
            <a:r>
              <a:rPr lang="zh-CN" altLang="en-US"/>
              <a:t>单击此处编辑母版标题样式</a:t>
            </a:r>
            <a:endParaRPr lang="en-US" dirty="0"/>
          </a:p>
        </p:txBody>
      </p:sp>
      <p:sp>
        <p:nvSpPr>
          <p:cNvPr id="3" name="内容占位符 2"/>
          <p:cNvSpPr>
            <a:spLocks noGrp="1"/>
          </p:cNvSpPr>
          <p:nvPr>
            <p:ph idx="1"/>
          </p:nvPr>
        </p:nvSpPr>
        <p:spPr>
          <a:xfrm>
            <a:off x="5458984" y="812799"/>
            <a:ext cx="5928344" cy="5294757"/>
          </a:xfrm>
        </p:spPr>
        <p:txBody>
          <a:bodyPr rtlCol="0"/>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en-US" dirty="0"/>
          </a:p>
        </p:txBody>
      </p:sp>
      <p:sp>
        <p:nvSpPr>
          <p:cNvPr id="4" name="文本占位符 3"/>
          <p:cNvSpPr>
            <a:spLocks noGrp="1"/>
          </p:cNvSpPr>
          <p:nvPr>
            <p:ph type="body" sz="half" idx="2"/>
          </p:nvPr>
        </p:nvSpPr>
        <p:spPr>
          <a:xfrm>
            <a:off x="643465" y="3043050"/>
            <a:ext cx="3517567" cy="3064505"/>
          </a:xfrm>
        </p:spPr>
        <p:txBody>
          <a:bodyPr lIns="91440" rIns="91440" rtlCol="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endParaRPr lang="zh-CN" altLang="en-US"/>
          </a:p>
        </p:txBody>
      </p:sp>
      <p:sp>
        <p:nvSpPr>
          <p:cNvPr id="5" name="日期占位符 4"/>
          <p:cNvSpPr>
            <a:spLocks noGrp="1"/>
          </p:cNvSpPr>
          <p:nvPr>
            <p:ph type="dt" sz="half" idx="10"/>
          </p:nvPr>
        </p:nvSpPr>
        <p:spPr>
          <a:xfrm>
            <a:off x="643464" y="6446520"/>
            <a:ext cx="3517568" cy="365125"/>
          </a:xfrm>
        </p:spPr>
        <p:txBody>
          <a:bodyPr rtlCol="0"/>
          <a:lstStyle>
            <a:lvl1pPr algn="l">
              <a:defRPr/>
            </a:lvl1pPr>
          </a:lstStyle>
          <a:p>
            <a:pPr rtl="0"/>
            <a:fld id="{4571CF06-CFCF-4651-AD58-EA72AF9A9AA5}" type="datetime1">
              <a:rPr lang="zh-CN" altLang="en-US" smtClean="0"/>
            </a:fld>
            <a:endParaRPr lang="en-US" dirty="0"/>
          </a:p>
        </p:txBody>
      </p:sp>
      <p:sp>
        <p:nvSpPr>
          <p:cNvPr id="6" name="页脚占位符 5"/>
          <p:cNvSpPr>
            <a:spLocks noGrp="1"/>
          </p:cNvSpPr>
          <p:nvPr>
            <p:ph type="ftr" sz="quarter" idx="11"/>
          </p:nvPr>
        </p:nvSpPr>
        <p:spPr>
          <a:xfrm>
            <a:off x="5458983" y="6446520"/>
            <a:ext cx="5334019" cy="365125"/>
          </a:xfrm>
        </p:spPr>
        <p:txBody>
          <a:bodyPr rtlCol="0"/>
          <a:lstStyle>
            <a:lvl1pPr algn="l">
              <a:defRPr>
                <a:solidFill>
                  <a:schemeClr val="tx2"/>
                </a:solidFill>
              </a:defRPr>
            </a:lvl1pPr>
          </a:lstStyle>
          <a:p>
            <a:pPr rtl="0"/>
            <a:endParaRPr lang="en-US" dirty="0"/>
          </a:p>
        </p:txBody>
      </p:sp>
      <p:sp>
        <p:nvSpPr>
          <p:cNvPr id="7" name="幻灯片编号占位符 6"/>
          <p:cNvSpPr>
            <a:spLocks noGrp="1"/>
          </p:cNvSpPr>
          <p:nvPr>
            <p:ph type="sldNum" sz="quarter" idx="12"/>
          </p:nvPr>
        </p:nvSpPr>
        <p:spPr/>
        <p:txBody>
          <a:bodyPr rtlCol="0"/>
          <a:lstStyle>
            <a:lvl1pPr>
              <a:defRPr>
                <a:solidFill>
                  <a:schemeClr val="tx2"/>
                </a:solidFill>
              </a:defRPr>
            </a:lvl1pPr>
          </a:lstStyle>
          <a:p>
            <a:pPr rtl="0"/>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带标题的图片">
    <p:spTree>
      <p:nvGrpSpPr>
        <p:cNvPr id="1" name=""/>
        <p:cNvGrpSpPr/>
        <p:nvPr/>
      </p:nvGrpSpPr>
      <p:grpSpPr>
        <a:xfrm>
          <a:off x="0" y="0"/>
          <a:ext cx="0" cy="0"/>
          <a:chOff x="0" y="0"/>
          <a:chExt cx="0" cy="0"/>
        </a:xfrm>
      </p:grpSpPr>
      <p:sp>
        <p:nvSpPr>
          <p:cNvPr id="8" name="矩形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图片占位符 2"/>
          <p:cNvSpPr>
            <a:spLocks noGrp="1" noChangeAspect="1"/>
          </p:cNvSpPr>
          <p:nvPr>
            <p:ph type="pic" idx="1"/>
          </p:nvPr>
        </p:nvSpPr>
        <p:spPr>
          <a:xfrm>
            <a:off x="15" y="0"/>
            <a:ext cx="12191985" cy="4578350"/>
          </a:xfrm>
          <a:solidFill>
            <a:schemeClr val="bg1">
              <a:lumMod val="85000"/>
            </a:schemeClr>
          </a:solidFill>
        </p:spPr>
        <p:txBody>
          <a:bodyPr lIns="457200" tIns="45720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CN" altLang="en-US"/>
              <a:t>单击图标添加图片</a:t>
            </a:r>
            <a:endParaRPr lang="en-US" dirty="0"/>
          </a:p>
        </p:txBody>
      </p:sp>
      <p:sp>
        <p:nvSpPr>
          <p:cNvPr id="2" name="标题 1"/>
          <p:cNvSpPr>
            <a:spLocks noGrp="1"/>
          </p:cNvSpPr>
          <p:nvPr>
            <p:ph type="title"/>
          </p:nvPr>
        </p:nvSpPr>
        <p:spPr>
          <a:xfrm>
            <a:off x="1097279" y="4799362"/>
            <a:ext cx="10113645" cy="743682"/>
          </a:xfrm>
        </p:spPr>
        <p:txBody>
          <a:bodyPr tIns="0" bIns="0" rtlCol="0" anchor="b">
            <a:noAutofit/>
          </a:bodyPr>
          <a:lstStyle>
            <a:lvl1pPr>
              <a:defRPr sz="3600" b="0">
                <a:solidFill>
                  <a:srgbClr val="FFFFFF"/>
                </a:solidFill>
              </a:defRPr>
            </a:lvl1pPr>
          </a:lstStyle>
          <a:p>
            <a:pPr rtl="0"/>
            <a:r>
              <a:rPr lang="zh-CN" altLang="en-US"/>
              <a:t>单击此处编辑母版标题样式</a:t>
            </a:r>
            <a:endParaRPr lang="en-US" dirty="0"/>
          </a:p>
        </p:txBody>
      </p:sp>
      <p:sp>
        <p:nvSpPr>
          <p:cNvPr id="4" name="文本占位符 3"/>
          <p:cNvSpPr>
            <a:spLocks noGrp="1"/>
          </p:cNvSpPr>
          <p:nvPr>
            <p:ph type="body" sz="half" idx="2"/>
          </p:nvPr>
        </p:nvSpPr>
        <p:spPr>
          <a:xfrm>
            <a:off x="1097279" y="5715000"/>
            <a:ext cx="10113264" cy="609600"/>
          </a:xfrm>
        </p:spPr>
        <p:txBody>
          <a:bodyPr lIns="91440" tIns="0" rIns="91440" bIns="0" rtlCol="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endParaRPr lang="zh-CN" altLang="en-US"/>
          </a:p>
        </p:txBody>
      </p:sp>
      <p:sp>
        <p:nvSpPr>
          <p:cNvPr id="5" name="日期占位符 4"/>
          <p:cNvSpPr>
            <a:spLocks noGrp="1"/>
          </p:cNvSpPr>
          <p:nvPr>
            <p:ph type="dt" sz="half" idx="10"/>
          </p:nvPr>
        </p:nvSpPr>
        <p:spPr/>
        <p:txBody>
          <a:bodyPr rtlCol="0"/>
          <a:lstStyle>
            <a:lvl1pPr>
              <a:defRPr/>
            </a:lvl1pPr>
          </a:lstStyle>
          <a:p>
            <a:pPr rtl="0"/>
            <a:fld id="{A78803E1-1726-4879-80E3-452B390141DD}" type="datetime1">
              <a:rPr lang="zh-CN" altLang="en-US" smtClean="0"/>
            </a:fld>
            <a:endParaRPr lang="en-US" dirty="0"/>
          </a:p>
        </p:txBody>
      </p:sp>
      <p:sp>
        <p:nvSpPr>
          <p:cNvPr id="6" name="页脚占位符 5"/>
          <p:cNvSpPr>
            <a:spLocks noGrp="1"/>
          </p:cNvSpPr>
          <p:nvPr>
            <p:ph type="ftr" sz="quarter" idx="11"/>
          </p:nvPr>
        </p:nvSpPr>
        <p:spPr>
          <a:xfrm>
            <a:off x="1097279" y="6446838"/>
            <a:ext cx="6818262" cy="365125"/>
          </a:xfrm>
        </p:spPr>
        <p:txBody>
          <a:bodyPr rtlCol="0"/>
          <a:lstStyle/>
          <a:p>
            <a:pPr algn="l" rtl="0"/>
            <a:endParaRPr lang="en-US" dirty="0"/>
          </a:p>
        </p:txBody>
      </p:sp>
      <p:sp>
        <p:nvSpPr>
          <p:cNvPr id="7" name="灯片编号占位符 6"/>
          <p:cNvSpPr>
            <a:spLocks noGrp="1"/>
          </p:cNvSpPr>
          <p:nvPr>
            <p:ph type="sldNum" sz="quarter" idx="12"/>
          </p:nvPr>
        </p:nvSpPr>
        <p:spPr/>
        <p:txBody>
          <a:bodyPr rtlCol="0"/>
          <a:lstStyle/>
          <a:p>
            <a:pPr rtl="0"/>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p:txBody>
          <a:bodyPr vert="eaVert" lIns="45720" tIns="0" rIns="45720" bIns="0" rtlCol="0"/>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en-US" dirty="0"/>
          </a:p>
        </p:txBody>
      </p:sp>
      <p:sp>
        <p:nvSpPr>
          <p:cNvPr id="7" name="日期占位符 6"/>
          <p:cNvSpPr>
            <a:spLocks noGrp="1"/>
          </p:cNvSpPr>
          <p:nvPr>
            <p:ph type="dt" sz="half" idx="10"/>
          </p:nvPr>
        </p:nvSpPr>
        <p:spPr/>
        <p:txBody>
          <a:bodyPr rtlCol="0"/>
          <a:lstStyle/>
          <a:p>
            <a:pPr rtl="0"/>
            <a:fld id="{6818B044-5115-4C63-8F06-0D627F0729F0}" type="datetime1">
              <a:rPr lang="zh-CN" altLang="en-US" smtClean="0"/>
            </a:fld>
            <a:endParaRPr lang="en-US" dirty="0"/>
          </a:p>
        </p:txBody>
      </p:sp>
      <p:sp>
        <p:nvSpPr>
          <p:cNvPr id="8" name="页脚占位符 7"/>
          <p:cNvSpPr>
            <a:spLocks noGrp="1"/>
          </p:cNvSpPr>
          <p:nvPr>
            <p:ph type="ftr" sz="quarter" idx="11"/>
          </p:nvPr>
        </p:nvSpPr>
        <p:spPr/>
        <p:txBody>
          <a:bodyPr rtlCol="0"/>
          <a:lstStyle/>
          <a:p>
            <a:pPr rtl="0"/>
            <a:endParaRPr lang="en-US" dirty="0"/>
          </a:p>
        </p:txBody>
      </p:sp>
      <p:sp>
        <p:nvSpPr>
          <p:cNvPr id="9" name="灯片编号占位符 8"/>
          <p:cNvSpPr>
            <a:spLocks noGrp="1"/>
          </p:cNvSpPr>
          <p:nvPr>
            <p:ph type="sldNum" sz="quarter" idx="12"/>
          </p:nvPr>
        </p:nvSpPr>
        <p:spPr/>
        <p:txBody>
          <a:bodyPr rtlCol="0"/>
          <a:lstStyle/>
          <a:p>
            <a:pPr rtl="0"/>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标题与文本">
    <p:spTree>
      <p:nvGrpSpPr>
        <p:cNvPr id="1" name=""/>
        <p:cNvGrpSpPr/>
        <p:nvPr/>
      </p:nvGrpSpPr>
      <p:grpSpPr>
        <a:xfrm>
          <a:off x="0" y="0"/>
          <a:ext cx="0" cy="0"/>
          <a:chOff x="0" y="0"/>
          <a:chExt cx="0" cy="0"/>
        </a:xfrm>
      </p:grpSpPr>
      <p:sp>
        <p:nvSpPr>
          <p:cNvPr id="9" name="长方形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垂直标题 1"/>
          <p:cNvSpPr>
            <a:spLocks noGrp="1"/>
          </p:cNvSpPr>
          <p:nvPr>
            <p:ph type="title" orient="vert"/>
          </p:nvPr>
        </p:nvSpPr>
        <p:spPr>
          <a:xfrm>
            <a:off x="8724900" y="412302"/>
            <a:ext cx="2628900" cy="5759898"/>
          </a:xfrm>
        </p:spPr>
        <p:txBody>
          <a:bodyPr vert="eaVert"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a:xfrm>
            <a:off x="838200" y="412302"/>
            <a:ext cx="7734300" cy="5759898"/>
          </a:xfrm>
        </p:spPr>
        <p:txBody>
          <a:bodyPr vert="eaVert" lIns="45720" tIns="0" rIns="45720" bIns="0" rtlCol="0"/>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en-US" dirty="0"/>
          </a:p>
        </p:txBody>
      </p:sp>
      <p:sp>
        <p:nvSpPr>
          <p:cNvPr id="7" name="日期占位符 6"/>
          <p:cNvSpPr>
            <a:spLocks noGrp="1"/>
          </p:cNvSpPr>
          <p:nvPr>
            <p:ph type="dt" sz="half" idx="10"/>
          </p:nvPr>
        </p:nvSpPr>
        <p:spPr/>
        <p:txBody>
          <a:bodyPr rtlCol="0"/>
          <a:lstStyle/>
          <a:p>
            <a:pPr rtl="0"/>
            <a:fld id="{C0E476C3-78BD-40CB-9C6F-0D41DD7E1D50}" type="datetime1">
              <a:rPr lang="zh-CN" altLang="en-US" smtClean="0"/>
            </a:fld>
            <a:endParaRPr lang="en-US" dirty="0"/>
          </a:p>
        </p:txBody>
      </p:sp>
      <p:sp>
        <p:nvSpPr>
          <p:cNvPr id="8" name="页脚占位符 7"/>
          <p:cNvSpPr>
            <a:spLocks noGrp="1"/>
          </p:cNvSpPr>
          <p:nvPr>
            <p:ph type="ftr" sz="quarter" idx="11"/>
          </p:nvPr>
        </p:nvSpPr>
        <p:spPr/>
        <p:txBody>
          <a:bodyPr rtlCol="0"/>
          <a:lstStyle/>
          <a:p>
            <a:pPr rtl="0"/>
            <a:endParaRPr lang="en-US" dirty="0"/>
          </a:p>
        </p:txBody>
      </p:sp>
      <p:sp>
        <p:nvSpPr>
          <p:cNvPr id="10" name="灯片编号占位符 9"/>
          <p:cNvSpPr>
            <a:spLocks noGrp="1"/>
          </p:cNvSpPr>
          <p:nvPr>
            <p:ph type="sldNum" sz="quarter" idx="12"/>
          </p:nvPr>
        </p:nvSpPr>
        <p:spPr/>
        <p:txBody>
          <a:bodyPr rtlCol="0"/>
          <a:lstStyle/>
          <a:p>
            <a:pPr rtl="0"/>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长方形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占位符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en-US" dirty="0"/>
              <a:t>单击此处编辑母版标题样式</a:t>
            </a:r>
            <a:endParaRPr lang="en-US" dirty="0"/>
          </a:p>
        </p:txBody>
      </p:sp>
      <p:sp>
        <p:nvSpPr>
          <p:cNvPr id="3" name="文本占位符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rtl="0"/>
            <a:r>
              <a:rPr lang="en-US" dirty="0"/>
              <a:t>单击此处编辑母版文本样式</a:t>
            </a:r>
            <a:endParaRPr lang="en-US" dirty="0"/>
          </a:p>
          <a:p>
            <a:pPr lvl="1" rtl="0"/>
            <a:r>
              <a:rPr lang="en-US" dirty="0"/>
              <a:t>第二级</a:t>
            </a:r>
            <a:endParaRPr lang="en-US" dirty="0"/>
          </a:p>
          <a:p>
            <a:pPr lvl="2" rtl="0"/>
            <a:r>
              <a:rPr lang="en-US" dirty="0"/>
              <a:t>第三级</a:t>
            </a:r>
            <a:endParaRPr lang="en-US" dirty="0"/>
          </a:p>
          <a:p>
            <a:pPr lvl="3" rtl="0"/>
            <a:r>
              <a:rPr lang="en-US" dirty="0"/>
              <a:t>第四级</a:t>
            </a:r>
            <a:endParaRPr lang="en-US" dirty="0"/>
          </a:p>
          <a:p>
            <a:pPr lvl="4" rtl="0"/>
            <a:r>
              <a:rPr lang="en-US" dirty="0"/>
              <a:t>第五级</a:t>
            </a:r>
            <a:endParaRPr lang="en-US" dirty="0"/>
          </a:p>
        </p:txBody>
      </p:sp>
      <p:sp>
        <p:nvSpPr>
          <p:cNvPr id="4" name="日期占位符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latin typeface="Microsoft YaHei UI" panose="020B0503020204020204" pitchFamily="34" charset="-122"/>
                <a:ea typeface="Microsoft YaHei UI" panose="020B0503020204020204" pitchFamily="34" charset="-122"/>
              </a:defRPr>
            </a:lvl1pPr>
          </a:lstStyle>
          <a:p>
            <a:fld id="{4ECCA8BC-1B61-46E2-9581-00FC2FDA063C}" type="datetime1">
              <a:rPr lang="zh-CN" altLang="en-US" smtClean="0"/>
            </a:fld>
            <a:endParaRPr lang="en-US" dirty="0"/>
          </a:p>
        </p:txBody>
      </p:sp>
      <p:sp>
        <p:nvSpPr>
          <p:cNvPr id="5" name="页脚占位符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latin typeface="Microsoft YaHei UI" panose="020B0503020204020204" pitchFamily="34" charset="-122"/>
                <a:ea typeface="Microsoft YaHei UI" panose="020B0503020204020204" pitchFamily="34" charset="-122"/>
              </a:defRPr>
            </a:lvl1pPr>
          </a:lstStyle>
          <a:p>
            <a:endParaRPr lang="en-US" dirty="0"/>
          </a:p>
        </p:txBody>
      </p:sp>
      <p:sp>
        <p:nvSpPr>
          <p:cNvPr id="6" name="幻灯片编号占位符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latin typeface="Microsoft YaHei UI" panose="020B0503020204020204" pitchFamily="34" charset="-122"/>
                <a:ea typeface="Microsoft YaHei UI" panose="020B0503020204020204" pitchFamily="34" charset="-122"/>
              </a:defRPr>
            </a:lvl1pPr>
          </a:lstStyle>
          <a:p>
            <a:fld id="{3A98EE3D-8CD1-4C3F-BD1C-C98C9596463C}" type="slidenum">
              <a:rPr lang="en-US" smtClean="0"/>
            </a:fld>
            <a:endParaRPr lang="en-US" dirty="0"/>
          </a:p>
        </p:txBody>
      </p:sp>
      <p:cxnSp>
        <p:nvCxnSpPr>
          <p:cNvPr id="10" name="直接连接符​​(S)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新宋体" panose="02010609030101010101" pitchFamily="49" charset="-122"/>
          <a:ea typeface="新宋体" panose="02010609030101010101" pitchFamily="49" charset="-122"/>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长方形 21"/>
          <p:cNvSpPr>
            <a:spLocks noGrp="1" noRot="1" noChangeAspect="1" noMove="1" noResize="1" noEditPoints="1" noAdjustHandles="1" noChangeArrowheads="1" noChangeShapeType="1" noTextEdit="1"/>
          </p:cNvSpPr>
          <p:nvPr/>
        </p:nvSpPr>
        <p:spPr>
          <a:xfrm>
            <a:off x="-6223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标题 1"/>
          <p:cNvSpPr>
            <a:spLocks noGrp="1"/>
          </p:cNvSpPr>
          <p:nvPr>
            <p:ph type="ctrTitle"/>
          </p:nvPr>
        </p:nvSpPr>
        <p:spPr>
          <a:xfrm>
            <a:off x="5289754" y="639097"/>
            <a:ext cx="6253317" cy="3686015"/>
          </a:xfrm>
        </p:spPr>
        <p:txBody>
          <a:bodyPr rtlCol="0">
            <a:normAutofit/>
          </a:bodyPr>
          <a:lstStyle/>
          <a:p>
            <a:pPr rtl="0"/>
            <a:r>
              <a:rPr lang="en-US" sz="8000" dirty="0"/>
              <a:t>Part 4: Analysis of EmoSet</a:t>
            </a:r>
            <a:endParaRPr lang="en-US" sz="8000" dirty="0"/>
          </a:p>
        </p:txBody>
      </p:sp>
      <p:sp>
        <p:nvSpPr>
          <p:cNvPr id="3" name="副标题 2"/>
          <p:cNvSpPr>
            <a:spLocks noGrp="1"/>
          </p:cNvSpPr>
          <p:nvPr>
            <p:ph type="subTitle" idx="1"/>
          </p:nvPr>
        </p:nvSpPr>
        <p:spPr>
          <a:xfrm>
            <a:off x="5289753" y="4672739"/>
            <a:ext cx="6269347" cy="1021498"/>
          </a:xfrm>
        </p:spPr>
        <p:txBody>
          <a:bodyPr rtlCol="0">
            <a:normAutofit/>
          </a:bodyPr>
          <a:lstStyle/>
          <a:p>
            <a:pPr rtl="0"/>
            <a:r>
              <a:rPr lang="zh-CN" altLang="en-US" sz="2400" dirty="0">
                <a:solidFill>
                  <a:schemeClr val="tx1">
                    <a:lumMod val="85000"/>
                    <a:lumOff val="15000"/>
                  </a:schemeClr>
                </a:solidFill>
              </a:rPr>
              <a:t>汇报人：</a:t>
            </a:r>
            <a:r>
              <a:rPr lang="zh-CN" altLang="en-US" sz="2400" dirty="0">
                <a:solidFill>
                  <a:schemeClr val="tx1">
                    <a:lumMod val="85000"/>
                    <a:lumOff val="15000"/>
                  </a:schemeClr>
                </a:solidFill>
              </a:rPr>
              <a:t>杨皓翔</a:t>
            </a:r>
            <a:endParaRPr lang="zh-CN" altLang="en-US" sz="2400" dirty="0">
              <a:solidFill>
                <a:schemeClr val="tx1">
                  <a:lumMod val="85000"/>
                  <a:lumOff val="15000"/>
                </a:schemeClr>
              </a:solidFill>
            </a:endParaRPr>
          </a:p>
        </p:txBody>
      </p:sp>
      <p:pic>
        <p:nvPicPr>
          <p:cNvPr id="5" name="图片 4" descr="一张显示了建筑物、坐姿、长凳和侧边的图片&#10;&#10;说明自动生成"/>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1" y="1"/>
            <a:ext cx="4635315" cy="6857999"/>
          </a:xfrm>
          <a:prstGeom prst="rect">
            <a:avLst/>
          </a:prstGeom>
        </p:spPr>
      </p:pic>
      <p:cxnSp>
        <p:nvCxnSpPr>
          <p:cNvPr id="24" name="直接连接符​​(S)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长方形 46"/>
          <p:cNvSpPr>
            <a:spLocks noGrp="1" noRot="1" noChangeAspect="1" noMove="1" noResize="1" noEditPoints="1" noAdjustHandles="1" noChangeArrowheads="1" noChangeShapeType="1" noTextEdit="1"/>
          </p:cNvSpPr>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标题 1"/>
          <p:cNvSpPr>
            <a:spLocks noGrp="1"/>
          </p:cNvSpPr>
          <p:nvPr>
            <p:ph type="ctrTitle"/>
          </p:nvPr>
        </p:nvSpPr>
        <p:spPr>
          <a:xfrm>
            <a:off x="1097280" y="758952"/>
            <a:ext cx="10058400" cy="3892168"/>
          </a:xfrm>
        </p:spPr>
        <p:txBody>
          <a:bodyPr rtlCol="0" anchor="ctr">
            <a:normAutofit/>
          </a:bodyPr>
          <a:lstStyle/>
          <a:p>
            <a:pPr lvl="0" rtl="0"/>
            <a:r>
              <a:rPr lang="en-US" sz="3600" b="1" dirty="0">
                <a:ln/>
                <a:solidFill>
                  <a:schemeClr val="tx1"/>
                </a:solidFill>
                <a:effectLst>
                  <a:outerShdw blurRad="38100" dist="19050" dir="2700000" algn="tl" rotWithShape="0">
                    <a:schemeClr val="dk1">
                      <a:alpha val="40000"/>
                    </a:schemeClr>
                  </a:outerShdw>
                </a:effectLst>
              </a:rPr>
              <a:t>1. 整体框架分析</a:t>
            </a:r>
            <a:br>
              <a:rPr lang="en-US" sz="3600" b="1" dirty="0">
                <a:ln/>
                <a:solidFill>
                  <a:schemeClr val="tx1"/>
                </a:solidFill>
                <a:effectLst>
                  <a:outerShdw blurRad="38100" dist="19050" dir="2700000" algn="tl" rotWithShape="0">
                    <a:schemeClr val="dk1">
                      <a:alpha val="40000"/>
                    </a:schemeClr>
                  </a:outerShdw>
                </a:effectLst>
              </a:rPr>
            </a:br>
            <a:r>
              <a:rPr lang="en-US" sz="3600" b="1" dirty="0">
                <a:ln/>
                <a:solidFill>
                  <a:schemeClr val="tx1"/>
                </a:solidFill>
                <a:effectLst>
                  <a:outerShdw blurRad="38100" dist="19050" dir="2700000" algn="tl" rotWithShape="0">
                    <a:schemeClr val="dk1">
                      <a:alpha val="40000"/>
                    </a:schemeClr>
                  </a:outerShdw>
                </a:effectLst>
              </a:rPr>
              <a:t>2. 提炼要点</a:t>
            </a:r>
            <a:br>
              <a:rPr lang="en-US" sz="3600" b="1" dirty="0">
                <a:ln/>
                <a:solidFill>
                  <a:schemeClr val="tx1"/>
                </a:solidFill>
                <a:effectLst>
                  <a:outerShdw blurRad="38100" dist="19050" dir="2700000" algn="tl" rotWithShape="0">
                    <a:schemeClr val="dk1">
                      <a:alpha val="40000"/>
                    </a:schemeClr>
                  </a:outerShdw>
                </a:effectLst>
              </a:rPr>
            </a:br>
            <a:r>
              <a:rPr lang="en-US" sz="3600" b="1" dirty="0">
                <a:ln/>
                <a:solidFill>
                  <a:schemeClr val="tx1"/>
                </a:solidFill>
                <a:effectLst>
                  <a:outerShdw blurRad="38100" dist="19050" dir="2700000" algn="tl" rotWithShape="0">
                    <a:schemeClr val="dk1">
                      <a:alpha val="40000"/>
                    </a:schemeClr>
                  </a:outerShdw>
                </a:effectLst>
              </a:rPr>
              <a:t>3. </a:t>
            </a:r>
            <a:r>
              <a:rPr lang="zh-CN" altLang="en-US" sz="3600" b="1" dirty="0">
                <a:ln/>
                <a:solidFill>
                  <a:schemeClr val="tx1"/>
                </a:solidFill>
                <a:effectLst>
                  <a:outerShdw blurRad="38100" dist="19050" dir="2700000" algn="tl" rotWithShape="0">
                    <a:schemeClr val="dk1">
                      <a:alpha val="40000"/>
                    </a:schemeClr>
                  </a:outerShdw>
                </a:effectLst>
              </a:rPr>
              <a:t>内容具体分析</a:t>
            </a:r>
            <a:br>
              <a:rPr lang="en-US" sz="3600" b="1" dirty="0">
                <a:ln/>
                <a:solidFill>
                  <a:schemeClr val="tx1"/>
                </a:solidFill>
                <a:effectLst>
                  <a:outerShdw blurRad="38100" dist="19050" dir="2700000" algn="tl" rotWithShape="0">
                    <a:schemeClr val="dk1">
                      <a:alpha val="40000"/>
                    </a:schemeClr>
                  </a:outerShdw>
                </a:effectLst>
              </a:rPr>
            </a:br>
            <a:r>
              <a:rPr lang="en-US" sz="3600" b="1" dirty="0">
                <a:ln/>
                <a:solidFill>
                  <a:schemeClr val="tx1"/>
                </a:solidFill>
                <a:effectLst>
                  <a:outerShdw blurRad="38100" dist="19050" dir="2700000" algn="tl" rotWithShape="0">
                    <a:schemeClr val="dk1">
                      <a:alpha val="40000"/>
                    </a:schemeClr>
                  </a:outerShdw>
                </a:effectLst>
              </a:rPr>
              <a:t>4. 与上下文其他部分的联系</a:t>
            </a:r>
            <a:br>
              <a:rPr lang="en-US" sz="3600" b="1" dirty="0">
                <a:ln/>
                <a:solidFill>
                  <a:schemeClr val="tx1"/>
                </a:solidFill>
                <a:effectLst>
                  <a:outerShdw blurRad="38100" dist="19050" dir="2700000" algn="tl" rotWithShape="0">
                    <a:schemeClr val="dk1">
                      <a:alpha val="40000"/>
                    </a:schemeClr>
                  </a:outerShdw>
                </a:effectLst>
              </a:rPr>
            </a:br>
            <a:r>
              <a:rPr lang="en-US" sz="3600" b="1" dirty="0">
                <a:ln/>
                <a:solidFill>
                  <a:schemeClr val="tx1"/>
                </a:solidFill>
                <a:effectLst>
                  <a:outerShdw blurRad="38100" dist="19050" dir="2700000" algn="tl" rotWithShape="0">
                    <a:schemeClr val="dk1">
                      <a:alpha val="40000"/>
                    </a:schemeClr>
                  </a:outerShdw>
                </a:effectLst>
              </a:rPr>
              <a:t>5. 作者的</a:t>
            </a:r>
            <a:r>
              <a:rPr lang="zh-CN" altLang="en-US" sz="3600" b="1" dirty="0">
                <a:ln/>
                <a:solidFill>
                  <a:schemeClr val="tx1"/>
                </a:solidFill>
                <a:effectLst>
                  <a:outerShdw blurRad="38100" dist="19050" dir="2700000" algn="tl" rotWithShape="0">
                    <a:schemeClr val="dk1">
                      <a:alpha val="40000"/>
                    </a:schemeClr>
                  </a:outerShdw>
                </a:effectLst>
              </a:rPr>
              <a:t>研究</a:t>
            </a:r>
            <a:r>
              <a:rPr lang="en-US" sz="3600" b="1" dirty="0">
                <a:ln/>
                <a:solidFill>
                  <a:schemeClr val="tx1"/>
                </a:solidFill>
                <a:effectLst>
                  <a:outerShdw blurRad="38100" dist="19050" dir="2700000" algn="tl" rotWithShape="0">
                    <a:schemeClr val="dk1">
                      <a:alpha val="40000"/>
                    </a:schemeClr>
                  </a:outerShdw>
                </a:effectLst>
              </a:rPr>
              <a:t>意图</a:t>
            </a:r>
            <a:br>
              <a:rPr lang="en-US" sz="3600" b="1" dirty="0">
                <a:ln/>
                <a:solidFill>
                  <a:schemeClr val="tx1"/>
                </a:solidFill>
                <a:effectLst>
                  <a:outerShdw blurRad="38100" dist="19050" dir="2700000" algn="tl" rotWithShape="0">
                    <a:schemeClr val="dk1">
                      <a:alpha val="40000"/>
                    </a:schemeClr>
                  </a:outerShdw>
                </a:effectLst>
              </a:rPr>
            </a:br>
            <a:r>
              <a:rPr lang="en-US" sz="3600" b="1" dirty="0">
                <a:ln/>
                <a:solidFill>
                  <a:schemeClr val="tx1"/>
                </a:solidFill>
                <a:effectLst>
                  <a:outerShdw blurRad="38100" dist="19050" dir="2700000" algn="tl" rotWithShape="0">
                    <a:schemeClr val="dk1">
                      <a:alpha val="40000"/>
                    </a:schemeClr>
                  </a:outerShdw>
                </a:effectLst>
              </a:rPr>
              <a:t>6. 对我们以后写论文的帮助</a:t>
            </a:r>
            <a:endParaRPr lang="en-US" sz="3600" b="1" dirty="0">
              <a:ln/>
              <a:solidFill>
                <a:schemeClr val="tx1"/>
              </a:solidFill>
              <a:effectLst>
                <a:outerShdw blurRad="38100" dist="19050" dir="2700000" algn="tl" rotWithShape="0">
                  <a:schemeClr val="dk1">
                    <a:alpha val="40000"/>
                  </a:schemeClr>
                </a:outerShdw>
              </a:effectLst>
            </a:endParaRPr>
          </a:p>
        </p:txBody>
      </p:sp>
      <p:sp>
        <p:nvSpPr>
          <p:cNvPr id="49" name="长方形 48"/>
          <p:cNvSpPr>
            <a:spLocks noGrp="1" noRot="1" noChangeAspect="1" noMove="1" noResize="1" noEditPoints="1" noAdjustHandles="1" noChangeArrowheads="1" noChangeShapeType="1" noTextEdit="1"/>
          </p:cNvSpPr>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副标题 2"/>
          <p:cNvSpPr>
            <a:spLocks noGrp="1"/>
          </p:cNvSpPr>
          <p:nvPr>
            <p:ph type="subTitle" idx="1"/>
          </p:nvPr>
        </p:nvSpPr>
        <p:spPr>
          <a:xfrm>
            <a:off x="1100051" y="5225240"/>
            <a:ext cx="10058400" cy="1143000"/>
          </a:xfrm>
        </p:spPr>
        <p:txBody>
          <a:bodyPr rtlCol="0">
            <a:normAutofit/>
          </a:bodyPr>
          <a:lstStyle/>
          <a:p>
            <a:pPr rtl="0"/>
            <a:endParaRPr lang="en-US"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7280" y="720725"/>
            <a:ext cx="10058400" cy="727075"/>
          </a:xfrm>
        </p:spPr>
        <p:txBody>
          <a:bodyPr>
            <a:normAutofit fontScale="90000"/>
          </a:bodyPr>
          <a:lstStyle/>
          <a:p>
            <a:r>
              <a:rPr lang="en-US" dirty="0">
                <a:solidFill>
                  <a:srgbClr val="FFFFFF"/>
                </a:solidFill>
                <a:sym typeface="+mn-ea"/>
              </a:rPr>
              <a:t>过情感属性的统计分析和视觉情感识别实验</a:t>
            </a:r>
            <a:r>
              <a:rPr lang="en-US" b="1" dirty="0">
                <a:solidFill>
                  <a:schemeClr val="tx1"/>
                </a:solidFill>
                <a:effectLst>
                  <a:outerShdw blurRad="38100" dist="19050" dir="2700000" algn="tl" rotWithShape="0">
                    <a:schemeClr val="dk1">
                      <a:alpha val="40000"/>
                    </a:schemeClr>
                  </a:outerShdw>
                </a:effectLst>
                <a:sym typeface="+mn-ea"/>
              </a:rPr>
              <a:t>1. 整体框架分析</a:t>
            </a:r>
            <a:r>
              <a:rPr lang="en-US" dirty="0">
                <a:solidFill>
                  <a:srgbClr val="FFFFFF"/>
                </a:solidFill>
                <a:sym typeface="+mn-ea"/>
              </a:rPr>
              <a:t>来展示数据集的有效性。</a:t>
            </a:r>
            <a:endParaRPr lang="zh-CN" altLang="en-US" dirty="0"/>
          </a:p>
        </p:txBody>
      </p:sp>
      <p:sp>
        <p:nvSpPr>
          <p:cNvPr id="3" name="内容占位符 2"/>
          <p:cNvSpPr>
            <a:spLocks noGrp="1"/>
          </p:cNvSpPr>
          <p:nvPr>
            <p:ph idx="1"/>
          </p:nvPr>
        </p:nvSpPr>
        <p:spPr>
          <a:xfrm>
            <a:off x="878541" y="1570893"/>
            <a:ext cx="10788127" cy="4298200"/>
          </a:xfrm>
        </p:spPr>
        <p:txBody>
          <a:bodyPr>
            <a:scene3d>
              <a:camera prst="orthographicFront"/>
              <a:lightRig rig="threePt" dir="t"/>
            </a:scene3d>
          </a:bodyPr>
          <a:lstStyle/>
          <a:p>
            <a:endParaRPr lang="en-US" altLang="zh-CN" dirty="0"/>
          </a:p>
          <a:p>
            <a:endParaRPr lang="en-US" sz="2400" dirty="0">
              <a:ln/>
              <a:solidFill>
                <a:schemeClr val="tx1"/>
              </a:solidFill>
              <a:effectLst>
                <a:outerShdw blurRad="38100" dist="19050" dir="2700000" algn="tl" rotWithShape="0">
                  <a:schemeClr val="dk1">
                    <a:alpha val="40000"/>
                  </a:schemeClr>
                </a:outerShdw>
              </a:effectLst>
              <a:sym typeface="+mn-ea"/>
            </a:endParaRPr>
          </a:p>
          <a:p>
            <a:r>
              <a:rPr lang="en-US" sz="2400" dirty="0">
                <a:ln/>
                <a:solidFill>
                  <a:schemeClr val="tx1"/>
                </a:solidFill>
                <a:effectLst>
                  <a:outerShdw blurRad="38100" dist="19050" dir="2700000" algn="tl" rotWithShape="0">
                    <a:schemeClr val="dk1">
                      <a:alpha val="40000"/>
                    </a:schemeClr>
                  </a:outerShdw>
                </a:effectLst>
                <a:sym typeface="+mn-ea"/>
              </a:rPr>
              <a:t>分为两大部分：</a:t>
            </a:r>
            <a:r>
              <a:rPr lang="zh-CN" altLang="en-US" sz="2400" dirty="0">
                <a:ln/>
                <a:solidFill>
                  <a:schemeClr val="tx1"/>
                </a:solidFill>
                <a:effectLst>
                  <a:outerShdw blurRad="38100" dist="19050" dir="2700000" algn="tl" rotWithShape="0">
                    <a:schemeClr val="dk1">
                      <a:alpha val="40000"/>
                    </a:schemeClr>
                  </a:outerShdw>
                </a:effectLst>
                <a:sym typeface="+mn-ea"/>
              </a:rPr>
              <a:t>表情集的</a:t>
            </a:r>
            <a:r>
              <a:rPr lang="en-US" sz="2400" dirty="0">
                <a:ln/>
                <a:solidFill>
                  <a:schemeClr val="tx1"/>
                </a:solidFill>
                <a:effectLst>
                  <a:outerShdw blurRad="38100" dist="19050" dir="2700000" algn="tl" rotWithShape="0">
                    <a:schemeClr val="dk1">
                      <a:alpha val="40000"/>
                    </a:schemeClr>
                  </a:outerShdw>
                </a:effectLst>
                <a:sym typeface="+mn-ea"/>
              </a:rPr>
              <a:t>属性</a:t>
            </a:r>
            <a:r>
              <a:rPr lang="zh-CN" altLang="en-US" sz="2400" dirty="0">
                <a:ln/>
                <a:solidFill>
                  <a:schemeClr val="tx1"/>
                </a:solidFill>
                <a:effectLst>
                  <a:outerShdw blurRad="38100" dist="19050" dir="2700000" algn="tl" rotWithShape="0">
                    <a:schemeClr val="dk1">
                      <a:alpha val="40000"/>
                    </a:schemeClr>
                  </a:outerShdw>
                </a:effectLst>
                <a:sym typeface="+mn-ea"/>
              </a:rPr>
              <a:t>和情感属性分析</a:t>
            </a:r>
            <a:br>
              <a:rPr lang="en-US" dirty="0">
                <a:ln/>
                <a:solidFill>
                  <a:schemeClr val="tx1"/>
                </a:solidFill>
                <a:effectLst>
                  <a:outerShdw blurRad="38100" dist="19050" dir="2700000" algn="tl" rotWithShape="0">
                    <a:schemeClr val="dk1">
                      <a:alpha val="40000"/>
                    </a:schemeClr>
                  </a:outerShdw>
                </a:effectLst>
                <a:sym typeface="+mn-ea"/>
              </a:rPr>
            </a:br>
            <a:endParaRPr lang="en-US" altLang="en-US" dirty="0">
              <a:ln/>
              <a:solidFill>
                <a:schemeClr val="tx1"/>
              </a:solidFill>
              <a:effectLst>
                <a:outerShdw blurRad="38100" dist="19050" dir="2700000" algn="tl" rotWithShape="0">
                  <a:schemeClr val="dk1">
                    <a:alpha val="40000"/>
                  </a:schemeClr>
                </a:outerShdw>
              </a:effectLst>
              <a:sym typeface="+mn-ea"/>
            </a:endParaRPr>
          </a:p>
        </p:txBody>
      </p:sp>
      <p:sp>
        <p:nvSpPr>
          <p:cNvPr id="4" name="日期占位符 3"/>
          <p:cNvSpPr>
            <a:spLocks noGrp="1"/>
          </p:cNvSpPr>
          <p:nvPr>
            <p:ph type="dt" sz="half" idx="10"/>
          </p:nvPr>
        </p:nvSpPr>
        <p:spPr/>
        <p:txBody>
          <a:bodyPr/>
          <a:lstStyle/>
          <a:p>
            <a:pPr rtl="0"/>
            <a:fld id="{A24A4C0A-F292-41BE-9CD1-530467B1B9F8}" type="datetime1">
              <a:rPr lang="zh-CN" altLang="en-US" smtClean="0"/>
            </a:fld>
            <a:endParaRPr lang="en-US" dirty="0"/>
          </a:p>
        </p:txBody>
      </p:sp>
      <p:pic>
        <p:nvPicPr>
          <p:cNvPr id="5" name="图片 4"/>
          <p:cNvPicPr>
            <a:picLocks noChangeAspect="1"/>
          </p:cNvPicPr>
          <p:nvPr/>
        </p:nvPicPr>
        <p:blipFill>
          <a:blip r:embed="rId1"/>
          <a:stretch>
            <a:fillRect/>
          </a:stretch>
        </p:blipFill>
        <p:spPr>
          <a:xfrm>
            <a:off x="1831340" y="2233930"/>
            <a:ext cx="2844800" cy="323850"/>
          </a:xfrm>
          <a:prstGeom prst="rect">
            <a:avLst/>
          </a:prstGeom>
        </p:spPr>
      </p:pic>
      <p:pic>
        <p:nvPicPr>
          <p:cNvPr id="6" name="图片 5"/>
          <p:cNvPicPr>
            <a:picLocks noChangeAspect="1"/>
          </p:cNvPicPr>
          <p:nvPr/>
        </p:nvPicPr>
        <p:blipFill>
          <a:blip r:embed="rId2"/>
          <a:stretch>
            <a:fillRect/>
          </a:stretch>
        </p:blipFill>
        <p:spPr>
          <a:xfrm>
            <a:off x="5165725" y="2154555"/>
            <a:ext cx="3429000" cy="482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8862" y="286603"/>
            <a:ext cx="10006818" cy="1061551"/>
          </a:xfrm>
        </p:spPr>
        <p:txBody>
          <a:bodyPr>
            <a:normAutofit/>
          </a:bodyPr>
          <a:lstStyle/>
          <a:p>
            <a:r>
              <a:rPr lang="en-US" sz="4000" b="1" dirty="0">
                <a:solidFill>
                  <a:schemeClr val="tx1"/>
                </a:solidFill>
                <a:effectLst>
                  <a:outerShdw blurRad="38100" dist="19050" dir="2700000" algn="tl" rotWithShape="0">
                    <a:schemeClr val="dk1">
                      <a:alpha val="40000"/>
                    </a:schemeClr>
                  </a:outerShdw>
                </a:effectLst>
                <a:sym typeface="+mn-ea"/>
              </a:rPr>
              <a:t>2. 提炼要点</a:t>
            </a:r>
            <a:endParaRPr lang="zh-CN" altLang="en-US" sz="4000" dirty="0">
              <a:solidFill>
                <a:srgbClr val="FF0000"/>
              </a:solidFill>
            </a:endParaRPr>
          </a:p>
        </p:txBody>
      </p:sp>
      <p:sp>
        <p:nvSpPr>
          <p:cNvPr id="3" name="内容占位符 2"/>
          <p:cNvSpPr>
            <a:spLocks noGrp="1"/>
          </p:cNvSpPr>
          <p:nvPr>
            <p:ph idx="1"/>
          </p:nvPr>
        </p:nvSpPr>
        <p:spPr>
          <a:xfrm>
            <a:off x="832485" y="1496060"/>
            <a:ext cx="10323195" cy="4267835"/>
          </a:xfrm>
        </p:spPr>
        <p:txBody>
          <a:bodyPr>
            <a:normAutofit lnSpcReduction="10000"/>
          </a:bodyPr>
          <a:lstStyle/>
          <a:p>
            <a:endParaRPr lang="zh-CN" altLang="en-US" dirty="0"/>
          </a:p>
          <a:p>
            <a:r>
              <a:rPr lang="zh-CN" altLang="en-US" dirty="0"/>
              <a:t>EmoSet的特点：规模大，注释丰富，数据平衡良好，图像多样性</a:t>
            </a:r>
            <a:endParaRPr lang="zh-CN" altLang="en-US" dirty="0"/>
          </a:p>
          <a:p>
            <a:endParaRPr lang="zh-CN" altLang="en-US" dirty="0"/>
          </a:p>
          <a:p>
            <a:r>
              <a:rPr lang="zh-CN" altLang="en-US" dirty="0"/>
              <a:t>情感属性分析：属性与情感类别的关联性，不同属性如亮度、色彩、面部表情对情感的影响</a:t>
            </a:r>
            <a:endParaRPr lang="zh-CN" altLang="en-US" dirty="0"/>
          </a:p>
          <a:p>
            <a:endParaRPr lang="zh-CN" altLang="en-US" dirty="0"/>
          </a:p>
          <a:p>
            <a:r>
              <a:rPr lang="zh-CN" altLang="en-US" dirty="0"/>
              <a:t>验证方法：通过比较，具体数字，表格的方式来突出</a:t>
            </a:r>
            <a:r>
              <a:rPr lang="en-US" altLang="zh-CN" dirty="0"/>
              <a:t>Emoset</a:t>
            </a:r>
            <a:r>
              <a:rPr lang="zh-CN" altLang="en-US" dirty="0"/>
              <a:t>的</a:t>
            </a:r>
            <a:r>
              <a:rPr lang="zh-CN" altLang="en-US" dirty="0"/>
              <a:t>优势</a:t>
            </a:r>
            <a:endParaRPr lang="zh-CN" altLang="en-US" dirty="0"/>
          </a:p>
          <a:p>
            <a:r>
              <a:rPr lang="en-US" altLang="zh-CN" dirty="0"/>
              <a:t>                 </a:t>
            </a:r>
            <a:r>
              <a:rPr lang="zh-CN" altLang="en-US" dirty="0"/>
              <a:t>通过实验和统计方法来验证</a:t>
            </a:r>
            <a:r>
              <a:rPr lang="en-US" altLang="zh-CN" dirty="0"/>
              <a:t>Emoset</a:t>
            </a:r>
            <a:r>
              <a:rPr lang="zh-CN" altLang="en-US" dirty="0"/>
              <a:t>属性对于情感识别的帮助</a:t>
            </a:r>
            <a:endParaRPr lang="zh-CN" altLang="en-US" dirty="0"/>
          </a:p>
        </p:txBody>
      </p:sp>
      <p:sp>
        <p:nvSpPr>
          <p:cNvPr id="4" name="日期占位符 3"/>
          <p:cNvSpPr>
            <a:spLocks noGrp="1"/>
          </p:cNvSpPr>
          <p:nvPr>
            <p:ph type="dt" sz="half" idx="10"/>
          </p:nvPr>
        </p:nvSpPr>
        <p:spPr/>
        <p:txBody>
          <a:bodyPr/>
          <a:lstStyle/>
          <a:p>
            <a:pPr rtl="0"/>
            <a:fld id="{A24A4C0A-F292-41BE-9CD1-530467B1B9F8}" type="datetime1">
              <a:rPr lang="zh-CN" altLang="en-US" smtClean="0"/>
            </a:fld>
            <a:endParaRPr lang="en-US" dirty="0"/>
          </a:p>
        </p:txBody>
      </p:sp>
      <p:pic>
        <p:nvPicPr>
          <p:cNvPr id="5" name="图片 4"/>
          <p:cNvPicPr>
            <a:picLocks noChangeAspect="1"/>
          </p:cNvPicPr>
          <p:nvPr/>
        </p:nvPicPr>
        <p:blipFill>
          <a:blip r:embed="rId1"/>
          <a:stretch>
            <a:fillRect/>
          </a:stretch>
        </p:blipFill>
        <p:spPr>
          <a:xfrm>
            <a:off x="735330" y="4650105"/>
            <a:ext cx="4368800" cy="1206500"/>
          </a:xfrm>
          <a:prstGeom prst="rect">
            <a:avLst/>
          </a:prstGeom>
        </p:spPr>
      </p:pic>
      <p:pic>
        <p:nvPicPr>
          <p:cNvPr id="6" name="图片 5"/>
          <p:cNvPicPr>
            <a:picLocks noChangeAspect="1"/>
          </p:cNvPicPr>
          <p:nvPr/>
        </p:nvPicPr>
        <p:blipFill>
          <a:blip r:embed="rId2"/>
          <a:stretch>
            <a:fillRect/>
          </a:stretch>
        </p:blipFill>
        <p:spPr>
          <a:xfrm>
            <a:off x="8710930" y="4107180"/>
            <a:ext cx="3048000" cy="2292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b="1" dirty="0">
                <a:solidFill>
                  <a:schemeClr val="tx1"/>
                </a:solidFill>
                <a:effectLst>
                  <a:outerShdw blurRad="38100" dist="19050" dir="2700000" algn="tl" rotWithShape="0">
                    <a:schemeClr val="dk1">
                      <a:alpha val="40000"/>
                    </a:schemeClr>
                  </a:outerShdw>
                </a:effectLst>
                <a:sym typeface="+mn-ea"/>
              </a:rPr>
              <a:t>3. </a:t>
            </a:r>
            <a:r>
              <a:rPr lang="zh-CN" altLang="en-US" b="1" dirty="0">
                <a:sym typeface="+mn-ea"/>
              </a:rPr>
              <a:t>EmoSet的特点</a:t>
            </a:r>
            <a:r>
              <a:rPr lang="zh-CN" altLang="en-US" b="1" dirty="0">
                <a:solidFill>
                  <a:schemeClr val="tx1"/>
                </a:solidFill>
                <a:effectLst>
                  <a:outerShdw blurRad="38100" dist="19050" dir="2700000" algn="tl" rotWithShape="0">
                    <a:schemeClr val="dk1">
                      <a:alpha val="40000"/>
                    </a:schemeClr>
                  </a:outerShdw>
                </a:effectLst>
                <a:sym typeface="+mn-ea"/>
              </a:rPr>
              <a:t>分析（</a:t>
            </a:r>
            <a:r>
              <a:rPr lang="zh-CN" altLang="en-US" b="1" dirty="0">
                <a:solidFill>
                  <a:schemeClr val="tx1"/>
                </a:solidFill>
                <a:effectLst>
                  <a:outerShdw blurRad="38100" dist="19050" dir="2700000" algn="tl" rotWithShape="0">
                    <a:schemeClr val="dk1">
                      <a:alpha val="40000"/>
                    </a:schemeClr>
                  </a:outerShdw>
                </a:effectLst>
                <a:sym typeface="+mn-ea"/>
              </a:rPr>
              <a:t>一）</a:t>
            </a:r>
            <a:endParaRPr lang="zh-CN" altLang="en-US" b="1" dirty="0">
              <a:solidFill>
                <a:schemeClr val="tx1"/>
              </a:solidFill>
              <a:effectLst>
                <a:outerShdw blurRad="38100" dist="19050" dir="2700000" algn="tl" rotWithShape="0">
                  <a:schemeClr val="dk1">
                    <a:alpha val="40000"/>
                  </a:schemeClr>
                </a:outerShdw>
              </a:effectLst>
              <a:sym typeface="+mn-ea"/>
            </a:endParaRPr>
          </a:p>
        </p:txBody>
      </p:sp>
      <p:sp>
        <p:nvSpPr>
          <p:cNvPr id="3" name="内容占位符 2"/>
          <p:cNvSpPr>
            <a:spLocks noGrp="1"/>
          </p:cNvSpPr>
          <p:nvPr>
            <p:ph idx="1"/>
          </p:nvPr>
        </p:nvSpPr>
        <p:spPr/>
        <p:txBody>
          <a:bodyPr>
            <a:normAutofit fontScale="55000"/>
          </a:bodyPr>
          <a:lstStyle/>
          <a:p>
            <a:pPr marL="342900" indent="-342900">
              <a:buFont typeface="+mj-ea"/>
              <a:buAutoNum type="circleNumDbPlain"/>
            </a:pPr>
            <a:r>
              <a:rPr lang="zh-CN" altLang="en-US" sz="2800" dirty="0"/>
              <a:t> 规模</a:t>
            </a:r>
            <a:r>
              <a:rPr lang="zh-CN" altLang="en-US" sz="2800" dirty="0"/>
              <a:t>大：一个大规模的数据集可以提供更多的数据点，增加模型训练的深度和广度。这意味着可以训练更复杂的模型，提高模型对不同情况的泛化能力。大规模数据集在视觉情感识别中尤为重要，因为情感表达方式多样，需要大量数据来覆盖尽可能多的情景和变化。</a:t>
            </a:r>
            <a:endParaRPr lang="zh-CN" altLang="en-US" sz="2800" dirty="0"/>
          </a:p>
          <a:p>
            <a:pPr marL="342900" indent="-342900">
              <a:buFont typeface="+mj-ea"/>
              <a:buAutoNum type="circleNumDbPlain"/>
            </a:pPr>
            <a:r>
              <a:rPr lang="zh-CN" altLang="en-US" sz="2800" dirty="0"/>
              <a:t>注释的丰富性：丰富的注释信息（如情感标签、亮度、色彩、场景类型等）可以帮助研究者更好地理解图像内容与情感之间的关系。这种详细的标注不仅提高了数据集的教育价值，还允许进行更细致的数据分析和特征工程，推动视觉情感识别技术的发展。</a:t>
            </a:r>
            <a:endParaRPr lang="zh-CN" altLang="en-US" sz="2800" dirty="0"/>
          </a:p>
          <a:p>
            <a:pPr marL="342900" indent="-342900">
              <a:buFont typeface="+mj-ea"/>
              <a:buAutoNum type="circleNumDbPlain"/>
            </a:pPr>
            <a:r>
              <a:rPr lang="zh-CN" altLang="en-US" sz="2800" dirty="0"/>
              <a:t>多样性：包括来自不同源的图像（社交媒体图像、艺术作品等）增加了数据集的代表性，使得模型训练出来的泛化能力更强。这种多样性确保了数据集可以应对现实世界中多变的视觉情感识别场景，使得训练出的模型在不同的应用背景下都能保持较高的识别准确性。</a:t>
            </a:r>
            <a:endParaRPr lang="zh-CN" altLang="en-US" sz="2800" dirty="0"/>
          </a:p>
          <a:p>
            <a:pPr marL="342900" indent="-342900">
              <a:buFont typeface="+mj-ea"/>
              <a:buAutoNum type="circleNumDbPlain"/>
            </a:pPr>
            <a:r>
              <a:rPr lang="zh-CN" altLang="en-US" sz="2800" dirty="0"/>
              <a:t>数据平衡：数据平衡避免了某些类别过于频繁而其他类别稀少的问题，这对于训练公平、无偏见的机器学习模型至关重要。平衡的数据集有助于模型在所有情感类别上都能有良好的识别效果，避免了过度拟合到某些高频类别的风险。</a:t>
            </a:r>
            <a:endParaRPr lang="zh-CN" altLang="en-US" sz="2800" dirty="0"/>
          </a:p>
        </p:txBody>
      </p:sp>
      <p:sp>
        <p:nvSpPr>
          <p:cNvPr id="4" name="日期占位符 3"/>
          <p:cNvSpPr>
            <a:spLocks noGrp="1"/>
          </p:cNvSpPr>
          <p:nvPr>
            <p:ph type="dt" sz="half" idx="10"/>
          </p:nvPr>
        </p:nvSpPr>
        <p:spPr/>
        <p:txBody>
          <a:bodyPr/>
          <a:lstStyle/>
          <a:p>
            <a:pPr rtl="0"/>
            <a:fld id="{A24A4C0A-F292-41BE-9CD1-530467B1B9F8}" type="datetime1">
              <a:rPr lang="zh-CN" altLang="en-US" smtClean="0"/>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b="1" dirty="0">
                <a:solidFill>
                  <a:schemeClr val="tx1"/>
                </a:solidFill>
                <a:effectLst>
                  <a:outerShdw blurRad="38100" dist="19050" dir="2700000" algn="tl" rotWithShape="0">
                    <a:schemeClr val="dk1">
                      <a:alpha val="40000"/>
                    </a:schemeClr>
                  </a:outerShdw>
                </a:effectLst>
                <a:sym typeface="+mn-ea"/>
              </a:rPr>
              <a:t>3. </a:t>
            </a:r>
            <a:r>
              <a:rPr lang="zh-CN" altLang="en-US" b="1" dirty="0">
                <a:sym typeface="+mn-ea"/>
              </a:rPr>
              <a:t>情感属性分析</a:t>
            </a:r>
            <a:r>
              <a:rPr lang="zh-CN" altLang="en-US" b="1" dirty="0">
                <a:solidFill>
                  <a:schemeClr val="tx1"/>
                </a:solidFill>
                <a:effectLst>
                  <a:outerShdw blurRad="38100" dist="19050" dir="2700000" algn="tl" rotWithShape="0">
                    <a:schemeClr val="dk1">
                      <a:alpha val="40000"/>
                    </a:schemeClr>
                  </a:outerShdw>
                </a:effectLst>
                <a:sym typeface="+mn-ea"/>
              </a:rPr>
              <a:t>（</a:t>
            </a:r>
            <a:r>
              <a:rPr lang="zh-CN" altLang="en-US" b="1" dirty="0">
                <a:solidFill>
                  <a:schemeClr val="tx1"/>
                </a:solidFill>
                <a:effectLst>
                  <a:outerShdw blurRad="38100" dist="19050" dir="2700000" algn="tl" rotWithShape="0">
                    <a:schemeClr val="dk1">
                      <a:alpha val="40000"/>
                    </a:schemeClr>
                  </a:outerShdw>
                </a:effectLst>
                <a:sym typeface="+mn-ea"/>
              </a:rPr>
              <a:t>二）</a:t>
            </a:r>
            <a:endParaRPr lang="zh-CN" altLang="en-US"/>
          </a:p>
        </p:txBody>
      </p:sp>
      <p:sp>
        <p:nvSpPr>
          <p:cNvPr id="4" name="内容占位符 3"/>
          <p:cNvSpPr>
            <a:spLocks noGrp="1"/>
          </p:cNvSpPr>
          <p:nvPr>
            <p:ph idx="1"/>
          </p:nvPr>
        </p:nvSpPr>
        <p:spPr>
          <a:xfrm>
            <a:off x="872490" y="2108201"/>
            <a:ext cx="10058400" cy="3760891"/>
          </a:xfrm>
        </p:spPr>
        <p:txBody>
          <a:bodyPr>
            <a:normAutofit lnSpcReduction="10000"/>
          </a:bodyPr>
          <a:p>
            <a:pPr marL="457200" indent="-457200">
              <a:buFont typeface="+mj-ea"/>
              <a:buAutoNum type="circleNumDbPlain"/>
            </a:pPr>
            <a:r>
              <a:rPr lang="zh-CN" altLang="en-US"/>
              <a:t>属性相关性分析：作者分析了情感属性（如亮度、色彩等）与情感类别之间的相关性。通过统计方法，例如计算属性值与特定情感类别之间的相关系数，来识别哪些视觉属性与特定的情感状态有显著关联。</a:t>
            </a:r>
            <a:endParaRPr lang="zh-CN" altLang="en-US"/>
          </a:p>
          <a:p>
            <a:pPr marL="457200" indent="-457200">
              <a:buFont typeface="+mj-ea"/>
              <a:buAutoNum type="circleNumDbPlain"/>
            </a:pPr>
            <a:r>
              <a:rPr lang="zh-CN" altLang="en-US"/>
              <a:t>属性模块设计：为了进一步验证情感属性在情感识别中的作用，作者设计了一个属性模块，这个模块可以集成到深度学习模型中。该模块帮助模型根据图像的情感属性来预测情感类别。</a:t>
            </a:r>
            <a:endParaRPr lang="zh-CN" altLang="en-US"/>
          </a:p>
          <a:p>
            <a:pPr marL="457200" indent="-457200">
              <a:buFont typeface="+mj-ea"/>
              <a:buAutoNum type="circleNumDbPlain"/>
            </a:pPr>
            <a:r>
              <a:rPr lang="zh-CN" altLang="en-US"/>
              <a:t>实验验证：作者通过一系列实验验证了情感属性的有效性。这包括将具有情感属性模块的模型与不具有该模块的模型进行比较，以展示属性分析对提高情感识别性能的贡献。</a:t>
            </a:r>
            <a:endParaRPr lang="zh-CN" altLang="en-US"/>
          </a:p>
          <a:p>
            <a:pPr marL="457200" indent="-457200">
              <a:buFont typeface="+mj-ea"/>
              <a:buAutoNum type="circleNumDbPlain"/>
            </a:pPr>
            <a:r>
              <a:rPr lang="zh-CN" altLang="en-US"/>
              <a:t>可视化分析：文章中还包括了情感属性的可视化分析，比如通过散点图展示不同情感属性在不同情感类别中的分布情况。这有助于直观地展示情感属性与情感类别之间的关系。</a:t>
            </a:r>
            <a:endParaRPr lang="zh-CN" altLang="en-US"/>
          </a:p>
        </p:txBody>
      </p:sp>
      <p:sp>
        <p:nvSpPr>
          <p:cNvPr id="2" name="日期占位符 1"/>
          <p:cNvSpPr>
            <a:spLocks noGrp="1"/>
          </p:cNvSpPr>
          <p:nvPr>
            <p:ph type="dt" sz="half" idx="10"/>
          </p:nvPr>
        </p:nvSpPr>
        <p:spPr/>
        <p:txBody>
          <a:bodyPr/>
          <a:p>
            <a:pPr rtl="0"/>
            <a:fld id="{4910A522-F0F5-43AE-870D-B1652467F5E7}" type="datetime1">
              <a:rPr lang="zh-CN" altLang="en-US" smtClean="0"/>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endParaRPr lang="zh-CN" altLang="en-US"/>
          </a:p>
        </p:txBody>
      </p:sp>
      <p:pic>
        <p:nvPicPr>
          <p:cNvPr id="5" name="内容占位符 4"/>
          <p:cNvPicPr>
            <a:picLocks noChangeAspect="1"/>
          </p:cNvPicPr>
          <p:nvPr>
            <p:ph idx="1"/>
          </p:nvPr>
        </p:nvPicPr>
        <p:blipFill>
          <a:blip r:embed="rId1"/>
          <a:stretch>
            <a:fillRect/>
          </a:stretch>
        </p:blipFill>
        <p:spPr>
          <a:xfrm>
            <a:off x="1097280" y="2435225"/>
            <a:ext cx="10058400" cy="3106420"/>
          </a:xfrm>
          <a:prstGeom prst="rect">
            <a:avLst/>
          </a:prstGeom>
        </p:spPr>
      </p:pic>
      <p:sp>
        <p:nvSpPr>
          <p:cNvPr id="2" name="日期占位符 1"/>
          <p:cNvSpPr>
            <a:spLocks noGrp="1"/>
          </p:cNvSpPr>
          <p:nvPr>
            <p:ph type="dt" sz="half" idx="10"/>
          </p:nvPr>
        </p:nvSpPr>
        <p:spPr/>
        <p:txBody>
          <a:bodyPr/>
          <a:p>
            <a:pPr rtl="0"/>
            <a:fld id="{4910A522-F0F5-43AE-870D-B1652467F5E7}" type="datetime1">
              <a:rPr lang="zh-CN" altLang="en-US" smtClean="0"/>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b="1" dirty="0">
                <a:solidFill>
                  <a:schemeClr val="tx1"/>
                </a:solidFill>
                <a:effectLst>
                  <a:outerShdw blurRad="38100" dist="19050" dir="2700000" algn="tl" rotWithShape="0">
                    <a:schemeClr val="dk1">
                      <a:alpha val="40000"/>
                    </a:schemeClr>
                  </a:outerShdw>
                </a:effectLst>
                <a:sym typeface="+mn-ea"/>
              </a:rPr>
              <a:t>4.与上下文其他部分的联系</a:t>
            </a:r>
            <a:endParaRPr lang="zh-CN" altLang="en-US"/>
          </a:p>
        </p:txBody>
      </p:sp>
      <p:sp>
        <p:nvSpPr>
          <p:cNvPr id="3" name="内容占位符 2"/>
          <p:cNvSpPr>
            <a:spLocks noGrp="1"/>
          </p:cNvSpPr>
          <p:nvPr>
            <p:ph idx="1"/>
          </p:nvPr>
        </p:nvSpPr>
        <p:spPr>
          <a:xfrm>
            <a:off x="1097280" y="1453662"/>
            <a:ext cx="10058400" cy="4415430"/>
          </a:xfrm>
        </p:spPr>
        <p:txBody>
          <a:bodyPr/>
          <a:lstStyle/>
          <a:p>
            <a:endParaRPr lang="zh-CN" altLang="en-US" dirty="0"/>
          </a:p>
          <a:p>
            <a:pPr marL="457200" indent="-457200">
              <a:buFont typeface="+mj-ea"/>
              <a:buAutoNum type="circleNumDbPlain"/>
            </a:pPr>
            <a:r>
              <a:rPr lang="zh-CN" altLang="en-US" dirty="0"/>
              <a:t>前文呼应：在摘要部分，作者有提到</a:t>
            </a:r>
            <a:r>
              <a:rPr lang="en-US" altLang="zh-CN" dirty="0"/>
              <a:t>Emoset</a:t>
            </a:r>
            <a:r>
              <a:rPr lang="zh-CN" altLang="en-US" dirty="0"/>
              <a:t>的四个特点和情感属性，而</a:t>
            </a:r>
            <a:r>
              <a:rPr lang="zh-CN" altLang="en-US" dirty="0">
                <a:sym typeface="+mn-ea"/>
              </a:rPr>
              <a:t>"EmoSet分析"</a:t>
            </a:r>
            <a:r>
              <a:rPr lang="zh-CN" altLang="en-US" dirty="0"/>
              <a:t>则是对这些初步提到的问题的具体探索，这包括详细展示数据集的四个特点，情感属性分析中用到的各种方法</a:t>
            </a:r>
            <a:r>
              <a:rPr lang="zh-CN" altLang="en-US" dirty="0"/>
              <a:t>等</a:t>
            </a:r>
            <a:endParaRPr lang="zh-CN" altLang="en-US" dirty="0"/>
          </a:p>
          <a:p>
            <a:pPr marL="457200" indent="-457200">
              <a:buFont typeface="+mj-ea"/>
              <a:buAutoNum type="circleNumDbPlain"/>
            </a:pPr>
            <a:r>
              <a:rPr lang="zh-CN" altLang="en-US" dirty="0"/>
              <a:t>与方法论的衔接："EmoSet分析"利用了前文中介绍的数据处理和属性分析方法，通过实际数据来展示这些方法的应用效果。</a:t>
            </a:r>
            <a:endParaRPr lang="zh-CN" altLang="en-US" dirty="0"/>
          </a:p>
          <a:p>
            <a:pPr marL="457200" indent="-457200">
              <a:buFont typeface="+mj-ea"/>
              <a:buAutoNum type="circleNumDbPlain"/>
            </a:pPr>
            <a:r>
              <a:rPr lang="zh-CN" altLang="en-US" dirty="0"/>
              <a:t>结论中的</a:t>
            </a:r>
            <a:r>
              <a:rPr lang="zh-CN" altLang="en-US" dirty="0"/>
              <a:t>伏笔：通过总结"EmoSet分析"的贡献，论文的结论部分强调了数据集在视觉情感分析领域的应用潜力和未来研究方向。</a:t>
            </a:r>
            <a:endParaRPr lang="zh-CN" altLang="en-US" dirty="0"/>
          </a:p>
        </p:txBody>
      </p:sp>
      <p:sp>
        <p:nvSpPr>
          <p:cNvPr id="4" name="日期占位符 3"/>
          <p:cNvSpPr>
            <a:spLocks noGrp="1"/>
          </p:cNvSpPr>
          <p:nvPr>
            <p:ph type="dt" sz="half" idx="10"/>
          </p:nvPr>
        </p:nvSpPr>
        <p:spPr/>
        <p:txBody>
          <a:bodyPr/>
          <a:lstStyle/>
          <a:p>
            <a:pPr rtl="0"/>
            <a:fld id="{A24A4C0A-F292-41BE-9CD1-530467B1B9F8}" type="datetime1">
              <a:rPr lang="zh-CN" altLang="en-US" smtClean="0"/>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endParaRPr lang="zh-CN" altLang="en-US"/>
          </a:p>
        </p:txBody>
      </p:sp>
      <p:pic>
        <p:nvPicPr>
          <p:cNvPr id="5" name="内容占位符 4"/>
          <p:cNvPicPr>
            <a:picLocks noChangeAspect="1"/>
          </p:cNvPicPr>
          <p:nvPr>
            <p:ph idx="1"/>
          </p:nvPr>
        </p:nvPicPr>
        <p:blipFill>
          <a:blip r:embed="rId1"/>
          <a:stretch>
            <a:fillRect/>
          </a:stretch>
        </p:blipFill>
        <p:spPr>
          <a:xfrm>
            <a:off x="1097280" y="2030730"/>
            <a:ext cx="4650105" cy="3761105"/>
          </a:xfrm>
          <a:prstGeom prst="rect">
            <a:avLst/>
          </a:prstGeom>
        </p:spPr>
      </p:pic>
      <p:sp>
        <p:nvSpPr>
          <p:cNvPr id="2" name="日期占位符 1"/>
          <p:cNvSpPr>
            <a:spLocks noGrp="1"/>
          </p:cNvSpPr>
          <p:nvPr>
            <p:ph type="dt" sz="half" idx="10"/>
          </p:nvPr>
        </p:nvSpPr>
        <p:spPr/>
        <p:txBody>
          <a:bodyPr/>
          <a:p>
            <a:pPr rtl="0"/>
            <a:fld id="{4910A522-F0F5-43AE-870D-B1652467F5E7}" type="datetime1">
              <a:rPr lang="zh-CN" altLang="en-US" smtClean="0"/>
            </a:fld>
            <a:endParaRPr lang="en-US" dirty="0"/>
          </a:p>
        </p:txBody>
      </p:sp>
      <p:pic>
        <p:nvPicPr>
          <p:cNvPr id="6" name="图片 5"/>
          <p:cNvPicPr>
            <a:picLocks noChangeAspect="1"/>
          </p:cNvPicPr>
          <p:nvPr/>
        </p:nvPicPr>
        <p:blipFill>
          <a:blip r:embed="rId2"/>
          <a:stretch>
            <a:fillRect/>
          </a:stretch>
        </p:blipFill>
        <p:spPr>
          <a:xfrm>
            <a:off x="6423025" y="3056890"/>
            <a:ext cx="4673600" cy="1225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b="1" dirty="0">
                <a:solidFill>
                  <a:schemeClr val="tx1"/>
                </a:solidFill>
                <a:effectLst>
                  <a:outerShdw blurRad="38100" dist="19050" dir="2700000" algn="tl" rotWithShape="0">
                    <a:schemeClr val="dk1">
                      <a:alpha val="40000"/>
                    </a:schemeClr>
                  </a:outerShdw>
                </a:effectLst>
                <a:sym typeface="+mn-ea"/>
              </a:rPr>
              <a:t>5. 作者的</a:t>
            </a:r>
            <a:r>
              <a:rPr lang="zh-CN" altLang="en-US" b="1" dirty="0">
                <a:solidFill>
                  <a:schemeClr val="tx1"/>
                </a:solidFill>
                <a:effectLst>
                  <a:outerShdw blurRad="38100" dist="19050" dir="2700000" algn="tl" rotWithShape="0">
                    <a:schemeClr val="dk1">
                      <a:alpha val="40000"/>
                    </a:schemeClr>
                  </a:outerShdw>
                </a:effectLst>
                <a:sym typeface="+mn-ea"/>
              </a:rPr>
              <a:t>研究</a:t>
            </a:r>
            <a:r>
              <a:rPr lang="en-US" b="1" dirty="0">
                <a:solidFill>
                  <a:schemeClr val="tx1"/>
                </a:solidFill>
                <a:effectLst>
                  <a:outerShdw blurRad="38100" dist="19050" dir="2700000" algn="tl" rotWithShape="0">
                    <a:schemeClr val="dk1">
                      <a:alpha val="40000"/>
                    </a:schemeClr>
                  </a:outerShdw>
                </a:effectLst>
                <a:sym typeface="+mn-ea"/>
              </a:rPr>
              <a:t>意图</a:t>
            </a:r>
            <a:endParaRPr lang="zh-CN" altLang="en-US"/>
          </a:p>
        </p:txBody>
      </p:sp>
      <p:sp>
        <p:nvSpPr>
          <p:cNvPr id="3" name="内容占位符 2"/>
          <p:cNvSpPr>
            <a:spLocks noGrp="1"/>
          </p:cNvSpPr>
          <p:nvPr>
            <p:ph idx="1"/>
          </p:nvPr>
        </p:nvSpPr>
        <p:spPr>
          <a:xfrm>
            <a:off x="1025769" y="2239107"/>
            <a:ext cx="10129911" cy="3436554"/>
          </a:xfrm>
        </p:spPr>
        <p:txBody>
          <a:bodyPr>
            <a:normAutofit/>
          </a:bodyPr>
          <a:lstStyle/>
          <a:p>
            <a:r>
              <a:rPr lang="zh-CN" altLang="en-US" dirty="0"/>
              <a:t>通过这一部分的分析，作者意图展示EmoSet数据集在多个方面（规模、属性丰富性、多样性和数据平衡性）的优势，以及这些优势如何使得EmoSet成为视觉情感分析领域的一个有价值的资源。</a:t>
            </a:r>
            <a:r>
              <a:rPr lang="zh-CN" altLang="en-US" dirty="0">
                <a:sym typeface="+mn-ea"/>
              </a:rPr>
              <a:t>作者希望鼓励更多的研究者使用和发展这个数据集，</a:t>
            </a:r>
            <a:r>
              <a:rPr lang="zh-CN" altLang="en-US" dirty="0"/>
              <a:t>这不仅推动了视觉情感分析技术的发展，也为未来的研究者提供了一种新的方法论方向，即利用丰富的数据属性来深入理解和预测情感反应。</a:t>
            </a:r>
            <a:endParaRPr lang="zh-CN" altLang="en-US" dirty="0"/>
          </a:p>
        </p:txBody>
      </p:sp>
      <p:sp>
        <p:nvSpPr>
          <p:cNvPr id="4" name="日期占位符 3"/>
          <p:cNvSpPr>
            <a:spLocks noGrp="1"/>
          </p:cNvSpPr>
          <p:nvPr>
            <p:ph type="dt" sz="half" idx="10"/>
          </p:nvPr>
        </p:nvSpPr>
        <p:spPr/>
        <p:txBody>
          <a:bodyPr/>
          <a:lstStyle/>
          <a:p>
            <a:pPr rtl="0"/>
            <a:fld id="{A24A4C0A-F292-41BE-9CD1-530467B1B9F8}" type="datetime1">
              <a:rPr lang="zh-CN" altLang="en-US" smtClean="0"/>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b="1" dirty="0">
                <a:solidFill>
                  <a:schemeClr val="tx1"/>
                </a:solidFill>
                <a:effectLst>
                  <a:outerShdw blurRad="38100" dist="19050" dir="2700000" algn="tl" rotWithShape="0">
                    <a:schemeClr val="dk1">
                      <a:alpha val="40000"/>
                    </a:schemeClr>
                  </a:outerShdw>
                </a:effectLst>
                <a:sym typeface="+mn-ea"/>
              </a:rPr>
              <a:t>6. 对我们以后写论文的帮助</a:t>
            </a:r>
            <a:endParaRPr lang="zh-CN" altLang="en-US" dirty="0"/>
          </a:p>
        </p:txBody>
      </p:sp>
      <p:sp>
        <p:nvSpPr>
          <p:cNvPr id="3" name="内容占位符 2"/>
          <p:cNvSpPr>
            <a:spLocks noGrp="1"/>
          </p:cNvSpPr>
          <p:nvPr>
            <p:ph idx="1"/>
          </p:nvPr>
        </p:nvSpPr>
        <p:spPr/>
        <p:txBody>
          <a:bodyPr>
            <a:normAutofit/>
          </a:bodyPr>
          <a:lstStyle/>
          <a:p>
            <a:pPr marL="457200" indent="-457200">
              <a:buFont typeface="+mj-ea"/>
              <a:buAutoNum type="circleNumDbPlain"/>
            </a:pPr>
            <a:r>
              <a:rPr lang="zh-CN" altLang="en-US" b="0" i="0" dirty="0">
                <a:solidFill>
                  <a:srgbClr val="060607"/>
                </a:solidFill>
                <a:effectLst/>
                <a:cs typeface="Microsoft YaHei UI" panose="020B0503020204020204" pitchFamily="34" charset="-122"/>
              </a:rPr>
              <a:t>数据的清晰呈现：可以使用图表、表格和数字来清晰展示数据。图表和表格应包含必要的标签和标题，以便读者可以轻松理解呈现的数据。例如，在分析</a:t>
            </a:r>
            <a:r>
              <a:rPr lang="en-US" altLang="zh-CN" b="0" i="0" dirty="0">
                <a:solidFill>
                  <a:srgbClr val="060607"/>
                </a:solidFill>
                <a:effectLst/>
                <a:cs typeface="Microsoft YaHei UI" panose="020B0503020204020204" pitchFamily="34" charset="-122"/>
              </a:rPr>
              <a:t>Emoset</a:t>
            </a:r>
            <a:r>
              <a:rPr lang="zh-CN" altLang="en-US" b="0" i="0" dirty="0">
                <a:solidFill>
                  <a:srgbClr val="060607"/>
                </a:solidFill>
                <a:effectLst/>
                <a:cs typeface="Microsoft YaHei UI" panose="020B0503020204020204" pitchFamily="34" charset="-122"/>
              </a:rPr>
              <a:t>数据集时，通过图表展示不同情感属性与情感类别之间的关系，可以直观地显示哪些属性对情感识别最为重要</a:t>
            </a:r>
            <a:endParaRPr lang="zh-CN" altLang="en-US" b="0" i="0" dirty="0">
              <a:solidFill>
                <a:srgbClr val="060607"/>
              </a:solidFill>
              <a:effectLst/>
              <a:cs typeface="Microsoft YaHei UI" panose="020B0503020204020204" pitchFamily="34" charset="-122"/>
            </a:endParaRPr>
          </a:p>
          <a:p>
            <a:pPr marL="457200" indent="-457200">
              <a:buFont typeface="+mj-ea"/>
              <a:buAutoNum type="circleNumDbPlain"/>
            </a:pPr>
            <a:r>
              <a:rPr lang="zh-CN" altLang="en-US" b="0" i="0" dirty="0">
                <a:solidFill>
                  <a:srgbClr val="060607"/>
                </a:solidFill>
                <a:effectLst/>
                <a:cs typeface="Microsoft YaHei UI" panose="020B0503020204020204" pitchFamily="34" charset="-122"/>
              </a:rPr>
              <a:t>详细的方法论描述：在方法部分，详细描述研究的设计、样本选择、数据收集和分析过程。这有助于其他研究者理解研究的可复制性和有效性，同时也增强了研究的透明度。</a:t>
            </a:r>
            <a:endParaRPr lang="zh-CN" altLang="en-US" b="0" i="0" dirty="0">
              <a:solidFill>
                <a:srgbClr val="060607"/>
              </a:solidFill>
              <a:effectLst/>
              <a:cs typeface="Microsoft YaHei UI" panose="020B0503020204020204" pitchFamily="34" charset="-122"/>
            </a:endParaRPr>
          </a:p>
          <a:p>
            <a:pPr marL="457200" indent="-457200">
              <a:buFont typeface="+mj-ea"/>
              <a:buAutoNum type="circleNumDbPlain"/>
            </a:pPr>
            <a:r>
              <a:rPr lang="zh-CN" altLang="en-US" b="0" i="0" dirty="0">
                <a:solidFill>
                  <a:srgbClr val="060607"/>
                </a:solidFill>
                <a:effectLst/>
                <a:cs typeface="Microsoft YaHei UI" panose="020B0503020204020204" pitchFamily="34" charset="-122"/>
              </a:rPr>
              <a:t>使用清晰的语言：即使是复杂的技术内容，也应该尽量使用简单、直白的语言来表达。避免过度使用术语和行业内的言辞，如果必须使用，确保提供清晰的定义和解释。</a:t>
            </a:r>
            <a:endParaRPr lang="zh-CN" altLang="en-US" b="0" i="0" dirty="0">
              <a:solidFill>
                <a:srgbClr val="060607"/>
              </a:solidFill>
              <a:effectLst/>
              <a:cs typeface="Microsoft YaHei UI" panose="020B0503020204020204" pitchFamily="34" charset="-122"/>
            </a:endParaRPr>
          </a:p>
          <a:p>
            <a:endParaRPr lang="zh-CN" altLang="en-US" dirty="0">
              <a:cs typeface="Microsoft YaHei UI" panose="020B0503020204020204" pitchFamily="34" charset="-122"/>
            </a:endParaRPr>
          </a:p>
        </p:txBody>
      </p:sp>
      <p:sp>
        <p:nvSpPr>
          <p:cNvPr id="4" name="日期占位符 3"/>
          <p:cNvSpPr>
            <a:spLocks noGrp="1"/>
          </p:cNvSpPr>
          <p:nvPr>
            <p:ph type="dt" sz="half" idx="10"/>
          </p:nvPr>
        </p:nvSpPr>
        <p:spPr/>
        <p:txBody>
          <a:bodyPr/>
          <a:lstStyle/>
          <a:p>
            <a:pPr rtl="0"/>
            <a:fld id="{A24A4C0A-F292-41BE-9CD1-530467B1B9F8}" type="datetime1">
              <a:rPr lang="zh-CN" altLang="en-US" smtClean="0"/>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endParaRPr lang="zh-CN" altLang="en-US"/>
          </a:p>
        </p:txBody>
      </p:sp>
      <p:pic>
        <p:nvPicPr>
          <p:cNvPr id="5" name="内容占位符 4"/>
          <p:cNvPicPr>
            <a:picLocks noChangeAspect="1"/>
          </p:cNvPicPr>
          <p:nvPr>
            <p:ph idx="1"/>
          </p:nvPr>
        </p:nvPicPr>
        <p:blipFill>
          <a:blip r:embed="rId1"/>
          <a:stretch>
            <a:fillRect/>
          </a:stretch>
        </p:blipFill>
        <p:spPr>
          <a:xfrm>
            <a:off x="1097280" y="2984500"/>
            <a:ext cx="10058400" cy="2372360"/>
          </a:xfrm>
          <a:prstGeom prst="rect">
            <a:avLst/>
          </a:prstGeom>
        </p:spPr>
      </p:pic>
      <p:sp>
        <p:nvSpPr>
          <p:cNvPr id="2" name="日期占位符 1"/>
          <p:cNvSpPr>
            <a:spLocks noGrp="1"/>
          </p:cNvSpPr>
          <p:nvPr>
            <p:ph type="dt" sz="half" idx="10"/>
          </p:nvPr>
        </p:nvSpPr>
        <p:spPr/>
        <p:txBody>
          <a:bodyPr/>
          <a:p>
            <a:pPr rtl="0"/>
            <a:fld id="{4910A522-F0F5-43AE-870D-B1652467F5E7}" type="datetime1">
              <a:rPr lang="zh-CN" altLang="en-US" smtClean="0"/>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36015" y="1954530"/>
            <a:ext cx="10058400" cy="1474470"/>
          </a:xfrm>
        </p:spPr>
        <p:txBody>
          <a:bodyPr/>
          <a:lstStyle/>
          <a:p>
            <a:r>
              <a:rPr lang="en-US" altLang="zh-CN"/>
              <a:t>     </a:t>
            </a:r>
            <a:r>
              <a:rPr lang="en-US" altLang="zh-CN" sz="8000">
                <a:ln/>
                <a:solidFill>
                  <a:schemeClr val="tx1"/>
                </a:solidFill>
                <a:effectLst>
                  <a:outerShdw blurRad="38100" dist="19050" dir="2700000" algn="tl" rotWithShape="0">
                    <a:schemeClr val="dk1">
                      <a:alpha val="40000"/>
                    </a:schemeClr>
                  </a:outerShdw>
                </a:effectLst>
              </a:rPr>
              <a:t>Thank you</a:t>
            </a:r>
            <a:r>
              <a:rPr lang="zh-CN" altLang="en-US" sz="8000">
                <a:ln/>
                <a:solidFill>
                  <a:schemeClr val="tx1"/>
                </a:solidFill>
                <a:effectLst>
                  <a:outerShdw blurRad="38100" dist="19050" dir="2700000" algn="tl" rotWithShape="0">
                    <a:schemeClr val="dk1">
                      <a:alpha val="40000"/>
                    </a:schemeClr>
                  </a:outerShdw>
                </a:effectLst>
              </a:rPr>
              <a:t>！</a:t>
            </a:r>
            <a:endParaRPr lang="zh-CN" altLang="en-US" sz="8000">
              <a:ln/>
              <a:solidFill>
                <a:schemeClr val="tx1"/>
              </a:solidFill>
              <a:effectLst>
                <a:outerShdw blurRad="38100" dist="19050" dir="2700000" algn="tl" rotWithShape="0">
                  <a:schemeClr val="dk1">
                    <a:alpha val="40000"/>
                  </a:schemeClr>
                </a:outerShdw>
              </a:effectLst>
            </a:endParaRPr>
          </a:p>
        </p:txBody>
      </p:sp>
      <p:sp>
        <p:nvSpPr>
          <p:cNvPr id="3" name="内容占位符 2"/>
          <p:cNvSpPr>
            <a:spLocks noGrp="1"/>
          </p:cNvSpPr>
          <p:nvPr>
            <p:ph idx="1"/>
          </p:nvPr>
        </p:nvSpPr>
        <p:spPr>
          <a:xfrm>
            <a:off x="1097280" y="4518660"/>
            <a:ext cx="10058400" cy="1350645"/>
          </a:xfrm>
        </p:spPr>
        <p:txBody>
          <a:bodyPr>
            <a:normAutofit/>
          </a:bodyPr>
          <a:lstStyle/>
          <a:p>
            <a:pPr marL="0" indent="0" algn="l">
              <a:lnSpc>
                <a:spcPts val="1800"/>
              </a:lnSpc>
              <a:buFont typeface="+mj-lt"/>
              <a:buNone/>
            </a:pPr>
            <a:endParaRPr lang="zh-CN" altLang="en-US" dirty="0"/>
          </a:p>
        </p:txBody>
      </p:sp>
      <p:sp>
        <p:nvSpPr>
          <p:cNvPr id="4" name="日期占位符 3"/>
          <p:cNvSpPr>
            <a:spLocks noGrp="1"/>
          </p:cNvSpPr>
          <p:nvPr>
            <p:ph type="dt" sz="half" idx="10"/>
          </p:nvPr>
        </p:nvSpPr>
        <p:spPr/>
        <p:txBody>
          <a:bodyPr/>
          <a:lstStyle/>
          <a:p>
            <a:pPr rtl="0"/>
            <a:fld id="{A24A4C0A-F292-41BE-9CD1-530467B1B9F8}" type="datetime1">
              <a:rPr lang="zh-CN" altLang="en-US" smtClean="0"/>
            </a:fld>
            <a:endParaRPr lang="en-US" dirty="0"/>
          </a:p>
        </p:txBody>
      </p:sp>
    </p:spTree>
  </p:cSld>
  <p:clrMapOvr>
    <a:masterClrMapping/>
  </p:clrMapOvr>
</p:sld>
</file>

<file path=ppt/tags/tag1.xml><?xml version="1.0" encoding="utf-8"?>
<p:tagLst xmlns:p="http://schemas.openxmlformats.org/presentationml/2006/main">
  <p:tag name="commondata" val="eyJoZGlkIjoiM2JhOWM1YWM2MjY3ZWY3MWJmZGEwYzExY2Q1YjQxMGIifQ=="/>
</p:tagLst>
</file>

<file path=ppt/theme/theme1.xml><?xml version="1.0" encoding="utf-8"?>
<a:theme xmlns:a="http://schemas.openxmlformats.org/drawingml/2006/main" name="自定义">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{06C97985-C837-40BE-84AD-AFCCA12FD4BD}tf56160789_win32</Template>
  <TotalTime>0</TotalTime>
  <Words>1842</Words>
  <Application>WPS 演示</Application>
  <PresentationFormat>宽屏</PresentationFormat>
  <Paragraphs>75</Paragraphs>
  <Slides>13</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13</vt:i4>
      </vt:variant>
    </vt:vector>
  </HeadingPairs>
  <TitlesOfParts>
    <vt:vector size="29" baseType="lpstr">
      <vt:lpstr>Arial</vt:lpstr>
      <vt:lpstr>宋体</vt:lpstr>
      <vt:lpstr>Wingdings</vt:lpstr>
      <vt:lpstr>Microsoft YaHei UI</vt:lpstr>
      <vt:lpstr>新宋体</vt:lpstr>
      <vt:lpstr>Calibri</vt:lpstr>
      <vt:lpstr>-apple-system</vt:lpstr>
      <vt:lpstr>Segoe Print</vt:lpstr>
      <vt:lpstr>Franklin Gothic Book</vt:lpstr>
      <vt:lpstr>微软雅黑</vt:lpstr>
      <vt:lpstr>Arial Unicode MS</vt:lpstr>
      <vt:lpstr>等线</vt:lpstr>
      <vt:lpstr>华文仿宋</vt:lpstr>
      <vt:lpstr>华文楷体</vt:lpstr>
      <vt:lpstr>思源黑体 CN Normal</vt:lpstr>
      <vt:lpstr>自定义</vt:lpstr>
      <vt:lpstr>Title Lorem Ipsum</vt:lpstr>
      <vt:lpstr>能反映出你的方法的最佳引文：“这一步我的一小步,却是整个人类的一大步。”</vt:lpstr>
      <vt:lpstr>Relate Work</vt:lpstr>
      <vt:lpstr>以下几个数据集的数量，筛选方式存在些许差异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鹏程 郭</dc:creator>
  <cp:lastModifiedBy>对方正在输入...</cp:lastModifiedBy>
  <cp:revision>2</cp:revision>
  <dcterms:created xsi:type="dcterms:W3CDTF">2024-11-18T11:10:00Z</dcterms:created>
  <dcterms:modified xsi:type="dcterms:W3CDTF">2024-11-24T17:16:49Z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710CA881A93847448D38D7A35659C1DE_12</vt:lpwstr>
  </property>
  <property fmtid="{D5CDD505-2E9C-101B-9397-08002B2CF9AE}" pid="3" name="KSOProductBuildVer">
    <vt:lpwstr>2052-12.1.0.16729</vt:lpwstr>
  </property>
</Properties>
</file>